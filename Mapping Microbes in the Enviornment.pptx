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Cambay"/>
      <p:regular r:id="rId16"/>
      <p:bold r:id="rId17"/>
      <p:italic r:id="rId18"/>
      <p:boldItalic r:id="rId19"/>
    </p:embeddedFont>
    <p:embeddedFont>
      <p:font typeface="Palanquin"/>
      <p:regular r:id="rId20"/>
      <p:bold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alanquin-regular.fntdata"/><Relationship Id="rId22" Type="http://schemas.openxmlformats.org/officeDocument/2006/relationships/font" Target="fonts/OpenSans-regular.fntdata"/><Relationship Id="rId21" Type="http://schemas.openxmlformats.org/officeDocument/2006/relationships/font" Target="fonts/Palanquin-bold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Cambay-bold.fntdata"/><Relationship Id="rId16" Type="http://schemas.openxmlformats.org/officeDocument/2006/relationships/font" Target="fonts/Cambay-regular.fntdata"/><Relationship Id="rId19" Type="http://schemas.openxmlformats.org/officeDocument/2006/relationships/font" Target="fonts/Cambay-boldItalic.fntdata"/><Relationship Id="rId18" Type="http://schemas.openxmlformats.org/officeDocument/2006/relationships/font" Target="fonts/Camb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8" name="Shape 5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9" name="Google Shape;503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0" name="Google Shape;504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7" name="Shape 5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" name="Google Shape;5058;g10f9e629ec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9" name="Google Shape;5059;g10f9e629ec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9" name="Shape 5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" name="Google Shape;5130;g29cf405f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1" name="Google Shape;5131;g29cf405f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5" name="Shape 5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6" name="Google Shape;5136;g111e7c571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7" name="Google Shape;5137;g111e7c571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1" name="Shape 5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" name="Google Shape;5232;g21258269c9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3" name="Google Shape;5233;g21258269c9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7" name="Shape 5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8" name="Google Shape;5698;g21258269c9b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9" name="Google Shape;5699;g21258269c9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6" name="Shape 5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7" name="Google Shape;5717;g29cf405f1a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8" name="Google Shape;5718;g29cf405f1a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20050" y="-16650"/>
            <a:ext cx="1282500" cy="517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0" name="Google Shape;10;p2"/>
          <p:cNvGrpSpPr/>
          <p:nvPr/>
        </p:nvGrpSpPr>
        <p:grpSpPr>
          <a:xfrm>
            <a:off x="-591854" y="91488"/>
            <a:ext cx="10203986" cy="5049208"/>
            <a:chOff x="-591854" y="91488"/>
            <a:chExt cx="10203986" cy="504920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-591854" y="91488"/>
              <a:ext cx="2466379" cy="4968213"/>
              <a:chOff x="-591854" y="91488"/>
              <a:chExt cx="2466379" cy="4968213"/>
            </a:xfrm>
          </p:grpSpPr>
          <p:grpSp>
            <p:nvGrpSpPr>
              <p:cNvPr id="12" name="Google Shape;12;p2"/>
              <p:cNvGrpSpPr/>
              <p:nvPr/>
            </p:nvGrpSpPr>
            <p:grpSpPr>
              <a:xfrm>
                <a:off x="371163" y="91488"/>
                <a:ext cx="1503363" cy="1828800"/>
                <a:chOff x="7491913" y="372038"/>
                <a:chExt cx="1503363" cy="1828800"/>
              </a:xfrm>
            </p:grpSpPr>
            <p:sp>
              <p:nvSpPr>
                <p:cNvPr id="13" name="Google Shape;13;p2"/>
                <p:cNvSpPr/>
                <p:nvPr/>
              </p:nvSpPr>
              <p:spPr>
                <a:xfrm>
                  <a:off x="8117388" y="1383275"/>
                  <a:ext cx="746125" cy="700088"/>
                </a:xfrm>
                <a:custGeom>
                  <a:rect b="b" l="l" r="r" t="t"/>
                  <a:pathLst>
                    <a:path extrusionOk="0" h="186" w="198">
                      <a:moveTo>
                        <a:pt x="12" y="0"/>
                      </a:moveTo>
                      <a:cubicBezTo>
                        <a:pt x="13" y="13"/>
                        <a:pt x="15" y="26"/>
                        <a:pt x="20" y="38"/>
                      </a:cubicBezTo>
                      <a:cubicBezTo>
                        <a:pt x="25" y="50"/>
                        <a:pt x="32" y="61"/>
                        <a:pt x="43" y="67"/>
                      </a:cubicBezTo>
                      <a:cubicBezTo>
                        <a:pt x="54" y="73"/>
                        <a:pt x="68" y="74"/>
                        <a:pt x="81" y="74"/>
                      </a:cubicBezTo>
                      <a:cubicBezTo>
                        <a:pt x="88" y="73"/>
                        <a:pt x="94" y="73"/>
                        <a:pt x="101" y="72"/>
                      </a:cubicBezTo>
                      <a:cubicBezTo>
                        <a:pt x="108" y="72"/>
                        <a:pt x="116" y="72"/>
                        <a:pt x="123" y="74"/>
                      </a:cubicBezTo>
                      <a:cubicBezTo>
                        <a:pt x="127" y="75"/>
                        <a:pt x="130" y="77"/>
                        <a:pt x="133" y="80"/>
                      </a:cubicBezTo>
                      <a:cubicBezTo>
                        <a:pt x="136" y="83"/>
                        <a:pt x="137" y="86"/>
                        <a:pt x="139" y="90"/>
                      </a:cubicBezTo>
                      <a:cubicBezTo>
                        <a:pt x="141" y="97"/>
                        <a:pt x="142" y="104"/>
                        <a:pt x="142" y="111"/>
                      </a:cubicBezTo>
                      <a:cubicBezTo>
                        <a:pt x="143" y="125"/>
                        <a:pt x="142" y="138"/>
                        <a:pt x="142" y="152"/>
                      </a:cubicBezTo>
                      <a:cubicBezTo>
                        <a:pt x="142" y="155"/>
                        <a:pt x="142" y="159"/>
                        <a:pt x="142" y="162"/>
                      </a:cubicBezTo>
                      <a:cubicBezTo>
                        <a:pt x="142" y="166"/>
                        <a:pt x="142" y="169"/>
                        <a:pt x="144" y="172"/>
                      </a:cubicBezTo>
                      <a:cubicBezTo>
                        <a:pt x="144" y="173"/>
                        <a:pt x="144" y="173"/>
                        <a:pt x="145" y="174"/>
                      </a:cubicBezTo>
                      <a:cubicBezTo>
                        <a:pt x="145" y="174"/>
                        <a:pt x="146" y="175"/>
                        <a:pt x="147" y="175"/>
                      </a:cubicBezTo>
                      <a:cubicBezTo>
                        <a:pt x="148" y="176"/>
                        <a:pt x="149" y="177"/>
                        <a:pt x="151" y="178"/>
                      </a:cubicBezTo>
                      <a:cubicBezTo>
                        <a:pt x="154" y="179"/>
                        <a:pt x="157" y="179"/>
                        <a:pt x="160" y="179"/>
                      </a:cubicBezTo>
                      <a:cubicBezTo>
                        <a:pt x="167" y="178"/>
                        <a:pt x="174" y="175"/>
                        <a:pt x="181" y="175"/>
                      </a:cubicBezTo>
                      <a:cubicBezTo>
                        <a:pt x="184" y="175"/>
                        <a:pt x="188" y="177"/>
                        <a:pt x="190" y="178"/>
                      </a:cubicBezTo>
                      <a:cubicBezTo>
                        <a:pt x="193" y="180"/>
                        <a:pt x="196" y="183"/>
                        <a:pt x="198" y="186"/>
                      </a:cubicBezTo>
                      <a:cubicBezTo>
                        <a:pt x="196" y="183"/>
                        <a:pt x="193" y="180"/>
                        <a:pt x="190" y="179"/>
                      </a:cubicBezTo>
                      <a:cubicBezTo>
                        <a:pt x="187" y="177"/>
                        <a:pt x="184" y="176"/>
                        <a:pt x="181" y="176"/>
                      </a:cubicBezTo>
                      <a:cubicBezTo>
                        <a:pt x="174" y="176"/>
                        <a:pt x="167" y="179"/>
                        <a:pt x="161" y="180"/>
                      </a:cubicBezTo>
                      <a:cubicBezTo>
                        <a:pt x="157" y="181"/>
                        <a:pt x="153" y="181"/>
                        <a:pt x="150" y="180"/>
                      </a:cubicBezTo>
                      <a:cubicBezTo>
                        <a:pt x="148" y="179"/>
                        <a:pt x="147" y="178"/>
                        <a:pt x="145" y="177"/>
                      </a:cubicBezTo>
                      <a:cubicBezTo>
                        <a:pt x="145" y="176"/>
                        <a:pt x="144" y="176"/>
                        <a:pt x="143" y="175"/>
                      </a:cubicBezTo>
                      <a:cubicBezTo>
                        <a:pt x="143" y="175"/>
                        <a:pt x="142" y="174"/>
                        <a:pt x="141" y="173"/>
                      </a:cubicBezTo>
                      <a:cubicBezTo>
                        <a:pt x="140" y="169"/>
                        <a:pt x="139" y="166"/>
                        <a:pt x="139" y="162"/>
                      </a:cubicBezTo>
                      <a:cubicBezTo>
                        <a:pt x="139" y="159"/>
                        <a:pt x="139" y="155"/>
                        <a:pt x="139" y="152"/>
                      </a:cubicBezTo>
                      <a:cubicBezTo>
                        <a:pt x="139" y="138"/>
                        <a:pt x="139" y="125"/>
                        <a:pt x="138" y="111"/>
                      </a:cubicBezTo>
                      <a:cubicBezTo>
                        <a:pt x="137" y="104"/>
                        <a:pt x="136" y="98"/>
                        <a:pt x="134" y="92"/>
                      </a:cubicBezTo>
                      <a:cubicBezTo>
                        <a:pt x="132" y="89"/>
                        <a:pt x="131" y="86"/>
                        <a:pt x="129" y="84"/>
                      </a:cubicBezTo>
                      <a:cubicBezTo>
                        <a:pt x="127" y="82"/>
                        <a:pt x="124" y="81"/>
                        <a:pt x="121" y="80"/>
                      </a:cubicBezTo>
                      <a:cubicBezTo>
                        <a:pt x="115" y="78"/>
                        <a:pt x="109" y="79"/>
                        <a:pt x="102" y="79"/>
                      </a:cubicBezTo>
                      <a:cubicBezTo>
                        <a:pt x="95" y="80"/>
                        <a:pt x="88" y="81"/>
                        <a:pt x="81" y="81"/>
                      </a:cubicBezTo>
                      <a:cubicBezTo>
                        <a:pt x="74" y="82"/>
                        <a:pt x="67" y="82"/>
                        <a:pt x="60" y="81"/>
                      </a:cubicBezTo>
                      <a:cubicBezTo>
                        <a:pt x="53" y="81"/>
                        <a:pt x="46" y="79"/>
                        <a:pt x="39" y="75"/>
                      </a:cubicBezTo>
                      <a:cubicBezTo>
                        <a:pt x="32" y="72"/>
                        <a:pt x="26" y="67"/>
                        <a:pt x="21" y="61"/>
                      </a:cubicBezTo>
                      <a:cubicBezTo>
                        <a:pt x="17" y="56"/>
                        <a:pt x="13" y="49"/>
                        <a:pt x="10" y="43"/>
                      </a:cubicBezTo>
                      <a:cubicBezTo>
                        <a:pt x="7" y="36"/>
                        <a:pt x="5" y="29"/>
                        <a:pt x="3" y="22"/>
                      </a:cubicBezTo>
                      <a:cubicBezTo>
                        <a:pt x="2" y="15"/>
                        <a:pt x="0" y="8"/>
                        <a:pt x="0" y="1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8234863" y="1394388"/>
                  <a:ext cx="387350" cy="806450"/>
                </a:xfrm>
                <a:custGeom>
                  <a:rect b="b" l="l" r="r" t="t"/>
                  <a:pathLst>
                    <a:path extrusionOk="0" h="214" w="103">
                      <a:moveTo>
                        <a:pt x="13" y="0"/>
                      </a:moveTo>
                      <a:cubicBezTo>
                        <a:pt x="14" y="9"/>
                        <a:pt x="17" y="18"/>
                        <a:pt x="22" y="26"/>
                      </a:cubicBezTo>
                      <a:cubicBezTo>
                        <a:pt x="27" y="35"/>
                        <a:pt x="34" y="43"/>
                        <a:pt x="40" y="50"/>
                      </a:cubicBezTo>
                      <a:cubicBezTo>
                        <a:pt x="44" y="54"/>
                        <a:pt x="47" y="58"/>
                        <a:pt x="50" y="63"/>
                      </a:cubicBezTo>
                      <a:cubicBezTo>
                        <a:pt x="52" y="65"/>
                        <a:pt x="53" y="67"/>
                        <a:pt x="55" y="69"/>
                      </a:cubicBezTo>
                      <a:cubicBezTo>
                        <a:pt x="56" y="71"/>
                        <a:pt x="58" y="74"/>
                        <a:pt x="59" y="76"/>
                      </a:cubicBezTo>
                      <a:cubicBezTo>
                        <a:pt x="63" y="87"/>
                        <a:pt x="63" y="98"/>
                        <a:pt x="63" y="108"/>
                      </a:cubicBezTo>
                      <a:cubicBezTo>
                        <a:pt x="62" y="119"/>
                        <a:pt x="60" y="129"/>
                        <a:pt x="59" y="139"/>
                      </a:cubicBezTo>
                      <a:cubicBezTo>
                        <a:pt x="59" y="144"/>
                        <a:pt x="59" y="149"/>
                        <a:pt x="59" y="154"/>
                      </a:cubicBezTo>
                      <a:cubicBezTo>
                        <a:pt x="59" y="159"/>
                        <a:pt x="60" y="164"/>
                        <a:pt x="62" y="169"/>
                      </a:cubicBezTo>
                      <a:cubicBezTo>
                        <a:pt x="66" y="178"/>
                        <a:pt x="74" y="185"/>
                        <a:pt x="82" y="192"/>
                      </a:cubicBezTo>
                      <a:cubicBezTo>
                        <a:pt x="86" y="195"/>
                        <a:pt x="90" y="198"/>
                        <a:pt x="93" y="202"/>
                      </a:cubicBezTo>
                      <a:cubicBezTo>
                        <a:pt x="97" y="205"/>
                        <a:pt x="100" y="209"/>
                        <a:pt x="103" y="214"/>
                      </a:cubicBezTo>
                      <a:cubicBezTo>
                        <a:pt x="100" y="209"/>
                        <a:pt x="97" y="206"/>
                        <a:pt x="93" y="202"/>
                      </a:cubicBezTo>
                      <a:cubicBezTo>
                        <a:pt x="89" y="199"/>
                        <a:pt x="85" y="196"/>
                        <a:pt x="81" y="193"/>
                      </a:cubicBezTo>
                      <a:cubicBezTo>
                        <a:pt x="73" y="186"/>
                        <a:pt x="64" y="179"/>
                        <a:pt x="60" y="170"/>
                      </a:cubicBezTo>
                      <a:cubicBezTo>
                        <a:pt x="57" y="165"/>
                        <a:pt x="56" y="160"/>
                        <a:pt x="55" y="155"/>
                      </a:cubicBezTo>
                      <a:cubicBezTo>
                        <a:pt x="55" y="149"/>
                        <a:pt x="55" y="144"/>
                        <a:pt x="55" y="139"/>
                      </a:cubicBezTo>
                      <a:cubicBezTo>
                        <a:pt x="55" y="128"/>
                        <a:pt x="56" y="118"/>
                        <a:pt x="56" y="108"/>
                      </a:cubicBezTo>
                      <a:cubicBezTo>
                        <a:pt x="56" y="98"/>
                        <a:pt x="56" y="88"/>
                        <a:pt x="52" y="80"/>
                      </a:cubicBezTo>
                      <a:cubicBezTo>
                        <a:pt x="51" y="77"/>
                        <a:pt x="50" y="76"/>
                        <a:pt x="48" y="74"/>
                      </a:cubicBezTo>
                      <a:cubicBezTo>
                        <a:pt x="47" y="72"/>
                        <a:pt x="45" y="70"/>
                        <a:pt x="43" y="68"/>
                      </a:cubicBezTo>
                      <a:cubicBezTo>
                        <a:pt x="40" y="64"/>
                        <a:pt x="37" y="60"/>
                        <a:pt x="33" y="57"/>
                      </a:cubicBezTo>
                      <a:cubicBezTo>
                        <a:pt x="26" y="49"/>
                        <a:pt x="19" y="41"/>
                        <a:pt x="13" y="32"/>
                      </a:cubicBezTo>
                      <a:cubicBezTo>
                        <a:pt x="7" y="23"/>
                        <a:pt x="3" y="13"/>
                        <a:pt x="0" y="2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" name="Google Shape;15;p2"/>
                <p:cNvSpPr/>
                <p:nvPr/>
              </p:nvSpPr>
              <p:spPr>
                <a:xfrm>
                  <a:off x="8292013" y="1295963"/>
                  <a:ext cx="703263" cy="709613"/>
                </a:xfrm>
                <a:custGeom>
                  <a:rect b="b" l="l" r="r" t="t"/>
                  <a:pathLst>
                    <a:path extrusionOk="0" h="188" w="187">
                      <a:moveTo>
                        <a:pt x="10" y="0"/>
                      </a:moveTo>
                      <a:cubicBezTo>
                        <a:pt x="14" y="7"/>
                        <a:pt x="15" y="13"/>
                        <a:pt x="17" y="19"/>
                      </a:cubicBezTo>
                      <a:cubicBezTo>
                        <a:pt x="19" y="25"/>
                        <a:pt x="21" y="30"/>
                        <a:pt x="24" y="35"/>
                      </a:cubicBezTo>
                      <a:cubicBezTo>
                        <a:pt x="27" y="41"/>
                        <a:pt x="30" y="46"/>
                        <a:pt x="34" y="50"/>
                      </a:cubicBezTo>
                      <a:cubicBezTo>
                        <a:pt x="36" y="52"/>
                        <a:pt x="38" y="53"/>
                        <a:pt x="40" y="55"/>
                      </a:cubicBezTo>
                      <a:cubicBezTo>
                        <a:pt x="42" y="56"/>
                        <a:pt x="45" y="57"/>
                        <a:pt x="48" y="58"/>
                      </a:cubicBezTo>
                      <a:cubicBezTo>
                        <a:pt x="59" y="62"/>
                        <a:pt x="71" y="62"/>
                        <a:pt x="84" y="63"/>
                      </a:cubicBezTo>
                      <a:cubicBezTo>
                        <a:pt x="90" y="63"/>
                        <a:pt x="96" y="64"/>
                        <a:pt x="103" y="65"/>
                      </a:cubicBezTo>
                      <a:cubicBezTo>
                        <a:pt x="106" y="65"/>
                        <a:pt x="109" y="66"/>
                        <a:pt x="112" y="67"/>
                      </a:cubicBezTo>
                      <a:cubicBezTo>
                        <a:pt x="116" y="68"/>
                        <a:pt x="119" y="70"/>
                        <a:pt x="121" y="73"/>
                      </a:cubicBezTo>
                      <a:cubicBezTo>
                        <a:pt x="123" y="76"/>
                        <a:pt x="125" y="79"/>
                        <a:pt x="127" y="82"/>
                      </a:cubicBezTo>
                      <a:cubicBezTo>
                        <a:pt x="128" y="85"/>
                        <a:pt x="129" y="88"/>
                        <a:pt x="130" y="91"/>
                      </a:cubicBezTo>
                      <a:cubicBezTo>
                        <a:pt x="132" y="97"/>
                        <a:pt x="133" y="104"/>
                        <a:pt x="134" y="110"/>
                      </a:cubicBezTo>
                      <a:cubicBezTo>
                        <a:pt x="135" y="113"/>
                        <a:pt x="136" y="116"/>
                        <a:pt x="137" y="118"/>
                      </a:cubicBezTo>
                      <a:cubicBezTo>
                        <a:pt x="138" y="121"/>
                        <a:pt x="139" y="124"/>
                        <a:pt x="140" y="127"/>
                      </a:cubicBezTo>
                      <a:cubicBezTo>
                        <a:pt x="141" y="129"/>
                        <a:pt x="143" y="131"/>
                        <a:pt x="146" y="132"/>
                      </a:cubicBezTo>
                      <a:cubicBezTo>
                        <a:pt x="148" y="134"/>
                        <a:pt x="151" y="134"/>
                        <a:pt x="154" y="134"/>
                      </a:cubicBezTo>
                      <a:cubicBezTo>
                        <a:pt x="161" y="135"/>
                        <a:pt x="167" y="135"/>
                        <a:pt x="173" y="138"/>
                      </a:cubicBezTo>
                      <a:cubicBezTo>
                        <a:pt x="175" y="138"/>
                        <a:pt x="176" y="139"/>
                        <a:pt x="177" y="140"/>
                      </a:cubicBezTo>
                      <a:cubicBezTo>
                        <a:pt x="179" y="141"/>
                        <a:pt x="180" y="142"/>
                        <a:pt x="181" y="143"/>
                      </a:cubicBezTo>
                      <a:cubicBezTo>
                        <a:pt x="183" y="144"/>
                        <a:pt x="184" y="146"/>
                        <a:pt x="184" y="148"/>
                      </a:cubicBezTo>
                      <a:cubicBezTo>
                        <a:pt x="184" y="149"/>
                        <a:pt x="184" y="151"/>
                        <a:pt x="184" y="152"/>
                      </a:cubicBezTo>
                      <a:cubicBezTo>
                        <a:pt x="183" y="159"/>
                        <a:pt x="181" y="165"/>
                        <a:pt x="181" y="171"/>
                      </a:cubicBezTo>
                      <a:cubicBezTo>
                        <a:pt x="182" y="177"/>
                        <a:pt x="184" y="183"/>
                        <a:pt x="187" y="188"/>
                      </a:cubicBezTo>
                      <a:cubicBezTo>
                        <a:pt x="184" y="183"/>
                        <a:pt x="181" y="177"/>
                        <a:pt x="181" y="171"/>
                      </a:cubicBezTo>
                      <a:cubicBezTo>
                        <a:pt x="180" y="165"/>
                        <a:pt x="181" y="158"/>
                        <a:pt x="182" y="152"/>
                      </a:cubicBezTo>
                      <a:cubicBezTo>
                        <a:pt x="183" y="149"/>
                        <a:pt x="182" y="146"/>
                        <a:pt x="180" y="144"/>
                      </a:cubicBezTo>
                      <a:cubicBezTo>
                        <a:pt x="179" y="144"/>
                        <a:pt x="178" y="143"/>
                        <a:pt x="176" y="142"/>
                      </a:cubicBezTo>
                      <a:cubicBezTo>
                        <a:pt x="175" y="141"/>
                        <a:pt x="174" y="140"/>
                        <a:pt x="172" y="140"/>
                      </a:cubicBezTo>
                      <a:cubicBezTo>
                        <a:pt x="167" y="138"/>
                        <a:pt x="161" y="138"/>
                        <a:pt x="154" y="137"/>
                      </a:cubicBezTo>
                      <a:cubicBezTo>
                        <a:pt x="151" y="137"/>
                        <a:pt x="148" y="137"/>
                        <a:pt x="144" y="136"/>
                      </a:cubicBezTo>
                      <a:cubicBezTo>
                        <a:pt x="141" y="134"/>
                        <a:pt x="139" y="132"/>
                        <a:pt x="137" y="129"/>
                      </a:cubicBezTo>
                      <a:cubicBezTo>
                        <a:pt x="135" y="126"/>
                        <a:pt x="134" y="123"/>
                        <a:pt x="133" y="120"/>
                      </a:cubicBezTo>
                      <a:cubicBezTo>
                        <a:pt x="132" y="117"/>
                        <a:pt x="131" y="114"/>
                        <a:pt x="130" y="111"/>
                      </a:cubicBezTo>
                      <a:cubicBezTo>
                        <a:pt x="128" y="105"/>
                        <a:pt x="127" y="98"/>
                        <a:pt x="125" y="93"/>
                      </a:cubicBezTo>
                      <a:cubicBezTo>
                        <a:pt x="123" y="87"/>
                        <a:pt x="120" y="82"/>
                        <a:pt x="117" y="77"/>
                      </a:cubicBezTo>
                      <a:cubicBezTo>
                        <a:pt x="113" y="74"/>
                        <a:pt x="108" y="72"/>
                        <a:pt x="102" y="71"/>
                      </a:cubicBezTo>
                      <a:cubicBezTo>
                        <a:pt x="96" y="71"/>
                        <a:pt x="90" y="71"/>
                        <a:pt x="83" y="71"/>
                      </a:cubicBezTo>
                      <a:cubicBezTo>
                        <a:pt x="71" y="70"/>
                        <a:pt x="58" y="71"/>
                        <a:pt x="45" y="67"/>
                      </a:cubicBezTo>
                      <a:cubicBezTo>
                        <a:pt x="42" y="66"/>
                        <a:pt x="38" y="65"/>
                        <a:pt x="35" y="63"/>
                      </a:cubicBezTo>
                      <a:cubicBezTo>
                        <a:pt x="32" y="61"/>
                        <a:pt x="29" y="59"/>
                        <a:pt x="27" y="57"/>
                      </a:cubicBezTo>
                      <a:cubicBezTo>
                        <a:pt x="22" y="52"/>
                        <a:pt x="18" y="46"/>
                        <a:pt x="15" y="41"/>
                      </a:cubicBezTo>
                      <a:cubicBezTo>
                        <a:pt x="11" y="35"/>
                        <a:pt x="9" y="29"/>
                        <a:pt x="7" y="23"/>
                      </a:cubicBezTo>
                      <a:cubicBezTo>
                        <a:pt x="4" y="17"/>
                        <a:pt x="2" y="11"/>
                        <a:pt x="0" y="7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" name="Google Shape;16;p2"/>
                <p:cNvSpPr/>
                <p:nvPr/>
              </p:nvSpPr>
              <p:spPr>
                <a:xfrm>
                  <a:off x="8117388" y="1383275"/>
                  <a:ext cx="109537" cy="222250"/>
                </a:xfrm>
                <a:custGeom>
                  <a:rect b="b" l="l" r="r" t="t"/>
                  <a:pathLst>
                    <a:path extrusionOk="0" h="59" w="29">
                      <a:moveTo>
                        <a:pt x="20" y="38"/>
                      </a:moveTo>
                      <a:cubicBezTo>
                        <a:pt x="15" y="26"/>
                        <a:pt x="13" y="13"/>
                        <a:pt x="1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8"/>
                        <a:pt x="2" y="15"/>
                        <a:pt x="3" y="22"/>
                      </a:cubicBezTo>
                      <a:cubicBezTo>
                        <a:pt x="5" y="29"/>
                        <a:pt x="7" y="36"/>
                        <a:pt x="10" y="43"/>
                      </a:cubicBezTo>
                      <a:cubicBezTo>
                        <a:pt x="13" y="48"/>
                        <a:pt x="16" y="54"/>
                        <a:pt x="19" y="59"/>
                      </a:cubicBezTo>
                      <a:cubicBezTo>
                        <a:pt x="23" y="58"/>
                        <a:pt x="26" y="57"/>
                        <a:pt x="29" y="55"/>
                      </a:cubicBezTo>
                      <a:cubicBezTo>
                        <a:pt x="26" y="50"/>
                        <a:pt x="22" y="44"/>
                        <a:pt x="20" y="3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8234863" y="1394388"/>
                  <a:ext cx="98425" cy="146050"/>
                </a:xfrm>
                <a:custGeom>
                  <a:rect b="b" l="l" r="r" t="t"/>
                  <a:pathLst>
                    <a:path extrusionOk="0" h="39" w="26">
                      <a:moveTo>
                        <a:pt x="13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3"/>
                        <a:pt x="7" y="23"/>
                        <a:pt x="13" y="32"/>
                      </a:cubicBezTo>
                      <a:cubicBezTo>
                        <a:pt x="15" y="35"/>
                        <a:pt x="16" y="37"/>
                        <a:pt x="18" y="39"/>
                      </a:cubicBezTo>
                      <a:cubicBezTo>
                        <a:pt x="21" y="37"/>
                        <a:pt x="23" y="34"/>
                        <a:pt x="26" y="32"/>
                      </a:cubicBezTo>
                      <a:cubicBezTo>
                        <a:pt x="25" y="30"/>
                        <a:pt x="23" y="28"/>
                        <a:pt x="22" y="26"/>
                      </a:cubicBezTo>
                      <a:cubicBezTo>
                        <a:pt x="17" y="18"/>
                        <a:pt x="14" y="9"/>
                        <a:pt x="13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" name="Google Shape;18;p2"/>
                <p:cNvSpPr/>
                <p:nvPr/>
              </p:nvSpPr>
              <p:spPr>
                <a:xfrm>
                  <a:off x="8292013" y="1295963"/>
                  <a:ext cx="96838" cy="180975"/>
                </a:xfrm>
                <a:custGeom>
                  <a:rect b="b" l="l" r="r" t="t"/>
                  <a:pathLst>
                    <a:path extrusionOk="0" h="48" w="26">
                      <a:moveTo>
                        <a:pt x="24" y="35"/>
                      </a:moveTo>
                      <a:cubicBezTo>
                        <a:pt x="21" y="30"/>
                        <a:pt x="19" y="25"/>
                        <a:pt x="17" y="19"/>
                      </a:cubicBezTo>
                      <a:cubicBezTo>
                        <a:pt x="15" y="13"/>
                        <a:pt x="14" y="7"/>
                        <a:pt x="10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1"/>
                        <a:pt x="4" y="17"/>
                        <a:pt x="7" y="23"/>
                      </a:cubicBezTo>
                      <a:cubicBezTo>
                        <a:pt x="9" y="29"/>
                        <a:pt x="11" y="35"/>
                        <a:pt x="15" y="41"/>
                      </a:cubicBezTo>
                      <a:cubicBezTo>
                        <a:pt x="16" y="43"/>
                        <a:pt x="17" y="46"/>
                        <a:pt x="19" y="48"/>
                      </a:cubicBezTo>
                      <a:cubicBezTo>
                        <a:pt x="21" y="45"/>
                        <a:pt x="24" y="42"/>
                        <a:pt x="26" y="38"/>
                      </a:cubicBezTo>
                      <a:cubicBezTo>
                        <a:pt x="25" y="37"/>
                        <a:pt x="25" y="36"/>
                        <a:pt x="24" y="3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" name="Google Shape;19;p2"/>
                <p:cNvSpPr/>
                <p:nvPr/>
              </p:nvSpPr>
              <p:spPr>
                <a:xfrm>
                  <a:off x="7801475" y="432363"/>
                  <a:ext cx="82550" cy="169863"/>
                </a:xfrm>
                <a:custGeom>
                  <a:rect b="b" l="l" r="r" t="t"/>
                  <a:pathLst>
                    <a:path extrusionOk="0" h="107" w="52">
                      <a:moveTo>
                        <a:pt x="28" y="107"/>
                      </a:moveTo>
                      <a:lnTo>
                        <a:pt x="0" y="0"/>
                      </a:lnTo>
                      <a:lnTo>
                        <a:pt x="52" y="100"/>
                      </a:lnTo>
                      <a:lnTo>
                        <a:pt x="28" y="1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7598275" y="481575"/>
                  <a:ext cx="203200" cy="192088"/>
                </a:xfrm>
                <a:custGeom>
                  <a:rect b="b" l="l" r="r" t="t"/>
                  <a:pathLst>
                    <a:path extrusionOk="0" h="121" w="128">
                      <a:moveTo>
                        <a:pt x="128" y="97"/>
                      </a:moveTo>
                      <a:lnTo>
                        <a:pt x="0" y="0"/>
                      </a:lnTo>
                      <a:lnTo>
                        <a:pt x="116" y="121"/>
                      </a:lnTo>
                      <a:lnTo>
                        <a:pt x="128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7620500" y="708588"/>
                  <a:ext cx="123825" cy="52388"/>
                </a:xfrm>
                <a:custGeom>
                  <a:rect b="b" l="l" r="r" t="t"/>
                  <a:pathLst>
                    <a:path extrusionOk="0" h="33" w="78">
                      <a:moveTo>
                        <a:pt x="78" y="11"/>
                      </a:moveTo>
                      <a:lnTo>
                        <a:pt x="0" y="0"/>
                      </a:lnTo>
                      <a:lnTo>
                        <a:pt x="78" y="33"/>
                      </a:lnTo>
                      <a:lnTo>
                        <a:pt x="78" y="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7491913" y="835588"/>
                  <a:ext cx="265113" cy="65088"/>
                </a:xfrm>
                <a:custGeom>
                  <a:rect b="b" l="l" r="r" t="t"/>
                  <a:pathLst>
                    <a:path extrusionOk="0" h="41" w="167">
                      <a:moveTo>
                        <a:pt x="159" y="0"/>
                      </a:moveTo>
                      <a:lnTo>
                        <a:pt x="0" y="41"/>
                      </a:lnTo>
                      <a:lnTo>
                        <a:pt x="167" y="26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7944350" y="372038"/>
                  <a:ext cx="38100" cy="207963"/>
                </a:xfrm>
                <a:custGeom>
                  <a:rect b="b" l="l" r="r" t="t"/>
                  <a:pathLst>
                    <a:path extrusionOk="0" h="131" w="24">
                      <a:moveTo>
                        <a:pt x="0" y="128"/>
                      </a:moveTo>
                      <a:lnTo>
                        <a:pt x="22" y="0"/>
                      </a:lnTo>
                      <a:lnTo>
                        <a:pt x="24" y="131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8057063" y="511738"/>
                  <a:ext cx="169863" cy="196850"/>
                </a:xfrm>
                <a:custGeom>
                  <a:rect b="b" l="l" r="r" t="t"/>
                  <a:pathLst>
                    <a:path extrusionOk="0" h="124" w="107">
                      <a:moveTo>
                        <a:pt x="0" y="97"/>
                      </a:moveTo>
                      <a:lnTo>
                        <a:pt x="107" y="0"/>
                      </a:lnTo>
                      <a:lnTo>
                        <a:pt x="7" y="124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012613" y="541900"/>
                  <a:ext cx="63500" cy="79375"/>
                </a:xfrm>
                <a:custGeom>
                  <a:rect b="b" l="l" r="r" t="t"/>
                  <a:pathLst>
                    <a:path extrusionOk="0" h="50" w="40">
                      <a:moveTo>
                        <a:pt x="0" y="38"/>
                      </a:moveTo>
                      <a:lnTo>
                        <a:pt x="40" y="0"/>
                      </a:lnTo>
                      <a:lnTo>
                        <a:pt x="12" y="5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7880850" y="527613"/>
                  <a:ext cx="33338" cy="52388"/>
                </a:xfrm>
                <a:custGeom>
                  <a:rect b="b" l="l" r="r" t="t"/>
                  <a:pathLst>
                    <a:path extrusionOk="0" h="33" w="21">
                      <a:moveTo>
                        <a:pt x="7" y="33"/>
                      </a:moveTo>
                      <a:lnTo>
                        <a:pt x="0" y="0"/>
                      </a:lnTo>
                      <a:lnTo>
                        <a:pt x="21" y="33"/>
                      </a:lnTo>
                      <a:lnTo>
                        <a:pt x="7" y="3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8095163" y="695888"/>
                  <a:ext cx="222250" cy="114300"/>
                </a:xfrm>
                <a:custGeom>
                  <a:rect b="b" l="l" r="r" t="t"/>
                  <a:pathLst>
                    <a:path extrusionOk="0" h="72" w="140">
                      <a:moveTo>
                        <a:pt x="0" y="48"/>
                      </a:moveTo>
                      <a:lnTo>
                        <a:pt x="140" y="0"/>
                      </a:lnTo>
                      <a:lnTo>
                        <a:pt x="14" y="72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8095163" y="651438"/>
                  <a:ext cx="117475" cy="87313"/>
                </a:xfrm>
                <a:custGeom>
                  <a:rect b="b" l="l" r="r" t="t"/>
                  <a:pathLst>
                    <a:path extrusionOk="0" h="55" w="74">
                      <a:moveTo>
                        <a:pt x="0" y="40"/>
                      </a:moveTo>
                      <a:lnTo>
                        <a:pt x="74" y="0"/>
                      </a:lnTo>
                      <a:lnTo>
                        <a:pt x="5" y="55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7688763" y="903850"/>
                  <a:ext cx="90488" cy="41275"/>
                </a:xfrm>
                <a:custGeom>
                  <a:rect b="b" l="l" r="r" t="t"/>
                  <a:pathLst>
                    <a:path extrusionOk="0" h="26" w="57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7" y="21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7582400" y="1076888"/>
                  <a:ext cx="260350" cy="174625"/>
                </a:xfrm>
                <a:custGeom>
                  <a:rect b="b" l="l" r="r" t="t"/>
                  <a:pathLst>
                    <a:path extrusionOk="0" h="110" w="164">
                      <a:moveTo>
                        <a:pt x="152" y="0"/>
                      </a:moveTo>
                      <a:lnTo>
                        <a:pt x="0" y="110"/>
                      </a:lnTo>
                      <a:lnTo>
                        <a:pt x="164" y="36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7620500" y="986400"/>
                  <a:ext cx="180975" cy="84138"/>
                </a:xfrm>
                <a:custGeom>
                  <a:rect b="b" l="l" r="r" t="t"/>
                  <a:pathLst>
                    <a:path extrusionOk="0" h="53" w="114">
                      <a:moveTo>
                        <a:pt x="114" y="19"/>
                      </a:moveTo>
                      <a:lnTo>
                        <a:pt x="0" y="53"/>
                      </a:lnTo>
                      <a:lnTo>
                        <a:pt x="112" y="0"/>
                      </a:lnTo>
                      <a:lnTo>
                        <a:pt x="114" y="1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8155488" y="829238"/>
                  <a:ext cx="98425" cy="90488"/>
                </a:xfrm>
                <a:custGeom>
                  <a:rect b="b" l="l" r="r" t="t"/>
                  <a:pathLst>
                    <a:path extrusionOk="0" h="57" w="62">
                      <a:moveTo>
                        <a:pt x="0" y="42"/>
                      </a:moveTo>
                      <a:lnTo>
                        <a:pt x="62" y="0"/>
                      </a:lnTo>
                      <a:lnTo>
                        <a:pt x="10" y="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8193588" y="862575"/>
                  <a:ext cx="236538" cy="161925"/>
                </a:xfrm>
                <a:custGeom>
                  <a:rect b="b" l="l" r="r" t="t"/>
                  <a:pathLst>
                    <a:path extrusionOk="0" h="102" w="149">
                      <a:moveTo>
                        <a:pt x="0" y="71"/>
                      </a:moveTo>
                      <a:lnTo>
                        <a:pt x="149" y="0"/>
                      </a:lnTo>
                      <a:lnTo>
                        <a:pt x="21" y="102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>
                  <a:off x="7793538" y="1183250"/>
                  <a:ext cx="98425" cy="38100"/>
                </a:xfrm>
                <a:custGeom>
                  <a:rect b="b" l="l" r="r" t="t"/>
                  <a:pathLst>
                    <a:path extrusionOk="0" h="24" w="62">
                      <a:moveTo>
                        <a:pt x="52" y="0"/>
                      </a:moveTo>
                      <a:lnTo>
                        <a:pt x="0" y="21"/>
                      </a:lnTo>
                      <a:lnTo>
                        <a:pt x="62" y="24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7815763" y="1311838"/>
                  <a:ext cx="155575" cy="211138"/>
                </a:xfrm>
                <a:custGeom>
                  <a:rect b="b" l="l" r="r" t="t"/>
                  <a:pathLst>
                    <a:path extrusionOk="0" h="133" w="98">
                      <a:moveTo>
                        <a:pt x="86" y="0"/>
                      </a:moveTo>
                      <a:lnTo>
                        <a:pt x="0" y="133"/>
                      </a:lnTo>
                      <a:lnTo>
                        <a:pt x="98" y="21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8284075" y="1032438"/>
                  <a:ext cx="233363" cy="109538"/>
                </a:xfrm>
                <a:custGeom>
                  <a:rect b="b" l="l" r="r" t="t"/>
                  <a:pathLst>
                    <a:path extrusionOk="0" h="69" w="147">
                      <a:moveTo>
                        <a:pt x="0" y="45"/>
                      </a:moveTo>
                      <a:lnTo>
                        <a:pt x="147" y="0"/>
                      </a:lnTo>
                      <a:lnTo>
                        <a:pt x="16" y="69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8347575" y="1213413"/>
                  <a:ext cx="161925" cy="52388"/>
                </a:xfrm>
                <a:custGeom>
                  <a:rect b="b" l="l" r="r" t="t"/>
                  <a:pathLst>
                    <a:path extrusionOk="0" h="33" w="102">
                      <a:moveTo>
                        <a:pt x="0" y="24"/>
                      </a:moveTo>
                      <a:lnTo>
                        <a:pt x="102" y="33"/>
                      </a:lnTo>
                      <a:lnTo>
                        <a:pt x="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>
                  <a:off x="8257088" y="1021325"/>
                  <a:ext cx="82550" cy="66675"/>
                </a:xfrm>
                <a:custGeom>
                  <a:rect b="b" l="l" r="r" t="t"/>
                  <a:pathLst>
                    <a:path extrusionOk="0" h="42" w="52">
                      <a:moveTo>
                        <a:pt x="0" y="31"/>
                      </a:moveTo>
                      <a:lnTo>
                        <a:pt x="52" y="0"/>
                      </a:lnTo>
                      <a:lnTo>
                        <a:pt x="12" y="4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" name="Google Shape;39;p2"/>
                <p:cNvSpPr/>
                <p:nvPr/>
              </p:nvSpPr>
              <p:spPr>
                <a:xfrm>
                  <a:off x="7845925" y="1273738"/>
                  <a:ext cx="98425" cy="71438"/>
                </a:xfrm>
                <a:custGeom>
                  <a:rect b="b" l="l" r="r" t="t"/>
                  <a:pathLst>
                    <a:path extrusionOk="0" h="45" w="62">
                      <a:moveTo>
                        <a:pt x="57" y="0"/>
                      </a:moveTo>
                      <a:lnTo>
                        <a:pt x="0" y="45"/>
                      </a:lnTo>
                      <a:lnTo>
                        <a:pt x="62" y="14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" name="Google Shape;40;p2"/>
                <p:cNvSpPr/>
                <p:nvPr/>
              </p:nvSpPr>
              <p:spPr>
                <a:xfrm>
                  <a:off x="7922125" y="1386450"/>
                  <a:ext cx="131763" cy="192088"/>
                </a:xfrm>
                <a:custGeom>
                  <a:rect b="b" l="l" r="r" t="t"/>
                  <a:pathLst>
                    <a:path extrusionOk="0" h="121" w="83">
                      <a:moveTo>
                        <a:pt x="62" y="0"/>
                      </a:moveTo>
                      <a:lnTo>
                        <a:pt x="0" y="121"/>
                      </a:lnTo>
                      <a:lnTo>
                        <a:pt x="83" y="1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" name="Google Shape;41;p2"/>
                <p:cNvSpPr/>
                <p:nvPr/>
              </p:nvSpPr>
              <p:spPr>
                <a:xfrm>
                  <a:off x="8065000" y="1432488"/>
                  <a:ext cx="38100" cy="66675"/>
                </a:xfrm>
                <a:custGeom>
                  <a:rect b="b" l="l" r="r" t="t"/>
                  <a:pathLst>
                    <a:path extrusionOk="0" h="42" w="24">
                      <a:moveTo>
                        <a:pt x="12" y="0"/>
                      </a:moveTo>
                      <a:lnTo>
                        <a:pt x="0" y="42"/>
                      </a:lnTo>
                      <a:lnTo>
                        <a:pt x="24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" name="Google Shape;42;p2"/>
                <p:cNvSpPr/>
                <p:nvPr/>
              </p:nvSpPr>
              <p:spPr>
                <a:xfrm>
                  <a:off x="8325350" y="1081650"/>
                  <a:ext cx="260350" cy="96838"/>
                </a:xfrm>
                <a:custGeom>
                  <a:rect b="b" l="l" r="r" t="t"/>
                  <a:pathLst>
                    <a:path extrusionOk="0" h="61" w="164">
                      <a:moveTo>
                        <a:pt x="0" y="47"/>
                      </a:moveTo>
                      <a:lnTo>
                        <a:pt x="164" y="0"/>
                      </a:lnTo>
                      <a:lnTo>
                        <a:pt x="5" y="61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" name="Google Shape;43;p2"/>
                <p:cNvSpPr/>
                <p:nvPr/>
              </p:nvSpPr>
              <p:spPr>
                <a:xfrm>
                  <a:off x="7831638" y="538725"/>
                  <a:ext cx="52388" cy="63500"/>
                </a:xfrm>
                <a:custGeom>
                  <a:rect b="b" l="l" r="r" t="t"/>
                  <a:pathLst>
                    <a:path extrusionOk="0" h="17" w="14">
                      <a:moveTo>
                        <a:pt x="14" y="1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4" y="17"/>
                        <a:pt x="4" y="17"/>
                        <a:pt x="4" y="17"/>
                      </a:cubicBezTo>
                      <a:lnTo>
                        <a:pt x="1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" name="Google Shape;44;p2"/>
                <p:cNvSpPr/>
                <p:nvPr/>
              </p:nvSpPr>
              <p:spPr>
                <a:xfrm>
                  <a:off x="7741150" y="605400"/>
                  <a:ext cx="60325" cy="68262"/>
                </a:xfrm>
                <a:custGeom>
                  <a:rect b="b" l="l" r="r" t="t"/>
                  <a:pathLst>
                    <a:path extrusionOk="0" h="18" w="16">
                      <a:moveTo>
                        <a:pt x="16" y="8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2"/>
                        <a:pt x="2" y="5"/>
                        <a:pt x="0" y="7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lnTo>
                        <a:pt x="16" y="8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>
                  <a:off x="7696700" y="719700"/>
                  <a:ext cx="47625" cy="41275"/>
                </a:xfrm>
                <a:custGeom>
                  <a:rect b="b" l="l" r="r" t="t"/>
                  <a:pathLst>
                    <a:path extrusionOk="0" h="11" w="13">
                      <a:moveTo>
                        <a:pt x="13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>
                  <a:off x="7696700" y="835588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3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1" y="9"/>
                        <a:pt x="2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>
                  <a:off x="7944350" y="522850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0" y="15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14"/>
                        <a:pt x="0" y="14"/>
                        <a:pt x="0" y="14"/>
                      </a:cubicBezTo>
                      <a:lnTo>
                        <a:pt x="10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>
                  <a:off x="8057063" y="624450"/>
                  <a:ext cx="60325" cy="84138"/>
                </a:xfrm>
                <a:custGeom>
                  <a:rect b="b" l="l" r="r" t="t"/>
                  <a:pathLst>
                    <a:path extrusionOk="0" h="22" w="16">
                      <a:moveTo>
                        <a:pt x="3" y="22"/>
                      </a:move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4" y="4"/>
                        <a:pt x="13" y="2"/>
                        <a:pt x="12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lnTo>
                        <a:pt x="3" y="2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>
                  <a:off x="8012613" y="564125"/>
                  <a:ext cx="49213" cy="57150"/>
                </a:xfrm>
                <a:custGeom>
                  <a:rect b="b" l="l" r="r" t="t"/>
                  <a:pathLst>
                    <a:path extrusionOk="0" h="15" w="13">
                      <a:moveTo>
                        <a:pt x="5" y="15"/>
                      </a:move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0" y="10"/>
                        <a:pt x="0" y="10"/>
                        <a:pt x="0" y="10"/>
                      </a:cubicBezTo>
                      <a:lnTo>
                        <a:pt x="5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>
                  <a:off x="7880850" y="530788"/>
                  <a:ext cx="33338" cy="49213"/>
                </a:xfrm>
                <a:custGeom>
                  <a:rect b="b" l="l" r="r" t="t"/>
                  <a:pathLst>
                    <a:path extrusionOk="0" h="31" w="21">
                      <a:moveTo>
                        <a:pt x="21" y="31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31"/>
                      </a:lnTo>
                      <a:lnTo>
                        <a:pt x="21" y="31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>
                  <a:off x="8095163" y="753038"/>
                  <a:ext cx="71437" cy="57150"/>
                </a:xfrm>
                <a:custGeom>
                  <a:rect b="b" l="l" r="r" t="t"/>
                  <a:pathLst>
                    <a:path extrusionOk="0" h="15" w="19">
                      <a:moveTo>
                        <a:pt x="6" y="15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6"/>
                        <a:pt x="18" y="4"/>
                        <a:pt x="17" y="2"/>
                      </a:cubicBezTo>
                      <a:cubicBezTo>
                        <a:pt x="17" y="1"/>
                        <a:pt x="16" y="1"/>
                        <a:pt x="16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lnTo>
                        <a:pt x="6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" name="Google Shape;52;p2"/>
                <p:cNvSpPr/>
                <p:nvPr/>
              </p:nvSpPr>
              <p:spPr>
                <a:xfrm>
                  <a:off x="8095163" y="692713"/>
                  <a:ext cx="46037" cy="46037"/>
                </a:xfrm>
                <a:custGeom>
                  <a:rect b="b" l="l" r="r" t="t"/>
                  <a:pathLst>
                    <a:path extrusionOk="0" h="12" w="12">
                      <a:moveTo>
                        <a:pt x="2" y="12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3"/>
                        <a:pt x="11" y="2"/>
                        <a:pt x="1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>
                  <a:off x="7714163" y="903850"/>
                  <a:ext cx="65088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9"/>
                        <a:pt x="1" y="10"/>
                      </a:cubicBezTo>
                      <a:cubicBezTo>
                        <a:pt x="17" y="9"/>
                        <a:pt x="17" y="9"/>
                        <a:pt x="17" y="9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" name="Google Shape;54;p2"/>
                <p:cNvSpPr/>
                <p:nvPr/>
              </p:nvSpPr>
              <p:spPr>
                <a:xfrm>
                  <a:off x="7782425" y="1076888"/>
                  <a:ext cx="60325" cy="76200"/>
                </a:xfrm>
                <a:custGeom>
                  <a:rect b="b" l="l" r="r" t="t"/>
                  <a:pathLst>
                    <a:path extrusionOk="0" h="20" w="16">
                      <a:moveTo>
                        <a:pt x="11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2"/>
                        <a:pt x="3" y="16"/>
                        <a:pt x="5" y="20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" name="Google Shape;55;p2"/>
                <p:cNvSpPr/>
                <p:nvPr/>
              </p:nvSpPr>
              <p:spPr>
                <a:xfrm>
                  <a:off x="7741150" y="986400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5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8"/>
                        <a:pt x="1" y="9"/>
                        <a:pt x="2" y="10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6" y="8"/>
                        <a:pt x="16" y="8"/>
                        <a:pt x="16" y="8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" name="Google Shape;56;p2"/>
                <p:cNvSpPr/>
                <p:nvPr/>
              </p:nvSpPr>
              <p:spPr>
                <a:xfrm>
                  <a:off x="8155488" y="865750"/>
                  <a:ext cx="52388" cy="53975"/>
                </a:xfrm>
                <a:custGeom>
                  <a:rect b="b" l="l" r="r" t="t"/>
                  <a:pathLst>
                    <a:path extrusionOk="0" h="14" w="14">
                      <a:moveTo>
                        <a:pt x="4" y="14"/>
                      </a:move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3" y="1"/>
                        <a:pt x="12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" name="Google Shape;57;p2"/>
                <p:cNvSpPr/>
                <p:nvPr/>
              </p:nvSpPr>
              <p:spPr>
                <a:xfrm>
                  <a:off x="8193588" y="953063"/>
                  <a:ext cx="74613" cy="71437"/>
                </a:xfrm>
                <a:custGeom>
                  <a:rect b="b" l="l" r="r" t="t"/>
                  <a:pathLst>
                    <a:path extrusionOk="0" h="19" w="20">
                      <a:moveTo>
                        <a:pt x="9" y="19"/>
                      </a:move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8" y="7"/>
                        <a:pt x="16" y="3"/>
                        <a:pt x="14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" name="Google Shape;58;p2"/>
                <p:cNvSpPr/>
                <p:nvPr/>
              </p:nvSpPr>
              <p:spPr>
                <a:xfrm>
                  <a:off x="7828463" y="1183250"/>
                  <a:ext cx="63500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7"/>
                        <a:pt x="2" y="8"/>
                        <a:pt x="2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" name="Google Shape;59;p2"/>
                <p:cNvSpPr/>
                <p:nvPr/>
              </p:nvSpPr>
              <p:spPr>
                <a:xfrm>
                  <a:off x="7922125" y="1311838"/>
                  <a:ext cx="49213" cy="63500"/>
                </a:xfrm>
                <a:custGeom>
                  <a:rect b="b" l="l" r="r" t="t"/>
                  <a:pathLst>
                    <a:path extrusionOk="0" h="17" w="13">
                      <a:moveTo>
                        <a:pt x="8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13"/>
                        <a:pt x="2" y="14"/>
                        <a:pt x="3" y="15"/>
                      </a:cubicBezTo>
                      <a:cubicBezTo>
                        <a:pt x="4" y="16"/>
                        <a:pt x="4" y="17"/>
                        <a:pt x="5" y="17"/>
                      </a:cubicBezTo>
                      <a:cubicBezTo>
                        <a:pt x="13" y="9"/>
                        <a:pt x="13" y="9"/>
                        <a:pt x="13" y="9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" name="Google Shape;60;p2"/>
                <p:cNvSpPr/>
                <p:nvPr/>
              </p:nvSpPr>
              <p:spPr>
                <a:xfrm>
                  <a:off x="8284075" y="1088000"/>
                  <a:ext cx="71437" cy="53975"/>
                </a:xfrm>
                <a:custGeom>
                  <a:rect b="b" l="l" r="r" t="t"/>
                  <a:pathLst>
                    <a:path extrusionOk="0" h="14" w="19">
                      <a:moveTo>
                        <a:pt x="7" y="14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5"/>
                        <a:pt x="16" y="2"/>
                        <a:pt x="14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" name="Google Shape;61;p2"/>
                <p:cNvSpPr/>
                <p:nvPr/>
              </p:nvSpPr>
              <p:spPr>
                <a:xfrm>
                  <a:off x="8347575" y="1213413"/>
                  <a:ext cx="57150" cy="41275"/>
                </a:xfrm>
                <a:custGeom>
                  <a:rect b="b" l="l" r="r" t="t"/>
                  <a:pathLst>
                    <a:path extrusionOk="0" h="11" w="15">
                      <a:moveTo>
                        <a:pt x="0" y="10"/>
                      </a:move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5" y="10"/>
                        <a:pt x="15" y="9"/>
                      </a:cubicBezTo>
                      <a:cubicBezTo>
                        <a:pt x="15" y="7"/>
                        <a:pt x="15" y="6"/>
                        <a:pt x="14" y="5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" name="Google Shape;62;p2"/>
                <p:cNvSpPr/>
                <p:nvPr/>
              </p:nvSpPr>
              <p:spPr>
                <a:xfrm>
                  <a:off x="8257088" y="1043550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5" y="12"/>
                      </a:move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3" y="1"/>
                        <a:pt x="12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" name="Google Shape;63;p2"/>
                <p:cNvSpPr/>
                <p:nvPr/>
              </p:nvSpPr>
              <p:spPr>
                <a:xfrm>
                  <a:off x="7891963" y="1273738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12" y="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0"/>
                        <a:pt x="1" y="11"/>
                        <a:pt x="2" y="12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" name="Google Shape;64;p2"/>
                <p:cNvSpPr/>
                <p:nvPr/>
              </p:nvSpPr>
              <p:spPr>
                <a:xfrm>
                  <a:off x="7996738" y="1386450"/>
                  <a:ext cx="57150" cy="63500"/>
                </a:xfrm>
                <a:custGeom>
                  <a:rect b="b" l="l" r="r" t="t"/>
                  <a:pathLst>
                    <a:path extrusionOk="0" h="17" w="15">
                      <a:moveTo>
                        <a:pt x="6" y="0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2" y="14"/>
                        <a:pt x="4" y="15"/>
                        <a:pt x="6" y="17"/>
                      </a:cubicBezTo>
                      <a:cubicBezTo>
                        <a:pt x="15" y="5"/>
                        <a:pt x="15" y="5"/>
                        <a:pt x="15" y="5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" name="Google Shape;65;p2"/>
                <p:cNvSpPr/>
                <p:nvPr/>
              </p:nvSpPr>
              <p:spPr>
                <a:xfrm>
                  <a:off x="8068175" y="1432488"/>
                  <a:ext cx="34925" cy="47625"/>
                </a:xfrm>
                <a:custGeom>
                  <a:rect b="b" l="l" r="r" t="t"/>
                  <a:pathLst>
                    <a:path extrusionOk="0" h="13" w="9">
                      <a:moveTo>
                        <a:pt x="4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1" y="13"/>
                        <a:pt x="2" y="13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" name="Google Shape;66;p2"/>
                <p:cNvSpPr/>
                <p:nvPr/>
              </p:nvSpPr>
              <p:spPr>
                <a:xfrm>
                  <a:off x="8325350" y="1141975"/>
                  <a:ext cx="55563" cy="36513"/>
                </a:xfrm>
                <a:custGeom>
                  <a:rect b="b" l="l" r="r" t="t"/>
                  <a:pathLst>
                    <a:path extrusionOk="0" h="10" w="15">
                      <a:moveTo>
                        <a:pt x="2" y="10"/>
                      </a:move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4" y="3"/>
                        <a:pt x="13" y="2"/>
                        <a:pt x="12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" name="Google Shape;67;p2"/>
                <p:cNvSpPr/>
                <p:nvPr/>
              </p:nvSpPr>
              <p:spPr>
                <a:xfrm>
                  <a:off x="7710988" y="522850"/>
                  <a:ext cx="682625" cy="973137"/>
                </a:xfrm>
                <a:custGeom>
                  <a:rect b="b" l="l" r="r" t="t"/>
                  <a:pathLst>
                    <a:path extrusionOk="0" h="258" w="181">
                      <a:moveTo>
                        <a:pt x="69" y="218"/>
                      </a:moveTo>
                      <a:cubicBezTo>
                        <a:pt x="100" y="258"/>
                        <a:pt x="129" y="253"/>
                        <a:pt x="152" y="231"/>
                      </a:cubicBezTo>
                      <a:cubicBezTo>
                        <a:pt x="181" y="204"/>
                        <a:pt x="175" y="181"/>
                        <a:pt x="156" y="156"/>
                      </a:cubicBezTo>
                      <a:cubicBezTo>
                        <a:pt x="132" y="124"/>
                        <a:pt x="118" y="98"/>
                        <a:pt x="102" y="51"/>
                      </a:cubicBezTo>
                      <a:cubicBezTo>
                        <a:pt x="94" y="26"/>
                        <a:pt x="76" y="0"/>
                        <a:pt x="41" y="16"/>
                      </a:cubicBezTo>
                      <a:cubicBezTo>
                        <a:pt x="13" y="29"/>
                        <a:pt x="0" y="54"/>
                        <a:pt x="9" y="90"/>
                      </a:cubicBezTo>
                      <a:cubicBezTo>
                        <a:pt x="18" y="128"/>
                        <a:pt x="36" y="175"/>
                        <a:pt x="69" y="2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" name="Google Shape;68;p2"/>
                <p:cNvSpPr/>
                <p:nvPr/>
              </p:nvSpPr>
              <p:spPr>
                <a:xfrm>
                  <a:off x="7718925" y="624450"/>
                  <a:ext cx="674688" cy="871538"/>
                </a:xfrm>
                <a:custGeom>
                  <a:rect b="b" l="l" r="r" t="t"/>
                  <a:pathLst>
                    <a:path extrusionOk="0" h="231" w="179">
                      <a:moveTo>
                        <a:pt x="136" y="162"/>
                      </a:moveTo>
                      <a:cubicBezTo>
                        <a:pt x="118" y="178"/>
                        <a:pt x="91" y="176"/>
                        <a:pt x="63" y="131"/>
                      </a:cubicBezTo>
                      <a:cubicBezTo>
                        <a:pt x="33" y="83"/>
                        <a:pt x="17" y="33"/>
                        <a:pt x="23" y="0"/>
                      </a:cubicBezTo>
                      <a:cubicBezTo>
                        <a:pt x="7" y="14"/>
                        <a:pt x="0" y="35"/>
                        <a:pt x="7" y="63"/>
                      </a:cubicBezTo>
                      <a:cubicBezTo>
                        <a:pt x="16" y="101"/>
                        <a:pt x="34" y="148"/>
                        <a:pt x="67" y="191"/>
                      </a:cubicBezTo>
                      <a:cubicBezTo>
                        <a:pt x="98" y="231"/>
                        <a:pt x="127" y="226"/>
                        <a:pt x="150" y="204"/>
                      </a:cubicBezTo>
                      <a:cubicBezTo>
                        <a:pt x="179" y="177"/>
                        <a:pt x="173" y="154"/>
                        <a:pt x="154" y="129"/>
                      </a:cubicBezTo>
                      <a:cubicBezTo>
                        <a:pt x="150" y="123"/>
                        <a:pt x="145" y="117"/>
                        <a:pt x="141" y="111"/>
                      </a:cubicBezTo>
                      <a:cubicBezTo>
                        <a:pt x="147" y="128"/>
                        <a:pt x="150" y="150"/>
                        <a:pt x="136" y="16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" name="Google Shape;69;p2"/>
                <p:cNvSpPr/>
                <p:nvPr/>
              </p:nvSpPr>
              <p:spPr>
                <a:xfrm>
                  <a:off x="7930063" y="594288"/>
                  <a:ext cx="161925" cy="276225"/>
                </a:xfrm>
                <a:custGeom>
                  <a:rect b="b" l="l" r="r" t="t"/>
                  <a:pathLst>
                    <a:path extrusionOk="0" h="73" w="43">
                      <a:moveTo>
                        <a:pt x="35" y="31"/>
                      </a:moveTo>
                      <a:cubicBezTo>
                        <a:pt x="43" y="49"/>
                        <a:pt x="43" y="67"/>
                        <a:pt x="36" y="70"/>
                      </a:cubicBezTo>
                      <a:cubicBezTo>
                        <a:pt x="29" y="73"/>
                        <a:pt x="17" y="60"/>
                        <a:pt x="9" y="42"/>
                      </a:cubicBezTo>
                      <a:cubicBezTo>
                        <a:pt x="1" y="23"/>
                        <a:pt x="0" y="6"/>
                        <a:pt x="8" y="3"/>
                      </a:cubicBezTo>
                      <a:cubicBezTo>
                        <a:pt x="15" y="0"/>
                        <a:pt x="27" y="12"/>
                        <a:pt x="35" y="31"/>
                      </a:cubicBezTo>
                      <a:close/>
                    </a:path>
                  </a:pathLst>
                </a:custGeom>
                <a:solidFill>
                  <a:srgbClr val="F8F8F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0" name="Google Shape;70;p2"/>
              <p:cNvGrpSpPr/>
              <p:nvPr/>
            </p:nvGrpSpPr>
            <p:grpSpPr>
              <a:xfrm>
                <a:off x="309323" y="2482349"/>
                <a:ext cx="573933" cy="795195"/>
                <a:chOff x="8260675" y="2995400"/>
                <a:chExt cx="811213" cy="1123950"/>
              </a:xfrm>
            </p:grpSpPr>
            <p:sp>
              <p:nvSpPr>
                <p:cNvPr id="71" name="Google Shape;71;p2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" name="Google Shape;72;p2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" name="Google Shape;73;p2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" name="Google Shape;74;p2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" name="Google Shape;75;p2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" name="Google Shape;78;p2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" name="Google Shape;79;p2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80;p2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" name="Google Shape;81;p2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" name="Google Shape;82;p2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" name="Google Shape;83;p2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84;p2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" name="Google Shape;85;p2"/>
              <p:cNvGrpSpPr/>
              <p:nvPr/>
            </p:nvGrpSpPr>
            <p:grpSpPr>
              <a:xfrm flipH="1" rot="10800000">
                <a:off x="945599" y="2174010"/>
                <a:ext cx="354500" cy="491166"/>
                <a:chOff x="8260675" y="2995400"/>
                <a:chExt cx="811213" cy="1123950"/>
              </a:xfrm>
            </p:grpSpPr>
            <p:sp>
              <p:nvSpPr>
                <p:cNvPr id="86" name="Google Shape;86;p2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" name="Google Shape;87;p2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" name="Google Shape;88;p2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" name="Google Shape;96;p2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" name="Google Shape;97;p2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2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p2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0" name="Google Shape;100;p2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grpSp>
              <p:nvGrpSpPr>
                <p:cNvPr id="101" name="Google Shape;101;p2"/>
                <p:cNvGrpSpPr/>
                <p:nvPr/>
              </p:nvGrpSpPr>
              <p:grpSpPr>
                <a:xfrm>
                  <a:off x="-469100" y="3905588"/>
                  <a:ext cx="1352550" cy="1154113"/>
                  <a:chOff x="-469100" y="3905588"/>
                  <a:chExt cx="1352550" cy="1154113"/>
                </a:xfrm>
              </p:grpSpPr>
              <p:sp>
                <p:nvSpPr>
                  <p:cNvPr id="102" name="Google Shape;102;p2"/>
                  <p:cNvSpPr/>
                  <p:nvPr/>
                </p:nvSpPr>
                <p:spPr>
                  <a:xfrm>
                    <a:off x="-469100" y="3905588"/>
                    <a:ext cx="1352550" cy="1154113"/>
                  </a:xfrm>
                  <a:custGeom>
                    <a:rect b="b" l="l" r="r" t="t"/>
                    <a:pathLst>
                      <a:path extrusionOk="0" h="306" w="359">
                        <a:moveTo>
                          <a:pt x="197" y="261"/>
                        </a:moveTo>
                        <a:cubicBezTo>
                          <a:pt x="197" y="261"/>
                          <a:pt x="197" y="261"/>
                          <a:pt x="197" y="261"/>
                        </a:cubicBezTo>
                        <a:cubicBezTo>
                          <a:pt x="200" y="261"/>
                          <a:pt x="203" y="262"/>
                          <a:pt x="205" y="264"/>
                        </a:cubicBezTo>
                        <a:cubicBezTo>
                          <a:pt x="207" y="265"/>
                          <a:pt x="208" y="267"/>
                          <a:pt x="208" y="269"/>
                        </a:cubicBezTo>
                        <a:cubicBezTo>
                          <a:pt x="208" y="273"/>
                          <a:pt x="202" y="277"/>
                          <a:pt x="197" y="277"/>
                        </a:cubicBezTo>
                        <a:cubicBezTo>
                          <a:pt x="197" y="277"/>
                          <a:pt x="197" y="277"/>
                          <a:pt x="197" y="277"/>
                        </a:cubicBezTo>
                        <a:cubicBezTo>
                          <a:pt x="196" y="277"/>
                          <a:pt x="196" y="277"/>
                          <a:pt x="196" y="277"/>
                        </a:cubicBezTo>
                        <a:cubicBezTo>
                          <a:pt x="191" y="277"/>
                          <a:pt x="188" y="274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8"/>
                          <a:pt x="188" y="267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90" y="263"/>
                          <a:pt x="193" y="261"/>
                          <a:pt x="196" y="261"/>
                        </a:cubicBezTo>
                        <a:cubicBezTo>
                          <a:pt x="196" y="261"/>
                          <a:pt x="196" y="261"/>
                          <a:pt x="197" y="261"/>
                        </a:cubicBezTo>
                        <a:moveTo>
                          <a:pt x="308" y="170"/>
                        </a:moveTo>
                        <a:cubicBezTo>
                          <a:pt x="308" y="170"/>
                          <a:pt x="308" y="170"/>
                          <a:pt x="309" y="170"/>
                        </a:cubicBezTo>
                        <a:cubicBezTo>
                          <a:pt x="313" y="170"/>
                          <a:pt x="318" y="172"/>
                          <a:pt x="321" y="175"/>
                        </a:cubicBezTo>
                        <a:cubicBezTo>
                          <a:pt x="324" y="177"/>
                          <a:pt x="325" y="179"/>
                          <a:pt x="325" y="182"/>
                        </a:cubicBezTo>
                        <a:cubicBezTo>
                          <a:pt x="325" y="189"/>
                          <a:pt x="317" y="196"/>
                          <a:pt x="309" y="196"/>
                        </a:cubicBezTo>
                        <a:cubicBezTo>
                          <a:pt x="308" y="196"/>
                          <a:pt x="308" y="196"/>
                          <a:pt x="308" y="196"/>
                        </a:cubicBezTo>
                        <a:cubicBezTo>
                          <a:pt x="307" y="196"/>
                          <a:pt x="307" y="196"/>
                          <a:pt x="307" y="196"/>
                        </a:cubicBezTo>
                        <a:cubicBezTo>
                          <a:pt x="300" y="196"/>
                          <a:pt x="294" y="190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1"/>
                          <a:pt x="294" y="179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7" y="173"/>
                          <a:pt x="302" y="170"/>
                          <a:pt x="307" y="170"/>
                        </a:cubicBezTo>
                        <a:cubicBezTo>
                          <a:pt x="307" y="170"/>
                          <a:pt x="307" y="170"/>
                          <a:pt x="308" y="170"/>
                        </a:cubicBezTo>
                        <a:moveTo>
                          <a:pt x="41" y="150"/>
                        </a:moveTo>
                        <a:cubicBezTo>
                          <a:pt x="42" y="150"/>
                          <a:pt x="42" y="150"/>
                          <a:pt x="42" y="150"/>
                        </a:cubicBezTo>
                        <a:cubicBezTo>
                          <a:pt x="46" y="150"/>
                          <a:pt x="51" y="151"/>
                          <a:pt x="53" y="154"/>
                        </a:cubicBezTo>
                        <a:cubicBezTo>
                          <a:pt x="56" y="156"/>
                          <a:pt x="57" y="158"/>
                          <a:pt x="57" y="161"/>
                        </a:cubicBezTo>
                        <a:cubicBezTo>
                          <a:pt x="57" y="167"/>
                          <a:pt x="50" y="173"/>
                          <a:pt x="42" y="173"/>
                        </a:cubicBezTo>
                        <a:cubicBezTo>
                          <a:pt x="42" y="173"/>
                          <a:pt x="42" y="173"/>
                          <a:pt x="41" y="173"/>
                        </a:cubicBezTo>
                        <a:cubicBezTo>
                          <a:pt x="41" y="173"/>
                          <a:pt x="41" y="173"/>
                          <a:pt x="40" y="173"/>
                        </a:cubicBezTo>
                        <a:cubicBezTo>
                          <a:pt x="34" y="173"/>
                          <a:pt x="29" y="168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59"/>
                          <a:pt x="29" y="158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2" y="152"/>
                          <a:pt x="36" y="150"/>
                          <a:pt x="40" y="150"/>
                        </a:cubicBezTo>
                        <a:cubicBezTo>
                          <a:pt x="41" y="150"/>
                          <a:pt x="41" y="150"/>
                          <a:pt x="41" y="150"/>
                        </a:cubicBezTo>
                        <a:moveTo>
                          <a:pt x="285" y="133"/>
                        </a:moveTo>
                        <a:cubicBezTo>
                          <a:pt x="285" y="133"/>
                          <a:pt x="285" y="133"/>
                          <a:pt x="285" y="133"/>
                        </a:cubicBezTo>
                        <a:cubicBezTo>
                          <a:pt x="287" y="133"/>
                          <a:pt x="289" y="133"/>
                          <a:pt x="290" y="134"/>
                        </a:cubicBezTo>
                        <a:cubicBezTo>
                          <a:pt x="291" y="135"/>
                          <a:pt x="291" y="136"/>
                          <a:pt x="291" y="137"/>
                        </a:cubicBezTo>
                        <a:cubicBezTo>
                          <a:pt x="291" y="139"/>
                          <a:pt x="288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2" y="142"/>
                          <a:pt x="280" y="140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6"/>
                          <a:pt x="280" y="136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4"/>
                          <a:pt x="283" y="133"/>
                          <a:pt x="285" y="133"/>
                        </a:cubicBezTo>
                        <a:cubicBezTo>
                          <a:pt x="285" y="133"/>
                          <a:pt x="285" y="133"/>
                          <a:pt x="285" y="133"/>
                        </a:cubicBezTo>
                        <a:moveTo>
                          <a:pt x="33" y="122"/>
                        </a:moveTo>
                        <a:cubicBezTo>
                          <a:pt x="34" y="122"/>
                          <a:pt x="34" y="122"/>
                          <a:pt x="34" y="122"/>
                        </a:cubicBezTo>
                        <a:cubicBezTo>
                          <a:pt x="37" y="122"/>
                          <a:pt x="40" y="123"/>
                          <a:pt x="42" y="125"/>
                        </a:cubicBezTo>
                        <a:cubicBezTo>
                          <a:pt x="43" y="126"/>
                          <a:pt x="44" y="127"/>
                          <a:pt x="44" y="129"/>
                        </a:cubicBezTo>
                        <a:cubicBezTo>
                          <a:pt x="44" y="134"/>
                          <a:pt x="39" y="138"/>
                          <a:pt x="34" y="138"/>
                        </a:cubicBezTo>
                        <a:cubicBezTo>
                          <a:pt x="34" y="138"/>
                          <a:pt x="34" y="138"/>
                          <a:pt x="33" y="138"/>
                        </a:cubicBezTo>
                        <a:cubicBezTo>
                          <a:pt x="33" y="138"/>
                          <a:pt x="33" y="138"/>
                          <a:pt x="33" y="138"/>
                        </a:cubicBezTo>
                        <a:cubicBezTo>
                          <a:pt x="28" y="138"/>
                          <a:pt x="25" y="134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28"/>
                          <a:pt x="25" y="127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7" y="124"/>
                          <a:pt x="30" y="122"/>
                          <a:pt x="33" y="122"/>
                        </a:cubicBezTo>
                        <a:cubicBezTo>
                          <a:pt x="33" y="122"/>
                          <a:pt x="33" y="122"/>
                          <a:pt x="33" y="122"/>
                        </a:cubicBezTo>
                        <a:moveTo>
                          <a:pt x="43" y="101"/>
                        </a:moveTo>
                        <a:cubicBezTo>
                          <a:pt x="43" y="101"/>
                          <a:pt x="44" y="101"/>
                          <a:pt x="44" y="101"/>
                        </a:cubicBezTo>
                        <a:cubicBezTo>
                          <a:pt x="45" y="101"/>
                          <a:pt x="47" y="102"/>
                          <a:pt x="48" y="103"/>
                        </a:cubicBezTo>
                        <a:cubicBezTo>
                          <a:pt x="49" y="104"/>
                          <a:pt x="49" y="105"/>
                          <a:pt x="49" y="106"/>
                        </a:cubicBezTo>
                        <a:cubicBezTo>
                          <a:pt x="49" y="108"/>
                          <a:pt x="47" y="110"/>
                          <a:pt x="44" y="110"/>
                        </a:cubicBezTo>
                        <a:cubicBezTo>
                          <a:pt x="44" y="110"/>
                          <a:pt x="43" y="110"/>
                          <a:pt x="43" y="110"/>
                        </a:cubicBezTo>
                        <a:cubicBezTo>
                          <a:pt x="43" y="110"/>
                          <a:pt x="43" y="110"/>
                          <a:pt x="43" y="110"/>
                        </a:cubicBezTo>
                        <a:cubicBezTo>
                          <a:pt x="40" y="110"/>
                          <a:pt x="38" y="108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5"/>
                          <a:pt x="39" y="105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40" y="102"/>
                          <a:pt x="41" y="101"/>
                          <a:pt x="43" y="101"/>
                        </a:cubicBezTo>
                        <a:cubicBezTo>
                          <a:pt x="43" y="101"/>
                          <a:pt x="43" y="101"/>
                          <a:pt x="43" y="101"/>
                        </a:cubicBezTo>
                        <a:moveTo>
                          <a:pt x="164" y="239"/>
                        </a:moveTo>
                        <a:cubicBezTo>
                          <a:pt x="106" y="239"/>
                          <a:pt x="66" y="217"/>
                          <a:pt x="66" y="166"/>
                        </a:cubicBezTo>
                        <a:cubicBezTo>
                          <a:pt x="66" y="137"/>
                          <a:pt x="67" y="111"/>
                          <a:pt x="89" y="89"/>
                        </a:cubicBezTo>
                        <a:cubicBezTo>
                          <a:pt x="105" y="71"/>
                          <a:pt x="138" y="63"/>
                          <a:pt x="164" y="53"/>
                        </a:cubicBezTo>
                        <a:cubicBezTo>
                          <a:pt x="169" y="52"/>
                          <a:pt x="174" y="51"/>
                          <a:pt x="179" y="51"/>
                        </a:cubicBezTo>
                        <a:cubicBezTo>
                          <a:pt x="203" y="51"/>
                          <a:pt x="225" y="73"/>
                          <a:pt x="242" y="93"/>
                        </a:cubicBezTo>
                        <a:cubicBezTo>
                          <a:pt x="258" y="111"/>
                          <a:pt x="269" y="118"/>
                          <a:pt x="269" y="140"/>
                        </a:cubicBezTo>
                        <a:cubicBezTo>
                          <a:pt x="269" y="167"/>
                          <a:pt x="250" y="190"/>
                          <a:pt x="229" y="208"/>
                        </a:cubicBezTo>
                        <a:cubicBezTo>
                          <a:pt x="210" y="225"/>
                          <a:pt x="191" y="239"/>
                          <a:pt x="164" y="239"/>
                        </a:cubicBezTo>
                        <a:moveTo>
                          <a:pt x="106" y="44"/>
                        </a:moveTo>
                        <a:cubicBezTo>
                          <a:pt x="106" y="44"/>
                          <a:pt x="106" y="44"/>
                          <a:pt x="107" y="44"/>
                        </a:cubicBezTo>
                        <a:cubicBezTo>
                          <a:pt x="109" y="44"/>
                          <a:pt x="112" y="45"/>
                          <a:pt x="114" y="47"/>
                        </a:cubicBezTo>
                        <a:cubicBezTo>
                          <a:pt x="115" y="48"/>
                          <a:pt x="116" y="49"/>
                          <a:pt x="116" y="51"/>
                        </a:cubicBezTo>
                        <a:cubicBezTo>
                          <a:pt x="116" y="55"/>
                          <a:pt x="111" y="59"/>
                          <a:pt x="107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1" y="59"/>
                          <a:pt x="98" y="56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0"/>
                          <a:pt x="99" y="49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100" y="46"/>
                          <a:pt x="103" y="44"/>
                          <a:pt x="106" y="44"/>
                        </a:cubicBezTo>
                        <a:cubicBezTo>
                          <a:pt x="106" y="44"/>
                          <a:pt x="106" y="44"/>
                          <a:pt x="106" y="44"/>
                        </a:cubicBezTo>
                        <a:moveTo>
                          <a:pt x="200" y="0"/>
                        </a:moveTo>
                        <a:cubicBezTo>
                          <a:pt x="197" y="0"/>
                          <a:pt x="195" y="0"/>
                          <a:pt x="192" y="0"/>
                        </a:cubicBezTo>
                        <a:cubicBezTo>
                          <a:pt x="188" y="0"/>
                          <a:pt x="183" y="1"/>
                          <a:pt x="179" y="2"/>
                        </a:cubicBezTo>
                        <a:cubicBezTo>
                          <a:pt x="177" y="3"/>
                          <a:pt x="175" y="4"/>
                          <a:pt x="173" y="4"/>
                        </a:cubicBezTo>
                        <a:cubicBezTo>
                          <a:pt x="170" y="6"/>
                          <a:pt x="166" y="7"/>
                          <a:pt x="162" y="9"/>
                        </a:cubicBezTo>
                        <a:cubicBezTo>
                          <a:pt x="161" y="9"/>
                          <a:pt x="161" y="9"/>
                          <a:pt x="161" y="9"/>
                        </a:cubicBezTo>
                        <a:cubicBezTo>
                          <a:pt x="92" y="34"/>
                          <a:pt x="0" y="60"/>
                          <a:pt x="0" y="144"/>
                        </a:cubicBezTo>
                        <a:cubicBezTo>
                          <a:pt x="0" y="169"/>
                          <a:pt x="7" y="19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22" y="218"/>
                          <a:pt x="27" y="224"/>
                          <a:pt x="32" y="229"/>
                        </a:cubicBezTo>
                        <a:cubicBezTo>
                          <a:pt x="51" y="250"/>
                          <a:pt x="78" y="263"/>
                          <a:pt x="112" y="266"/>
                        </a:cubicBezTo>
                        <a:cubicBezTo>
                          <a:pt x="137" y="269"/>
                          <a:pt x="153" y="299"/>
                          <a:pt x="180" y="305"/>
                        </a:cubicBezTo>
                        <a:cubicBezTo>
                          <a:pt x="183" y="306"/>
                          <a:pt x="187" y="306"/>
                          <a:pt x="191" y="306"/>
                        </a:cubicBezTo>
                        <a:cubicBezTo>
                          <a:pt x="219" y="306"/>
                          <a:pt x="270" y="291"/>
                          <a:pt x="297" y="251"/>
                        </a:cubicBezTo>
                        <a:cubicBezTo>
                          <a:pt x="314" y="226"/>
                          <a:pt x="359" y="175"/>
                          <a:pt x="359" y="144"/>
                        </a:cubicBezTo>
                        <a:cubicBezTo>
                          <a:pt x="359" y="129"/>
                          <a:pt x="353" y="119"/>
                          <a:pt x="344" y="109"/>
                        </a:cubicBezTo>
                        <a:cubicBezTo>
                          <a:pt x="339" y="104"/>
                          <a:pt x="333" y="99"/>
                          <a:pt x="327" y="94"/>
                        </a:cubicBezTo>
                        <a:cubicBezTo>
                          <a:pt x="312" y="82"/>
                          <a:pt x="296" y="71"/>
                          <a:pt x="286" y="53"/>
                        </a:cubicBezTo>
                        <a:cubicBezTo>
                          <a:pt x="266" y="19"/>
                          <a:pt x="233" y="1"/>
                          <a:pt x="202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01" y="0"/>
                          <a:pt x="201" y="0"/>
                          <a:pt x="200" y="0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" name="Google Shape;103;p2"/>
                  <p:cNvSpPr/>
                  <p:nvPr/>
                </p:nvSpPr>
                <p:spPr>
                  <a:xfrm>
                    <a:off x="-219862" y="4064338"/>
                    <a:ext cx="763588" cy="742950"/>
                  </a:xfrm>
                  <a:custGeom>
                    <a:rect b="b" l="l" r="r" t="t"/>
                    <a:pathLst>
                      <a:path extrusionOk="0" h="197" w="203">
                        <a:moveTo>
                          <a:pt x="203" y="98"/>
                        </a:moveTo>
                        <a:cubicBezTo>
                          <a:pt x="203" y="125"/>
                          <a:pt x="184" y="148"/>
                          <a:pt x="163" y="166"/>
                        </a:cubicBezTo>
                        <a:cubicBezTo>
                          <a:pt x="144" y="183"/>
                          <a:pt x="125" y="197"/>
                          <a:pt x="98" y="197"/>
                        </a:cubicBezTo>
                        <a:cubicBezTo>
                          <a:pt x="40" y="197"/>
                          <a:pt x="0" y="175"/>
                          <a:pt x="0" y="124"/>
                        </a:cubicBezTo>
                        <a:cubicBezTo>
                          <a:pt x="0" y="95"/>
                          <a:pt x="1" y="69"/>
                          <a:pt x="23" y="47"/>
                        </a:cubicBezTo>
                        <a:cubicBezTo>
                          <a:pt x="39" y="29"/>
                          <a:pt x="72" y="21"/>
                          <a:pt x="98" y="11"/>
                        </a:cubicBezTo>
                        <a:cubicBezTo>
                          <a:pt x="129" y="0"/>
                          <a:pt x="156" y="27"/>
                          <a:pt x="176" y="51"/>
                        </a:cubicBezTo>
                        <a:cubicBezTo>
                          <a:pt x="192" y="69"/>
                          <a:pt x="203" y="76"/>
                          <a:pt x="203" y="98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" name="Google Shape;104;p2"/>
                  <p:cNvSpPr/>
                  <p:nvPr/>
                </p:nvSpPr>
                <p:spPr>
                  <a:xfrm>
                    <a:off x="-130962" y="4259600"/>
                    <a:ext cx="523875" cy="403225"/>
                  </a:xfrm>
                  <a:custGeom>
                    <a:rect b="b" l="l" r="r" t="t"/>
                    <a:pathLst>
                      <a:path extrusionOk="0" h="107" w="139">
                        <a:moveTo>
                          <a:pt x="33" y="74"/>
                        </a:moveTo>
                        <a:cubicBezTo>
                          <a:pt x="33" y="74"/>
                          <a:pt x="33" y="74"/>
                          <a:pt x="33" y="74"/>
                        </a:cubicBezTo>
                        <a:cubicBezTo>
                          <a:pt x="35" y="74"/>
                          <a:pt x="37" y="75"/>
                          <a:pt x="38" y="76"/>
                        </a:cubicBezTo>
                        <a:cubicBezTo>
                          <a:pt x="39" y="77"/>
                          <a:pt x="39" y="78"/>
                          <a:pt x="39" y="79"/>
                        </a:cubicBezTo>
                        <a:cubicBezTo>
                          <a:pt x="39" y="82"/>
                          <a:pt x="36" y="84"/>
                          <a:pt x="33" y="84"/>
                        </a:cubicBezTo>
                        <a:cubicBezTo>
                          <a:pt x="33" y="84"/>
                          <a:pt x="33" y="84"/>
                          <a:pt x="33" y="84"/>
                        </a:cubicBezTo>
                        <a:cubicBezTo>
                          <a:pt x="33" y="84"/>
                          <a:pt x="32" y="84"/>
                          <a:pt x="32" y="84"/>
                        </a:cubicBezTo>
                        <a:cubicBezTo>
                          <a:pt x="30" y="84"/>
                          <a:pt x="27" y="82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8"/>
                          <a:pt x="27" y="78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9" y="75"/>
                          <a:pt x="30" y="74"/>
                          <a:pt x="32" y="74"/>
                        </a:cubicBezTo>
                        <a:cubicBezTo>
                          <a:pt x="32" y="74"/>
                          <a:pt x="33" y="74"/>
                          <a:pt x="33" y="74"/>
                        </a:cubicBezTo>
                        <a:moveTo>
                          <a:pt x="79" y="87"/>
                        </a:moveTo>
                        <a:cubicBezTo>
                          <a:pt x="56" y="87"/>
                          <a:pt x="30" y="80"/>
                          <a:pt x="30" y="55"/>
                        </a:cubicBezTo>
                        <a:cubicBezTo>
                          <a:pt x="30" y="30"/>
                          <a:pt x="60" y="11"/>
                          <a:pt x="83" y="11"/>
                        </a:cubicBezTo>
                        <a:cubicBezTo>
                          <a:pt x="105" y="11"/>
                          <a:pt x="126" y="15"/>
                          <a:pt x="126" y="40"/>
                        </a:cubicBezTo>
                        <a:cubicBezTo>
                          <a:pt x="126" y="65"/>
                          <a:pt x="101" y="87"/>
                          <a:pt x="79" y="87"/>
                        </a:cubicBezTo>
                        <a:moveTo>
                          <a:pt x="76" y="0"/>
                        </a:moveTo>
                        <a:cubicBezTo>
                          <a:pt x="44" y="0"/>
                          <a:pt x="0" y="27"/>
                          <a:pt x="0" y="62"/>
                        </a:cubicBezTo>
                        <a:cubicBezTo>
                          <a:pt x="0" y="98"/>
                          <a:pt x="38" y="107"/>
                          <a:pt x="70" y="107"/>
                        </a:cubicBezTo>
                        <a:cubicBezTo>
                          <a:pt x="102" y="107"/>
                          <a:pt x="139" y="76"/>
                          <a:pt x="139" y="41"/>
                        </a:cubicBezTo>
                        <a:cubicBezTo>
                          <a:pt x="139" y="5"/>
                          <a:pt x="108" y="0"/>
                          <a:pt x="76" y="0"/>
                        </a:cubicBezTo>
                      </a:path>
                    </a:pathLst>
                  </a:custGeom>
                  <a:solidFill>
                    <a:schemeClr val="accent3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" name="Google Shape;105;p2"/>
                  <p:cNvSpPr/>
                  <p:nvPr/>
                </p:nvSpPr>
                <p:spPr>
                  <a:xfrm>
                    <a:off x="-16662" y="4300875"/>
                    <a:ext cx="361950" cy="287338"/>
                  </a:xfrm>
                  <a:custGeom>
                    <a:rect b="b" l="l" r="r" t="t"/>
                    <a:pathLst>
                      <a:path extrusionOk="0" h="76" w="96">
                        <a:moveTo>
                          <a:pt x="74" y="31"/>
                        </a:moveTo>
                        <a:cubicBezTo>
                          <a:pt x="74" y="31"/>
                          <a:pt x="74" y="31"/>
                          <a:pt x="75" y="31"/>
                        </a:cubicBezTo>
                        <a:cubicBezTo>
                          <a:pt x="79" y="31"/>
                          <a:pt x="84" y="33"/>
                          <a:pt x="87" y="36"/>
                        </a:cubicBezTo>
                        <a:cubicBezTo>
                          <a:pt x="89" y="38"/>
                          <a:pt x="91" y="40"/>
                          <a:pt x="91" y="43"/>
                        </a:cubicBezTo>
                        <a:cubicBezTo>
                          <a:pt x="91" y="51"/>
                          <a:pt x="83" y="57"/>
                          <a:pt x="75" y="57"/>
                        </a:cubicBezTo>
                        <a:cubicBezTo>
                          <a:pt x="74" y="57"/>
                          <a:pt x="74" y="57"/>
                          <a:pt x="73" y="57"/>
                        </a:cubicBezTo>
                        <a:cubicBezTo>
                          <a:pt x="73" y="57"/>
                          <a:pt x="73" y="57"/>
                          <a:pt x="73" y="57"/>
                        </a:cubicBezTo>
                        <a:cubicBezTo>
                          <a:pt x="65" y="57"/>
                          <a:pt x="60" y="51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2"/>
                          <a:pt x="60" y="40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3" y="34"/>
                          <a:pt x="68" y="31"/>
                          <a:pt x="73" y="31"/>
                        </a:cubicBezTo>
                        <a:cubicBezTo>
                          <a:pt x="73" y="31"/>
                          <a:pt x="73" y="31"/>
                          <a:pt x="74" y="31"/>
                        </a:cubicBezTo>
                        <a:moveTo>
                          <a:pt x="25" y="24"/>
                        </a:moveTo>
                        <a:cubicBezTo>
                          <a:pt x="25" y="24"/>
                          <a:pt x="25" y="24"/>
                          <a:pt x="26" y="24"/>
                        </a:cubicBezTo>
                        <a:cubicBezTo>
                          <a:pt x="29" y="24"/>
                          <a:pt x="32" y="25"/>
                          <a:pt x="34" y="27"/>
                        </a:cubicBezTo>
                        <a:cubicBezTo>
                          <a:pt x="35" y="29"/>
                          <a:pt x="36" y="30"/>
                          <a:pt x="36" y="32"/>
                        </a:cubicBezTo>
                        <a:cubicBezTo>
                          <a:pt x="36" y="37"/>
                          <a:pt x="31" y="41"/>
                          <a:pt x="26" y="41"/>
                        </a:cubicBezTo>
                        <a:cubicBezTo>
                          <a:pt x="25" y="41"/>
                          <a:pt x="25" y="41"/>
                          <a:pt x="25" y="41"/>
                        </a:cubicBezTo>
                        <a:cubicBezTo>
                          <a:pt x="25" y="41"/>
                          <a:pt x="25" y="41"/>
                          <a:pt x="24" y="41"/>
                        </a:cubicBezTo>
                        <a:cubicBezTo>
                          <a:pt x="20" y="41"/>
                          <a:pt x="16" y="37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1"/>
                          <a:pt x="17" y="30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8" y="26"/>
                          <a:pt x="21" y="24"/>
                          <a:pt x="24" y="24"/>
                        </a:cubicBezTo>
                        <a:cubicBezTo>
                          <a:pt x="25" y="24"/>
                          <a:pt x="25" y="24"/>
                          <a:pt x="25" y="24"/>
                        </a:cubicBezTo>
                        <a:moveTo>
                          <a:pt x="53" y="0"/>
                        </a:moveTo>
                        <a:cubicBezTo>
                          <a:pt x="30" y="0"/>
                          <a:pt x="0" y="19"/>
                          <a:pt x="0" y="44"/>
                        </a:cubicBezTo>
                        <a:cubicBezTo>
                          <a:pt x="0" y="69"/>
                          <a:pt x="26" y="76"/>
                          <a:pt x="49" y="76"/>
                        </a:cubicBezTo>
                        <a:cubicBezTo>
                          <a:pt x="71" y="76"/>
                          <a:pt x="96" y="54"/>
                          <a:pt x="96" y="29"/>
                        </a:cubicBezTo>
                        <a:cubicBezTo>
                          <a:pt x="96" y="4"/>
                          <a:pt x="75" y="0"/>
                          <a:pt x="53" y="0"/>
                        </a:cubicBezTo>
                      </a:path>
                    </a:pathLst>
                  </a:custGeom>
                  <a:solidFill>
                    <a:srgbClr val="191919">
                      <a:alpha val="25000"/>
                    </a:srgbClr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06" name="Google Shape;106;p2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" name="Google Shape;107;p2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rgbClr val="191919">
                    <a:alpha val="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2"/>
                <p:cNvSpPr/>
                <p:nvPr/>
              </p:nvSpPr>
              <p:spPr>
                <a:xfrm>
                  <a:off x="638975" y="4546938"/>
                  <a:ext cx="115888" cy="96838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4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19"/>
                        <a:pt x="31" y="12"/>
                      </a:cubicBezTo>
                      <a:cubicBezTo>
                        <a:pt x="31" y="9"/>
                        <a:pt x="30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09;p2"/>
                <p:cNvSpPr/>
                <p:nvPr/>
              </p:nvSpPr>
              <p:spPr>
                <a:xfrm>
                  <a:off x="638975" y="4546938"/>
                  <a:ext cx="101600" cy="96838"/>
                </a:xfrm>
                <a:custGeom>
                  <a:rect b="b" l="l" r="r" t="t"/>
                  <a:pathLst>
                    <a:path extrusionOk="0" h="26" w="27">
                      <a:moveTo>
                        <a:pt x="27" y="12"/>
                      </a:moveTo>
                      <a:cubicBezTo>
                        <a:pt x="27" y="19"/>
                        <a:pt x="20" y="26"/>
                        <a:pt x="13" y="26"/>
                      </a:cubicBezTo>
                      <a:cubicBezTo>
                        <a:pt x="6" y="26"/>
                        <a:pt x="0" y="20"/>
                        <a:pt x="0" y="13"/>
                      </a:cubicBezTo>
                      <a:cubicBezTo>
                        <a:pt x="0" y="11"/>
                        <a:pt x="0" y="9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3" y="3"/>
                        <a:pt x="8" y="0"/>
                        <a:pt x="13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2"/>
                <p:cNvSpPr/>
                <p:nvPr/>
              </p:nvSpPr>
              <p:spPr>
                <a:xfrm>
                  <a:off x="642150" y="4546938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23" y="8"/>
                      </a:moveTo>
                      <a:cubicBezTo>
                        <a:pt x="23" y="14"/>
                        <a:pt x="17" y="19"/>
                        <a:pt x="11" y="19"/>
                      </a:cubicBezTo>
                      <a:cubicBezTo>
                        <a:pt x="5" y="19"/>
                        <a:pt x="0" y="14"/>
                        <a:pt x="0" y="8"/>
                      </a:cubicBezTo>
                      <a:cubicBezTo>
                        <a:pt x="0" y="8"/>
                        <a:pt x="0" y="8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3"/>
                        <a:pt x="7" y="0"/>
                        <a:pt x="12" y="0"/>
                      </a:cubicBezTo>
                      <a:cubicBezTo>
                        <a:pt x="16" y="0"/>
                        <a:pt x="20" y="2"/>
                        <a:pt x="23" y="5"/>
                      </a:cubicBezTo>
                      <a:cubicBezTo>
                        <a:pt x="23" y="6"/>
                        <a:pt x="23" y="7"/>
                        <a:pt x="23" y="8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11;p2"/>
                <p:cNvSpPr/>
                <p:nvPr/>
              </p:nvSpPr>
              <p:spPr>
                <a:xfrm>
                  <a:off x="664375" y="4572338"/>
                  <a:ext cx="348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" name="Google Shape;112;p2"/>
                <p:cNvSpPr/>
                <p:nvPr/>
              </p:nvSpPr>
              <p:spPr>
                <a:xfrm>
                  <a:off x="604050" y="440723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0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2"/>
                        <a:pt x="5" y="3"/>
                        <a:pt x="5" y="4"/>
                      </a:cubicBezTo>
                      <a:cubicBezTo>
                        <a:pt x="5" y="6"/>
                        <a:pt x="2" y="8"/>
                        <a:pt x="0" y="9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3" y="9"/>
                        <a:pt x="6" y="6"/>
                        <a:pt x="6" y="4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" name="Google Shape;113;p2"/>
                <p:cNvSpPr/>
                <p:nvPr/>
              </p:nvSpPr>
              <p:spPr>
                <a:xfrm>
                  <a:off x="585000" y="440723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4"/>
                      </a:moveTo>
                      <a:cubicBezTo>
                        <a:pt x="10" y="6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4"/>
                      </a:cubicBezTo>
                      <a:cubicBezTo>
                        <a:pt x="0" y="3"/>
                        <a:pt x="0" y="3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3" y="0"/>
                        <a:pt x="5" y="0"/>
                      </a:cubicBezTo>
                      <a:cubicBezTo>
                        <a:pt x="6" y="0"/>
                        <a:pt x="8" y="0"/>
                        <a:pt x="8" y="1"/>
                      </a:cubicBezTo>
                      <a:cubicBezTo>
                        <a:pt x="9" y="2"/>
                        <a:pt x="10" y="3"/>
                        <a:pt x="10" y="4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" name="Google Shape;114;p2"/>
                <p:cNvSpPr/>
                <p:nvPr/>
              </p:nvSpPr>
              <p:spPr>
                <a:xfrm>
                  <a:off x="589763" y="4407238"/>
                  <a:ext cx="30163" cy="22225"/>
                </a:xfrm>
                <a:custGeom>
                  <a:rect b="b" l="l" r="r" t="t"/>
                  <a:pathLst>
                    <a:path extrusionOk="0" h="6" w="8">
                      <a:moveTo>
                        <a:pt x="8" y="2"/>
                      </a:moveTo>
                      <a:cubicBezTo>
                        <a:pt x="8" y="4"/>
                        <a:pt x="6" y="6"/>
                        <a:pt x="3" y="6"/>
                      </a:cubicBezTo>
                      <a:cubicBezTo>
                        <a:pt x="1" y="6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5" y="0"/>
                        <a:pt x="7" y="0"/>
                        <a:pt x="7" y="1"/>
                      </a:cubicBezTo>
                      <a:cubicBezTo>
                        <a:pt x="8" y="2"/>
                        <a:pt x="8" y="2"/>
                        <a:pt x="8" y="2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" name="Google Shape;115;p2"/>
                <p:cNvSpPr/>
                <p:nvPr/>
              </p:nvSpPr>
              <p:spPr>
                <a:xfrm>
                  <a:off x="597700" y="4415175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" name="Google Shape;116;p2"/>
                <p:cNvSpPr/>
                <p:nvPr/>
              </p:nvSpPr>
              <p:spPr>
                <a:xfrm>
                  <a:off x="272263" y="4889838"/>
                  <a:ext cx="42862" cy="60325"/>
                </a:xfrm>
                <a:custGeom>
                  <a:rect b="b" l="l" r="r" t="t"/>
                  <a:pathLst>
                    <a:path extrusionOk="0" h="16" w="1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5" y="16"/>
                        <a:pt x="11" y="12"/>
                        <a:pt x="11" y="8"/>
                      </a:cubicBezTo>
                      <a:cubicBezTo>
                        <a:pt x="11" y="6"/>
                        <a:pt x="10" y="4"/>
                        <a:pt x="8" y="3"/>
                      </a:cubicBezTo>
                      <a:cubicBezTo>
                        <a:pt x="6" y="1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" name="Google Shape;117;p2"/>
                <p:cNvSpPr/>
                <p:nvPr/>
              </p:nvSpPr>
              <p:spPr>
                <a:xfrm>
                  <a:off x="238925" y="4889838"/>
                  <a:ext cx="63500" cy="60325"/>
                </a:xfrm>
                <a:custGeom>
                  <a:rect b="b" l="l" r="r" t="t"/>
                  <a:pathLst>
                    <a:path extrusionOk="0" h="16" w="17">
                      <a:moveTo>
                        <a:pt x="17" y="8"/>
                      </a:moveTo>
                      <a:cubicBezTo>
                        <a:pt x="17" y="12"/>
                        <a:pt x="12" y="16"/>
                        <a:pt x="8" y="16"/>
                      </a:cubicBezTo>
                      <a:cubicBezTo>
                        <a:pt x="3" y="16"/>
                        <a:pt x="0" y="13"/>
                        <a:pt x="0" y="8"/>
                      </a:cubicBezTo>
                      <a:cubicBezTo>
                        <a:pt x="0" y="7"/>
                        <a:pt x="0" y="6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1" y="0"/>
                        <a:pt x="13" y="1"/>
                        <a:pt x="15" y="3"/>
                      </a:cubicBezTo>
                      <a:cubicBezTo>
                        <a:pt x="16" y="4"/>
                        <a:pt x="17" y="6"/>
                        <a:pt x="17" y="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" name="Google Shape;118;p2"/>
                <p:cNvSpPr/>
                <p:nvPr/>
              </p:nvSpPr>
              <p:spPr>
                <a:xfrm>
                  <a:off x="242100" y="4889838"/>
                  <a:ext cx="53975" cy="44450"/>
                </a:xfrm>
                <a:custGeom>
                  <a:rect b="b" l="l" r="r" t="t"/>
                  <a:pathLst>
                    <a:path extrusionOk="0" h="12" w="14">
                      <a:moveTo>
                        <a:pt x="14" y="5"/>
                      </a:moveTo>
                      <a:cubicBezTo>
                        <a:pt x="14" y="9"/>
                        <a:pt x="10" y="12"/>
                        <a:pt x="7" y="12"/>
                      </a:cubicBezTo>
                      <a:cubicBezTo>
                        <a:pt x="3" y="12"/>
                        <a:pt x="0" y="9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4" y="4"/>
                        <a:pt x="14" y="4"/>
                        <a:pt x="14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" name="Google Shape;119;p2"/>
                <p:cNvSpPr/>
                <p:nvPr/>
              </p:nvSpPr>
              <p:spPr>
                <a:xfrm>
                  <a:off x="254800" y="4904125"/>
                  <a:ext cx="22200" cy="237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" name="Google Shape;120;p2"/>
                <p:cNvSpPr/>
                <p:nvPr/>
              </p:nvSpPr>
              <p:spPr>
                <a:xfrm>
                  <a:off x="-315112" y="4470738"/>
                  <a:ext cx="60325" cy="87312"/>
                </a:xfrm>
                <a:custGeom>
                  <a:rect b="b" l="l" r="r" t="t"/>
                  <a:pathLst>
                    <a:path extrusionOk="0" h="23" w="16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4" y="0"/>
                        <a:pt x="7" y="1"/>
                        <a:pt x="9" y="4"/>
                      </a:cubicBezTo>
                      <a:cubicBezTo>
                        <a:pt x="9" y="4"/>
                        <a:pt x="9" y="4"/>
                        <a:pt x="9" y="4"/>
                      </a:cubicBezTo>
                      <a:cubicBezTo>
                        <a:pt x="11" y="6"/>
                        <a:pt x="12" y="8"/>
                        <a:pt x="12" y="11"/>
                      </a:cubicBezTo>
                      <a:cubicBezTo>
                        <a:pt x="12" y="17"/>
                        <a:pt x="6" y="22"/>
                        <a:pt x="0" y="23"/>
                      </a:cubicBezTo>
                      <a:cubicBezTo>
                        <a:pt x="1" y="23"/>
                        <a:pt x="1" y="23"/>
                        <a:pt x="1" y="23"/>
                      </a:cubicBezTo>
                      <a:cubicBezTo>
                        <a:pt x="9" y="23"/>
                        <a:pt x="16" y="17"/>
                        <a:pt x="16" y="11"/>
                      </a:cubicBezTo>
                      <a:cubicBezTo>
                        <a:pt x="16" y="8"/>
                        <a:pt x="15" y="6"/>
                        <a:pt x="12" y="4"/>
                      </a:cubicBezTo>
                      <a:cubicBezTo>
                        <a:pt x="10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" name="Google Shape;121;p2"/>
                <p:cNvSpPr/>
                <p:nvPr/>
              </p:nvSpPr>
              <p:spPr>
                <a:xfrm>
                  <a:off x="-359562" y="4470738"/>
                  <a:ext cx="90488" cy="87312"/>
                </a:xfrm>
                <a:custGeom>
                  <a:rect b="b" l="l" r="r" t="t"/>
                  <a:pathLst>
                    <a:path extrusionOk="0" h="23" w="24">
                      <a:moveTo>
                        <a:pt x="24" y="11"/>
                      </a:moveTo>
                      <a:cubicBezTo>
                        <a:pt x="24" y="17"/>
                        <a:pt x="18" y="23"/>
                        <a:pt x="11" y="23"/>
                      </a:cubicBezTo>
                      <a:cubicBezTo>
                        <a:pt x="5" y="23"/>
                        <a:pt x="0" y="18"/>
                        <a:pt x="0" y="11"/>
                      </a:cubicBezTo>
                      <a:cubicBezTo>
                        <a:pt x="0" y="9"/>
                        <a:pt x="0" y="8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3" y="2"/>
                        <a:pt x="7" y="0"/>
                        <a:pt x="11" y="0"/>
                      </a:cubicBezTo>
                      <a:cubicBezTo>
                        <a:pt x="15" y="0"/>
                        <a:pt x="19" y="1"/>
                        <a:pt x="21" y="4"/>
                      </a:cubicBezTo>
                      <a:cubicBezTo>
                        <a:pt x="23" y="6"/>
                        <a:pt x="24" y="8"/>
                        <a:pt x="24" y="1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p2"/>
                <p:cNvSpPr/>
                <p:nvPr/>
              </p:nvSpPr>
              <p:spPr>
                <a:xfrm>
                  <a:off x="-356387" y="4470738"/>
                  <a:ext cx="79375" cy="65088"/>
                </a:xfrm>
                <a:custGeom>
                  <a:rect b="b" l="l" r="r" t="t"/>
                  <a:pathLst>
                    <a:path extrusionOk="0" h="17" w="21">
                      <a:moveTo>
                        <a:pt x="21" y="7"/>
                      </a:moveTo>
                      <a:cubicBezTo>
                        <a:pt x="21" y="12"/>
                        <a:pt x="15" y="17"/>
                        <a:pt x="10" y="17"/>
                      </a:cubicBezTo>
                      <a:cubicBezTo>
                        <a:pt x="5" y="17"/>
                        <a:pt x="0" y="12"/>
                        <a:pt x="0" y="7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2" y="2"/>
                        <a:pt x="6" y="0"/>
                        <a:pt x="10" y="0"/>
                      </a:cubicBezTo>
                      <a:cubicBezTo>
                        <a:pt x="14" y="0"/>
                        <a:pt x="18" y="1"/>
                        <a:pt x="20" y="4"/>
                      </a:cubicBezTo>
                      <a:cubicBezTo>
                        <a:pt x="21" y="5"/>
                        <a:pt x="21" y="6"/>
                        <a:pt x="21" y="7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2"/>
                <p:cNvSpPr/>
                <p:nvPr/>
              </p:nvSpPr>
              <p:spPr>
                <a:xfrm>
                  <a:off x="-337337" y="4492963"/>
                  <a:ext cx="33300" cy="270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2"/>
                <p:cNvSpPr/>
                <p:nvPr/>
              </p:nvSpPr>
              <p:spPr>
                <a:xfrm>
                  <a:off x="-345275" y="4365963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6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5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2"/>
                <p:cNvSpPr/>
                <p:nvPr/>
              </p:nvSpPr>
              <p:spPr>
                <a:xfrm>
                  <a:off x="-375437" y="4365963"/>
                  <a:ext cx="60325" cy="60325"/>
                </a:xfrm>
                <a:custGeom>
                  <a:rect b="b" l="l" r="r" t="t"/>
                  <a:pathLst>
                    <a:path extrusionOk="0" h="16" w="16">
                      <a:moveTo>
                        <a:pt x="16" y="7"/>
                      </a:moveTo>
                      <a:cubicBezTo>
                        <a:pt x="16" y="12"/>
                        <a:pt x="12" y="16"/>
                        <a:pt x="8" y="16"/>
                      </a:cubicBezTo>
                      <a:cubicBezTo>
                        <a:pt x="3" y="16"/>
                        <a:pt x="0" y="12"/>
                        <a:pt x="0" y="8"/>
                      </a:cubicBezTo>
                      <a:cubicBezTo>
                        <a:pt x="0" y="6"/>
                        <a:pt x="0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3" y="1"/>
                        <a:pt x="14" y="3"/>
                      </a:cubicBezTo>
                      <a:cubicBezTo>
                        <a:pt x="16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Google Shape;126;p2"/>
                <p:cNvSpPr/>
                <p:nvPr/>
              </p:nvSpPr>
              <p:spPr>
                <a:xfrm>
                  <a:off x="-370675" y="4365963"/>
                  <a:ext cx="52388" cy="41275"/>
                </a:xfrm>
                <a:custGeom>
                  <a:rect b="b" l="l" r="r" t="t"/>
                  <a:pathLst>
                    <a:path extrusionOk="0" h="11" w="14">
                      <a:moveTo>
                        <a:pt x="14" y="4"/>
                      </a:moveTo>
                      <a:cubicBezTo>
                        <a:pt x="14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2" y="1"/>
                        <a:pt x="13" y="3"/>
                      </a:cubicBezTo>
                      <a:cubicBezTo>
                        <a:pt x="14" y="3"/>
                        <a:pt x="14" y="4"/>
                        <a:pt x="14" y="4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" name="Google Shape;127;p2"/>
                <p:cNvSpPr/>
                <p:nvPr/>
              </p:nvSpPr>
              <p:spPr>
                <a:xfrm>
                  <a:off x="-307175" y="428658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1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7"/>
                        <a:pt x="3" y="9"/>
                        <a:pt x="0" y="9"/>
                      </a:cubicBezTo>
                      <a:cubicBezTo>
                        <a:pt x="0" y="9"/>
                        <a:pt x="1" y="9"/>
                        <a:pt x="1" y="9"/>
                      </a:cubicBezTo>
                      <a:cubicBezTo>
                        <a:pt x="4" y="9"/>
                        <a:pt x="6" y="7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" name="Google Shape;128;p2"/>
                <p:cNvSpPr/>
                <p:nvPr/>
              </p:nvSpPr>
              <p:spPr>
                <a:xfrm>
                  <a:off x="-326225" y="428658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5"/>
                      </a:moveTo>
                      <a:cubicBezTo>
                        <a:pt x="10" y="7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5"/>
                      </a:cubicBezTo>
                      <a:cubicBezTo>
                        <a:pt x="0" y="4"/>
                        <a:pt x="1" y="4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1"/>
                        <a:pt x="3" y="0"/>
                        <a:pt x="5" y="0"/>
                      </a:cubicBezTo>
                      <a:cubicBezTo>
                        <a:pt x="6" y="0"/>
                        <a:pt x="8" y="1"/>
                        <a:pt x="9" y="2"/>
                      </a:cubicBezTo>
                      <a:cubicBezTo>
                        <a:pt x="9" y="3"/>
                        <a:pt x="10" y="4"/>
                        <a:pt x="10" y="5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" name="Google Shape;129;p2"/>
                <p:cNvSpPr/>
                <p:nvPr/>
              </p:nvSpPr>
              <p:spPr>
                <a:xfrm>
                  <a:off x="-323050" y="4286588"/>
                  <a:ext cx="30163" cy="25400"/>
                </a:xfrm>
                <a:custGeom>
                  <a:rect b="b" l="l" r="r" t="t"/>
                  <a:pathLst>
                    <a:path extrusionOk="0" h="7" w="8">
                      <a:moveTo>
                        <a:pt x="8" y="3"/>
                      </a:moveTo>
                      <a:cubicBezTo>
                        <a:pt x="8" y="5"/>
                        <a:pt x="6" y="7"/>
                        <a:pt x="4" y="7"/>
                      </a:cubicBezTo>
                      <a:cubicBezTo>
                        <a:pt x="2" y="7"/>
                        <a:pt x="0" y="5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5" y="0"/>
                        <a:pt x="7" y="1"/>
                        <a:pt x="8" y="2"/>
                      </a:cubicBezTo>
                      <a:cubicBezTo>
                        <a:pt x="8" y="2"/>
                        <a:pt x="8" y="3"/>
                        <a:pt x="8" y="3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" name="Google Shape;130;p2"/>
                <p:cNvSpPr/>
                <p:nvPr/>
              </p:nvSpPr>
              <p:spPr>
                <a:xfrm>
                  <a:off x="-315112" y="4297700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" name="Google Shape;131;p2"/>
                <p:cNvSpPr/>
                <p:nvPr/>
              </p:nvSpPr>
              <p:spPr>
                <a:xfrm>
                  <a:off x="-70637" y="4070688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5"/>
                      </a:cubicBezTo>
                      <a:cubicBezTo>
                        <a:pt x="0" y="15"/>
                        <a:pt x="0" y="15"/>
                        <a:pt x="1" y="15"/>
                      </a:cubicBezTo>
                      <a:cubicBezTo>
                        <a:pt x="5" y="15"/>
                        <a:pt x="10" y="11"/>
                        <a:pt x="10" y="7"/>
                      </a:cubicBezTo>
                      <a:cubicBezTo>
                        <a:pt x="10" y="5"/>
                        <a:pt x="9" y="4"/>
                        <a:pt x="8" y="3"/>
                      </a:cubicBezTo>
                      <a:cubicBezTo>
                        <a:pt x="6" y="1"/>
                        <a:pt x="3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" name="Google Shape;132;p2"/>
                <p:cNvSpPr/>
                <p:nvPr/>
              </p:nvSpPr>
              <p:spPr>
                <a:xfrm>
                  <a:off x="-100800" y="4070688"/>
                  <a:ext cx="60325" cy="57150"/>
                </a:xfrm>
                <a:custGeom>
                  <a:rect b="b" l="l" r="r" t="t"/>
                  <a:pathLst>
                    <a:path extrusionOk="0" h="15" w="16">
                      <a:moveTo>
                        <a:pt x="16" y="7"/>
                      </a:moveTo>
                      <a:cubicBezTo>
                        <a:pt x="16" y="11"/>
                        <a:pt x="12" y="15"/>
                        <a:pt x="8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ubicBezTo>
                        <a:pt x="0" y="6"/>
                        <a:pt x="1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5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" name="Google Shape;133;p2"/>
                <p:cNvSpPr/>
                <p:nvPr/>
              </p:nvSpPr>
              <p:spPr>
                <a:xfrm>
                  <a:off x="-96037" y="4070688"/>
                  <a:ext cx="49213" cy="42862"/>
                </a:xfrm>
                <a:custGeom>
                  <a:rect b="b" l="l" r="r" t="t"/>
                  <a:pathLst>
                    <a:path extrusionOk="0" h="11" w="13">
                      <a:moveTo>
                        <a:pt x="13" y="5"/>
                      </a:moveTo>
                      <a:cubicBezTo>
                        <a:pt x="13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1" y="1"/>
                        <a:pt x="13" y="3"/>
                      </a:cubicBezTo>
                      <a:cubicBezTo>
                        <a:pt x="13" y="3"/>
                        <a:pt x="13" y="4"/>
                        <a:pt x="13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" name="Google Shape;134;p2"/>
                <p:cNvSpPr/>
                <p:nvPr/>
              </p:nvSpPr>
              <p:spPr>
                <a:xfrm>
                  <a:off x="-84925" y="4086563"/>
                  <a:ext cx="19200" cy="192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" name="Google Shape;135;p2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" name="Google Shape;136;p2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" name="Google Shape;137;p2"/>
                <p:cNvSpPr/>
                <p:nvPr/>
              </p:nvSpPr>
              <p:spPr>
                <a:xfrm>
                  <a:off x="208763" y="4418350"/>
                  <a:ext cx="117475" cy="98425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3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20"/>
                        <a:pt x="31" y="12"/>
                      </a:cubicBezTo>
                      <a:cubicBezTo>
                        <a:pt x="31" y="9"/>
                        <a:pt x="29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" name="Google Shape;138;p2"/>
                <p:cNvSpPr/>
                <p:nvPr/>
              </p:nvSpPr>
              <p:spPr>
                <a:xfrm>
                  <a:off x="208763" y="4445338"/>
                  <a:ext cx="49213" cy="71437"/>
                </a:xfrm>
                <a:custGeom>
                  <a:rect b="b" l="l" r="r" t="t"/>
                  <a:pathLst>
                    <a:path extrusionOk="0" h="19" w="13">
                      <a:moveTo>
                        <a:pt x="0" y="6"/>
                      </a:moveTo>
                      <a:cubicBezTo>
                        <a:pt x="0" y="13"/>
                        <a:pt x="5" y="19"/>
                        <a:pt x="13" y="19"/>
                      </a:cubicBezTo>
                      <a:cubicBezTo>
                        <a:pt x="13" y="19"/>
                        <a:pt x="13" y="19"/>
                        <a:pt x="13" y="19"/>
                      </a:cubicBezTo>
                      <a:cubicBezTo>
                        <a:pt x="6" y="18"/>
                        <a:pt x="0" y="13"/>
                        <a:pt x="0" y="6"/>
                      </a:cubicBezTo>
                      <a:moveTo>
                        <a:pt x="1" y="0"/>
                      </a:moveTo>
                      <a:cubicBezTo>
                        <a:pt x="0" y="2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4"/>
                        <a:pt x="0" y="2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" name="Google Shape;139;p2"/>
                <p:cNvSpPr/>
                <p:nvPr/>
              </p:nvSpPr>
              <p:spPr>
                <a:xfrm>
                  <a:off x="208763" y="4437400"/>
                  <a:ext cx="101600" cy="79375"/>
                </a:xfrm>
                <a:custGeom>
                  <a:rect b="b" l="l" r="r" t="t"/>
                  <a:pathLst>
                    <a:path extrusionOk="0" h="21" w="27">
                      <a:moveTo>
                        <a:pt x="24" y="0"/>
                      </a:moveTo>
                      <a:cubicBezTo>
                        <a:pt x="24" y="1"/>
                        <a:pt x="24" y="2"/>
                        <a:pt x="24" y="3"/>
                      </a:cubicBezTo>
                      <a:cubicBezTo>
                        <a:pt x="24" y="9"/>
                        <a:pt x="18" y="14"/>
                        <a:pt x="12" y="14"/>
                      </a:cubicBezTo>
                      <a:cubicBezTo>
                        <a:pt x="6" y="14"/>
                        <a:pt x="1" y="9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4"/>
                        <a:pt x="0" y="6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5"/>
                        <a:pt x="6" y="20"/>
                        <a:pt x="13" y="21"/>
                      </a:cubicBezTo>
                      <a:cubicBezTo>
                        <a:pt x="20" y="20"/>
                        <a:pt x="27" y="14"/>
                        <a:pt x="27" y="7"/>
                      </a:cubicBezTo>
                      <a:cubicBezTo>
                        <a:pt x="27" y="4"/>
                        <a:pt x="26" y="2"/>
                        <a:pt x="24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" name="Google Shape;140;p2"/>
                <p:cNvSpPr/>
                <p:nvPr/>
              </p:nvSpPr>
              <p:spPr>
                <a:xfrm>
                  <a:off x="211938" y="4418350"/>
                  <a:ext cx="49213" cy="30163"/>
                </a:xfrm>
                <a:custGeom>
                  <a:rect b="b" l="l" r="r" t="t"/>
                  <a:pathLst>
                    <a:path extrusionOk="0" h="8" w="13">
                      <a:moveTo>
                        <a:pt x="12" y="0"/>
                      </a:moveTo>
                      <a:cubicBezTo>
                        <a:pt x="7" y="0"/>
                        <a:pt x="2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3" y="3"/>
                        <a:pt x="7" y="1"/>
                        <a:pt x="13" y="0"/>
                      </a:cubicBezTo>
                      <a:cubicBezTo>
                        <a:pt x="12" y="0"/>
                        <a:pt x="12" y="0"/>
                        <a:pt x="12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" name="Google Shape;141;p2"/>
                <p:cNvSpPr/>
                <p:nvPr/>
              </p:nvSpPr>
              <p:spPr>
                <a:xfrm>
                  <a:off x="211938" y="4418350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10" y="15"/>
                      </a:moveTo>
                      <a:cubicBezTo>
                        <a:pt x="8" y="15"/>
                        <a:pt x="5" y="13"/>
                        <a:pt x="5" y="11"/>
                      </a:cubicBezTo>
                      <a:cubicBezTo>
                        <a:pt x="5" y="9"/>
                        <a:pt x="8" y="7"/>
                        <a:pt x="10" y="7"/>
                      </a:cubicBezTo>
                      <a:cubicBezTo>
                        <a:pt x="13" y="7"/>
                        <a:pt x="15" y="9"/>
                        <a:pt x="15" y="11"/>
                      </a:cubicBezTo>
                      <a:cubicBezTo>
                        <a:pt x="15" y="13"/>
                        <a:pt x="13" y="15"/>
                        <a:pt x="10" y="15"/>
                      </a:cubicBezTo>
                      <a:moveTo>
                        <a:pt x="13" y="0"/>
                      </a:moveTo>
                      <a:cubicBezTo>
                        <a:pt x="7" y="1"/>
                        <a:pt x="3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4"/>
                        <a:pt x="5" y="19"/>
                        <a:pt x="11" y="19"/>
                      </a:cubicBezTo>
                      <a:cubicBezTo>
                        <a:pt x="17" y="19"/>
                        <a:pt x="23" y="14"/>
                        <a:pt x="23" y="8"/>
                      </a:cubicBezTo>
                      <a:cubicBezTo>
                        <a:pt x="23" y="7"/>
                        <a:pt x="23" y="6"/>
                        <a:pt x="23" y="5"/>
                      </a:cubicBezTo>
                      <a:cubicBezTo>
                        <a:pt x="23" y="5"/>
                        <a:pt x="23" y="5"/>
                        <a:pt x="23" y="5"/>
                      </a:cubicBezTo>
                      <a:cubicBezTo>
                        <a:pt x="20" y="2"/>
                        <a:pt x="16" y="0"/>
                        <a:pt x="13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" name="Google Shape;142;p2"/>
                <p:cNvSpPr/>
                <p:nvPr/>
              </p:nvSpPr>
              <p:spPr>
                <a:xfrm>
                  <a:off x="230988" y="4445338"/>
                  <a:ext cx="381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" name="Google Shape;143;p2"/>
                <p:cNvSpPr/>
                <p:nvPr/>
              </p:nvSpPr>
              <p:spPr>
                <a:xfrm>
                  <a:off x="77000" y="4391363"/>
                  <a:ext cx="41275" cy="65088"/>
                </a:xfrm>
                <a:custGeom>
                  <a:rect b="b" l="l" r="r" t="t"/>
                  <a:pathLst>
                    <a:path extrusionOk="0" h="17" w="1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1"/>
                        <a:pt x="5" y="2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5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7"/>
                      </a:cubicBezTo>
                      <a:cubicBezTo>
                        <a:pt x="0" y="17"/>
                        <a:pt x="0" y="17"/>
                        <a:pt x="1" y="17"/>
                      </a:cubicBezTo>
                      <a:cubicBezTo>
                        <a:pt x="6" y="17"/>
                        <a:pt x="11" y="13"/>
                        <a:pt x="11" y="8"/>
                      </a:cubicBezTo>
                      <a:cubicBezTo>
                        <a:pt x="11" y="6"/>
                        <a:pt x="10" y="5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" name="Google Shape;144;p2"/>
                <p:cNvSpPr/>
                <p:nvPr/>
              </p:nvSpPr>
              <p:spPr>
                <a:xfrm>
                  <a:off x="43663" y="4410413"/>
                  <a:ext cx="33338" cy="46037"/>
                </a:xfrm>
                <a:custGeom>
                  <a:rect b="b" l="l" r="r" t="t"/>
                  <a:pathLst>
                    <a:path extrusionOk="0" h="12" w="9">
                      <a:moveTo>
                        <a:pt x="0" y="4"/>
                      </a:moveTo>
                      <a:cubicBezTo>
                        <a:pt x="0" y="8"/>
                        <a:pt x="4" y="12"/>
                        <a:pt x="8" y="12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4" y="11"/>
                        <a:pt x="0" y="8"/>
                        <a:pt x="0" y="4"/>
                      </a:cubicBezTo>
                      <a:moveTo>
                        <a:pt x="1" y="0"/>
                      </a:moveTo>
                      <a:cubicBezTo>
                        <a:pt x="1" y="1"/>
                        <a:pt x="0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" name="Google Shape;145;p2"/>
                <p:cNvSpPr/>
                <p:nvPr/>
              </p:nvSpPr>
              <p:spPr>
                <a:xfrm>
                  <a:off x="43663" y="4402475"/>
                  <a:ext cx="63500" cy="53975"/>
                </a:xfrm>
                <a:custGeom>
                  <a:rect b="b" l="l" r="r" t="t"/>
                  <a:pathLst>
                    <a:path extrusionOk="0" h="14" w="17">
                      <a:moveTo>
                        <a:pt x="15" y="0"/>
                      </a:moveTo>
                      <a:cubicBezTo>
                        <a:pt x="16" y="1"/>
                        <a:pt x="16" y="2"/>
                        <a:pt x="16" y="2"/>
                      </a:cubicBezTo>
                      <a:cubicBezTo>
                        <a:pt x="16" y="6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0"/>
                        <a:pt x="4" y="13"/>
                        <a:pt x="9" y="14"/>
                      </a:cubicBezTo>
                      <a:cubicBezTo>
                        <a:pt x="13" y="13"/>
                        <a:pt x="17" y="9"/>
                        <a:pt x="17" y="5"/>
                      </a:cubicBezTo>
                      <a:cubicBezTo>
                        <a:pt x="17" y="3"/>
                        <a:pt x="17" y="2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" name="Google Shape;146;p2"/>
                <p:cNvSpPr/>
                <p:nvPr/>
              </p:nvSpPr>
              <p:spPr>
                <a:xfrm>
                  <a:off x="46838" y="4391363"/>
                  <a:ext cx="30163" cy="19050"/>
                </a:xfrm>
                <a:custGeom>
                  <a:rect b="b" l="l" r="r" t="t"/>
                  <a:pathLst>
                    <a:path extrusionOk="0" h="5" w="8">
                      <a:moveTo>
                        <a:pt x="7" y="0"/>
                      </a:moveTo>
                      <a:cubicBezTo>
                        <a:pt x="4" y="0"/>
                        <a:pt x="1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2" y="2"/>
                        <a:pt x="5" y="1"/>
                        <a:pt x="8" y="0"/>
                      </a:cubicBezTo>
                      <a:cubicBezTo>
                        <a:pt x="8" y="0"/>
                        <a:pt x="8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" name="Google Shape;147;p2"/>
                <p:cNvSpPr/>
                <p:nvPr/>
              </p:nvSpPr>
              <p:spPr>
                <a:xfrm>
                  <a:off x="46838" y="4391363"/>
                  <a:ext cx="57150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10"/>
                      </a:move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5"/>
                        <a:pt x="7" y="5"/>
                      </a:cubicBezTo>
                      <a:cubicBezTo>
                        <a:pt x="8" y="5"/>
                        <a:pt x="10" y="6"/>
                        <a:pt x="10" y="7"/>
                      </a:cubicBezTo>
                      <a:cubicBezTo>
                        <a:pt x="10" y="9"/>
                        <a:pt x="8" y="10"/>
                        <a:pt x="7" y="10"/>
                      </a:cubicBezTo>
                      <a:moveTo>
                        <a:pt x="8" y="0"/>
                      </a:moveTo>
                      <a:cubicBezTo>
                        <a:pt x="5" y="1"/>
                        <a:pt x="2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9"/>
                        <a:pt x="15" y="5"/>
                      </a:cubicBezTo>
                      <a:cubicBezTo>
                        <a:pt x="15" y="5"/>
                        <a:pt x="15" y="4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0" y="1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2"/>
                <p:cNvSpPr/>
                <p:nvPr/>
              </p:nvSpPr>
              <p:spPr>
                <a:xfrm>
                  <a:off x="62713" y="441041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p2"/>
                <p:cNvSpPr/>
                <p:nvPr/>
              </p:nvSpPr>
              <p:spPr>
                <a:xfrm>
                  <a:off x="299250" y="4229438"/>
                  <a:ext cx="79375" cy="60325"/>
                </a:xfrm>
                <a:custGeom>
                  <a:rect b="b" l="l" r="r" t="t"/>
                  <a:pathLst>
                    <a:path extrusionOk="0" h="16" w="21">
                      <a:moveTo>
                        <a:pt x="19" y="0"/>
                      </a:moveTo>
                      <a:cubicBezTo>
                        <a:pt x="19" y="0"/>
                        <a:pt x="19" y="1"/>
                        <a:pt x="19" y="2"/>
                      </a:cubicBezTo>
                      <a:cubicBezTo>
                        <a:pt x="19" y="7"/>
                        <a:pt x="15" y="11"/>
                        <a:pt x="10" y="11"/>
                      </a:cubicBezTo>
                      <a:cubicBezTo>
                        <a:pt x="5" y="11"/>
                        <a:pt x="1" y="7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5" y="16"/>
                        <a:pt x="11" y="16"/>
                      </a:cubicBezTo>
                      <a:cubicBezTo>
                        <a:pt x="16" y="16"/>
                        <a:pt x="21" y="11"/>
                        <a:pt x="21" y="6"/>
                      </a:cubicBezTo>
                      <a:cubicBezTo>
                        <a:pt x="21" y="3"/>
                        <a:pt x="20" y="1"/>
                        <a:pt x="19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p2"/>
                <p:cNvSpPr/>
                <p:nvPr/>
              </p:nvSpPr>
              <p:spPr>
                <a:xfrm>
                  <a:off x="302425" y="4215150"/>
                  <a:ext cx="68262" cy="55563"/>
                </a:xfrm>
                <a:custGeom>
                  <a:rect b="b" l="l" r="r" t="t"/>
                  <a:pathLst>
                    <a:path extrusionOk="0" h="15" w="18">
                      <a:moveTo>
                        <a:pt x="8" y="12"/>
                      </a:moveTo>
                      <a:cubicBezTo>
                        <a:pt x="6" y="12"/>
                        <a:pt x="4" y="10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0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6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8" y="11"/>
                        <a:pt x="18" y="6"/>
                      </a:cubicBezTo>
                      <a:cubicBezTo>
                        <a:pt x="18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2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" name="Google Shape;151;p2"/>
                <p:cNvSpPr/>
                <p:nvPr/>
              </p:nvSpPr>
              <p:spPr>
                <a:xfrm>
                  <a:off x="318300" y="4234200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" name="Google Shape;152;p2"/>
                <p:cNvSpPr/>
                <p:nvPr/>
              </p:nvSpPr>
              <p:spPr>
                <a:xfrm>
                  <a:off x="340525" y="4215150"/>
                  <a:ext cx="52388" cy="74613"/>
                </a:xfrm>
                <a:custGeom>
                  <a:rect b="b" l="l" r="r" t="t"/>
                  <a:pathLst>
                    <a:path extrusionOk="0" h="20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2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9" y="5"/>
                        <a:pt x="10" y="7"/>
                        <a:pt x="10" y="10"/>
                      </a:cubicBezTo>
                      <a:cubicBezTo>
                        <a:pt x="10" y="15"/>
                        <a:pt x="5" y="20"/>
                        <a:pt x="0" y="20"/>
                      </a:cubicBezTo>
                      <a:cubicBezTo>
                        <a:pt x="0" y="20"/>
                        <a:pt x="0" y="20"/>
                        <a:pt x="1" y="20"/>
                      </a:cubicBezTo>
                      <a:cubicBezTo>
                        <a:pt x="7" y="20"/>
                        <a:pt x="14" y="15"/>
                        <a:pt x="14" y="10"/>
                      </a:cubicBezTo>
                      <a:cubicBezTo>
                        <a:pt x="14" y="7"/>
                        <a:pt x="12" y="5"/>
                        <a:pt x="11" y="4"/>
                      </a:cubicBezTo>
                      <a:cubicBezTo>
                        <a:pt x="8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" name="Google Shape;153;p2"/>
                <p:cNvSpPr/>
                <p:nvPr/>
              </p:nvSpPr>
              <p:spPr>
                <a:xfrm>
                  <a:off x="-5550" y="4539000"/>
                  <a:ext cx="22225" cy="3810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8"/>
                        <a:pt x="2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3" y="10"/>
                        <a:pt x="6" y="8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" name="Google Shape;154;p2"/>
                <p:cNvSpPr/>
                <p:nvPr/>
              </p:nvSpPr>
              <p:spPr>
                <a:xfrm>
                  <a:off x="-27775" y="4546938"/>
                  <a:ext cx="41275" cy="30163"/>
                </a:xfrm>
                <a:custGeom>
                  <a:rect b="b" l="l" r="r" t="t"/>
                  <a:pathLst>
                    <a:path extrusionOk="0" h="8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7" y="6"/>
                        <a:pt x="5" y="6"/>
                      </a:cubicBezTo>
                      <a:cubicBezTo>
                        <a:pt x="3" y="6"/>
                        <a:pt x="1" y="4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3" y="8"/>
                        <a:pt x="6" y="8"/>
                      </a:cubicBezTo>
                      <a:cubicBezTo>
                        <a:pt x="8" y="8"/>
                        <a:pt x="11" y="6"/>
                        <a:pt x="11" y="3"/>
                      </a:cubicBezTo>
                      <a:cubicBezTo>
                        <a:pt x="11" y="2"/>
                        <a:pt x="10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" name="Google Shape;155;p2"/>
                <p:cNvSpPr/>
                <p:nvPr/>
              </p:nvSpPr>
              <p:spPr>
                <a:xfrm>
                  <a:off x="-24600" y="4539000"/>
                  <a:ext cx="33338" cy="30163"/>
                </a:xfrm>
                <a:custGeom>
                  <a:rect b="b" l="l" r="r" t="t"/>
                  <a:pathLst>
                    <a:path extrusionOk="0" h="8" w="9">
                      <a:moveTo>
                        <a:pt x="4" y="6"/>
                      </a:moveTo>
                      <a:cubicBezTo>
                        <a:pt x="3" y="6"/>
                        <a:pt x="2" y="5"/>
                        <a:pt x="2" y="4"/>
                      </a:cubicBezTo>
                      <a:cubicBezTo>
                        <a:pt x="2" y="4"/>
                        <a:pt x="3" y="3"/>
                        <a:pt x="4" y="3"/>
                      </a:cubicBezTo>
                      <a:cubicBezTo>
                        <a:pt x="5" y="3"/>
                        <a:pt x="6" y="4"/>
                        <a:pt x="6" y="4"/>
                      </a:cubicBezTo>
                      <a:cubicBezTo>
                        <a:pt x="6" y="5"/>
                        <a:pt x="5" y="6"/>
                        <a:pt x="4" y="6"/>
                      </a:cubicBezTo>
                      <a:moveTo>
                        <a:pt x="5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6" y="8"/>
                        <a:pt x="9" y="6"/>
                        <a:pt x="9" y="3"/>
                      </a:cubicBezTo>
                      <a:cubicBezTo>
                        <a:pt x="9" y="3"/>
                        <a:pt x="9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8" y="1"/>
                        <a:pt x="6" y="0"/>
                        <a:pt x="5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" name="Google Shape;156;p2"/>
                <p:cNvSpPr/>
                <p:nvPr/>
              </p:nvSpPr>
              <p:spPr>
                <a:xfrm>
                  <a:off x="-16662" y="455011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" name="Google Shape;157;p2"/>
                <p:cNvSpPr/>
                <p:nvPr/>
              </p:nvSpPr>
              <p:spPr>
                <a:xfrm>
                  <a:off x="-107150" y="4311988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9" y="6"/>
                        <a:pt x="9" y="7"/>
                      </a:cubicBezTo>
                      <a:cubicBezTo>
                        <a:pt x="9" y="12"/>
                        <a:pt x="4" y="16"/>
                        <a:pt x="0" y="16"/>
                      </a:cubicBezTo>
                      <a:cubicBezTo>
                        <a:pt x="0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6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" name="Google Shape;158;p2"/>
                <p:cNvSpPr/>
                <p:nvPr/>
              </p:nvSpPr>
              <p:spPr>
                <a:xfrm>
                  <a:off x="-142075" y="4324688"/>
                  <a:ext cx="68262" cy="47625"/>
                </a:xfrm>
                <a:custGeom>
                  <a:rect b="b" l="l" r="r" t="t"/>
                  <a:pathLst>
                    <a:path extrusionOk="0" h="13" w="18">
                      <a:moveTo>
                        <a:pt x="15" y="0"/>
                      </a:moveTo>
                      <a:cubicBezTo>
                        <a:pt x="16" y="0"/>
                        <a:pt x="16" y="1"/>
                        <a:pt x="16" y="1"/>
                      </a:cubicBezTo>
                      <a:cubicBezTo>
                        <a:pt x="16" y="5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0" y="4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4" y="13"/>
                        <a:pt x="9" y="13"/>
                      </a:cubicBezTo>
                      <a:cubicBezTo>
                        <a:pt x="13" y="13"/>
                        <a:pt x="18" y="9"/>
                        <a:pt x="18" y="4"/>
                      </a:cubicBezTo>
                      <a:cubicBezTo>
                        <a:pt x="18" y="3"/>
                        <a:pt x="17" y="1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" name="Google Shape;159;p2"/>
                <p:cNvSpPr/>
                <p:nvPr/>
              </p:nvSpPr>
              <p:spPr>
                <a:xfrm>
                  <a:off x="-137312" y="4311988"/>
                  <a:ext cx="55563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9"/>
                      </a:moveTo>
                      <a:cubicBezTo>
                        <a:pt x="5" y="9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8" y="4"/>
                        <a:pt x="10" y="5"/>
                        <a:pt x="10" y="7"/>
                      </a:cubicBezTo>
                      <a:cubicBezTo>
                        <a:pt x="10" y="8"/>
                        <a:pt x="8" y="9"/>
                        <a:pt x="7" y="9"/>
                      </a:cubicBezTo>
                      <a:moveTo>
                        <a:pt x="8" y="0"/>
                      </a:moveTo>
                      <a:cubicBezTo>
                        <a:pt x="5" y="0"/>
                        <a:pt x="2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8"/>
                        <a:pt x="15" y="4"/>
                      </a:cubicBezTo>
                      <a:cubicBezTo>
                        <a:pt x="15" y="4"/>
                        <a:pt x="15" y="3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1"/>
                        <a:pt x="11" y="0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" name="Google Shape;160;p2"/>
                <p:cNvSpPr/>
                <p:nvPr/>
              </p:nvSpPr>
              <p:spPr>
                <a:xfrm>
                  <a:off x="-123025" y="432786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" name="Google Shape;161;p2"/>
                <p:cNvSpPr/>
                <p:nvPr/>
              </p:nvSpPr>
              <p:spPr>
                <a:xfrm>
                  <a:off x="-24600" y="4215150"/>
                  <a:ext cx="26988" cy="41275"/>
                </a:xfrm>
                <a:custGeom>
                  <a:rect b="b" l="l" r="r" t="t"/>
                  <a:pathLst>
                    <a:path extrusionOk="0" h="11" w="7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3"/>
                        <a:pt x="5" y="4"/>
                        <a:pt x="5" y="5"/>
                      </a:cubicBezTo>
                      <a:cubicBezTo>
                        <a:pt x="5" y="8"/>
                        <a:pt x="2" y="11"/>
                        <a:pt x="0" y="1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4" y="11"/>
                        <a:pt x="7" y="8"/>
                        <a:pt x="7" y="5"/>
                      </a:cubicBezTo>
                      <a:cubicBezTo>
                        <a:pt x="7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" name="Google Shape;162;p2"/>
                <p:cNvSpPr/>
                <p:nvPr/>
              </p:nvSpPr>
              <p:spPr>
                <a:xfrm>
                  <a:off x="-46825" y="4221500"/>
                  <a:ext cx="41275" cy="34925"/>
                </a:xfrm>
                <a:custGeom>
                  <a:rect b="b" l="l" r="r" t="t"/>
                  <a:pathLst>
                    <a:path extrusionOk="0" h="9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8" y="6"/>
                        <a:pt x="5" y="6"/>
                      </a:cubicBezTo>
                      <a:cubicBezTo>
                        <a:pt x="2" y="6"/>
                        <a:pt x="0" y="4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9"/>
                        <a:pt x="6" y="9"/>
                      </a:cubicBezTo>
                      <a:cubicBezTo>
                        <a:pt x="8" y="9"/>
                        <a:pt x="11" y="6"/>
                        <a:pt x="11" y="3"/>
                      </a:cubicBezTo>
                      <a:cubicBezTo>
                        <a:pt x="11" y="2"/>
                        <a:pt x="11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" name="Google Shape;163;p2"/>
                <p:cNvSpPr/>
                <p:nvPr/>
              </p:nvSpPr>
              <p:spPr>
                <a:xfrm>
                  <a:off x="-46825" y="4215150"/>
                  <a:ext cx="36513" cy="30163"/>
                </a:xfrm>
                <a:custGeom>
                  <a:rect b="b" l="l" r="r" t="t"/>
                  <a:pathLst>
                    <a:path extrusionOk="0" h="8" w="10">
                      <a:moveTo>
                        <a:pt x="5" y="6"/>
                      </a:moveTo>
                      <a:cubicBezTo>
                        <a:pt x="4" y="6"/>
                        <a:pt x="3" y="5"/>
                        <a:pt x="3" y="4"/>
                      </a:cubicBezTo>
                      <a:cubicBezTo>
                        <a:pt x="3" y="4"/>
                        <a:pt x="4" y="3"/>
                        <a:pt x="5" y="3"/>
                      </a:cubicBezTo>
                      <a:cubicBezTo>
                        <a:pt x="6" y="3"/>
                        <a:pt x="7" y="4"/>
                        <a:pt x="7" y="4"/>
                      </a:cubicBezTo>
                      <a:cubicBezTo>
                        <a:pt x="7" y="5"/>
                        <a:pt x="6" y="6"/>
                        <a:pt x="5" y="6"/>
                      </a:cubicBezTo>
                      <a:moveTo>
                        <a:pt x="6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5" y="8"/>
                      </a:cubicBezTo>
                      <a:cubicBezTo>
                        <a:pt x="8" y="8"/>
                        <a:pt x="10" y="6"/>
                        <a:pt x="10" y="3"/>
                      </a:cubicBezTo>
                      <a:cubicBezTo>
                        <a:pt x="10" y="3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9" y="1"/>
                        <a:pt x="7" y="0"/>
                        <a:pt x="6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2"/>
                <p:cNvSpPr/>
                <p:nvPr/>
              </p:nvSpPr>
              <p:spPr>
                <a:xfrm>
                  <a:off x="-35712" y="422626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p2"/>
                <p:cNvSpPr/>
                <p:nvPr/>
              </p:nvSpPr>
              <p:spPr>
                <a:xfrm>
                  <a:off x="219875" y="4154825"/>
                  <a:ext cx="34925" cy="49213"/>
                </a:xfrm>
                <a:custGeom>
                  <a:rect b="b" l="l" r="r" t="t"/>
                  <a:pathLst>
                    <a:path extrusionOk="0" h="13" w="9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3"/>
                        <a:pt x="7" y="4"/>
                        <a:pt x="7" y="6"/>
                      </a:cubicBezTo>
                      <a:cubicBezTo>
                        <a:pt x="7" y="10"/>
                        <a:pt x="3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5" y="13"/>
                        <a:pt x="9" y="10"/>
                        <a:pt x="9" y="6"/>
                      </a:cubicBezTo>
                      <a:cubicBezTo>
                        <a:pt x="9" y="4"/>
                        <a:pt x="8" y="3"/>
                        <a:pt x="7" y="2"/>
                      </a:cubicBezTo>
                      <a:cubicBezTo>
                        <a:pt x="5" y="0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" name="Google Shape;166;p2"/>
                <p:cNvSpPr/>
                <p:nvPr/>
              </p:nvSpPr>
              <p:spPr>
                <a:xfrm>
                  <a:off x="194475" y="4161175"/>
                  <a:ext cx="52388" cy="42862"/>
                </a:xfrm>
                <a:custGeom>
                  <a:rect b="b" l="l" r="r" t="t"/>
                  <a:pathLst>
                    <a:path extrusionOk="0" h="11" w="14">
                      <a:moveTo>
                        <a:pt x="12" y="0"/>
                      </a:moveTo>
                      <a:cubicBezTo>
                        <a:pt x="12" y="0"/>
                        <a:pt x="12" y="1"/>
                        <a:pt x="12" y="2"/>
                      </a:cubicBezTo>
                      <a:cubicBezTo>
                        <a:pt x="12" y="5"/>
                        <a:pt x="9" y="8"/>
                        <a:pt x="6" y="8"/>
                      </a:cubicBezTo>
                      <a:cubicBezTo>
                        <a:pt x="3" y="8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8"/>
                        <a:pt x="3" y="11"/>
                        <a:pt x="7" y="11"/>
                      </a:cubicBezTo>
                      <a:cubicBezTo>
                        <a:pt x="10" y="11"/>
                        <a:pt x="14" y="8"/>
                        <a:pt x="14" y="4"/>
                      </a:cubicBezTo>
                      <a:cubicBezTo>
                        <a:pt x="14" y="2"/>
                        <a:pt x="13" y="1"/>
                        <a:pt x="12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" name="Google Shape;167;p2"/>
                <p:cNvSpPr/>
                <p:nvPr/>
              </p:nvSpPr>
              <p:spPr>
                <a:xfrm>
                  <a:off x="194475" y="4154825"/>
                  <a:ext cx="44450" cy="36513"/>
                </a:xfrm>
                <a:custGeom>
                  <a:rect b="b" l="l" r="r" t="t"/>
                  <a:pathLst>
                    <a:path extrusionOk="0" h="10" w="12">
                      <a:moveTo>
                        <a:pt x="6" y="7"/>
                      </a:moveTo>
                      <a:cubicBezTo>
                        <a:pt x="4" y="7"/>
                        <a:pt x="3" y="6"/>
                        <a:pt x="3" y="5"/>
                      </a:cubicBezTo>
                      <a:cubicBezTo>
                        <a:pt x="3" y="4"/>
                        <a:pt x="4" y="3"/>
                        <a:pt x="6" y="3"/>
                      </a:cubicBezTo>
                      <a:cubicBezTo>
                        <a:pt x="7" y="3"/>
                        <a:pt x="8" y="4"/>
                        <a:pt x="8" y="5"/>
                      </a:cubicBezTo>
                      <a:cubicBezTo>
                        <a:pt x="8" y="6"/>
                        <a:pt x="7" y="7"/>
                        <a:pt x="6" y="7"/>
                      </a:cubicBezTo>
                      <a:moveTo>
                        <a:pt x="7" y="0"/>
                      </a:moveTo>
                      <a:cubicBezTo>
                        <a:pt x="4" y="0"/>
                        <a:pt x="2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7"/>
                        <a:pt x="3" y="10"/>
                        <a:pt x="6" y="10"/>
                      </a:cubicBezTo>
                      <a:cubicBezTo>
                        <a:pt x="9" y="10"/>
                        <a:pt x="12" y="7"/>
                        <a:pt x="12" y="4"/>
                      </a:cubicBezTo>
                      <a:cubicBezTo>
                        <a:pt x="12" y="3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1" y="1"/>
                        <a:pt x="9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" name="Google Shape;168;p2"/>
                <p:cNvSpPr/>
                <p:nvPr/>
              </p:nvSpPr>
              <p:spPr>
                <a:xfrm>
                  <a:off x="205588" y="4165938"/>
                  <a:ext cx="19200" cy="144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" name="Google Shape;169;p2"/>
                <p:cNvSpPr/>
                <p:nvPr/>
              </p:nvSpPr>
              <p:spPr>
                <a:xfrm>
                  <a:off x="189713" y="4667588"/>
                  <a:ext cx="52388" cy="79375"/>
                </a:xfrm>
                <a:custGeom>
                  <a:rect b="b" l="l" r="r" t="t"/>
                  <a:pathLst>
                    <a:path extrusionOk="0" h="21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1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10" y="5"/>
                        <a:pt x="11" y="7"/>
                        <a:pt x="11" y="10"/>
                      </a:cubicBezTo>
                      <a:cubicBezTo>
                        <a:pt x="11" y="16"/>
                        <a:pt x="5" y="21"/>
                        <a:pt x="0" y="21"/>
                      </a:cubicBezTo>
                      <a:cubicBezTo>
                        <a:pt x="0" y="21"/>
                        <a:pt x="0" y="21"/>
                        <a:pt x="1" y="21"/>
                      </a:cubicBezTo>
                      <a:cubicBezTo>
                        <a:pt x="7" y="21"/>
                        <a:pt x="14" y="16"/>
                        <a:pt x="14" y="10"/>
                      </a:cubicBezTo>
                      <a:cubicBezTo>
                        <a:pt x="14" y="7"/>
                        <a:pt x="13" y="5"/>
                        <a:pt x="11" y="4"/>
                      </a:cubicBezTo>
                      <a:cubicBezTo>
                        <a:pt x="8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" name="Google Shape;170;p2"/>
                <p:cNvSpPr/>
                <p:nvPr/>
              </p:nvSpPr>
              <p:spPr>
                <a:xfrm>
                  <a:off x="145263" y="4681875"/>
                  <a:ext cx="85725" cy="65088"/>
                </a:xfrm>
                <a:custGeom>
                  <a:rect b="b" l="l" r="r" t="t"/>
                  <a:pathLst>
                    <a:path extrusionOk="0" h="17" w="23">
                      <a:moveTo>
                        <a:pt x="20" y="0"/>
                      </a:moveTo>
                      <a:cubicBezTo>
                        <a:pt x="20" y="0"/>
                        <a:pt x="21" y="1"/>
                        <a:pt x="21" y="2"/>
                      </a:cubicBezTo>
                      <a:cubicBezTo>
                        <a:pt x="21" y="7"/>
                        <a:pt x="16" y="11"/>
                        <a:pt x="11" y="11"/>
                      </a:cubicBezTo>
                      <a:cubicBezTo>
                        <a:pt x="6" y="11"/>
                        <a:pt x="2" y="7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2"/>
                        <a:pt x="5" y="17"/>
                        <a:pt x="12" y="17"/>
                      </a:cubicBezTo>
                      <a:cubicBezTo>
                        <a:pt x="17" y="17"/>
                        <a:pt x="23" y="12"/>
                        <a:pt x="23" y="6"/>
                      </a:cubicBezTo>
                      <a:cubicBezTo>
                        <a:pt x="23" y="3"/>
                        <a:pt x="22" y="1"/>
                        <a:pt x="2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" name="Google Shape;171;p2"/>
                <p:cNvSpPr/>
                <p:nvPr/>
              </p:nvSpPr>
              <p:spPr>
                <a:xfrm>
                  <a:off x="151613" y="4667588"/>
                  <a:ext cx="73025" cy="55563"/>
                </a:xfrm>
                <a:custGeom>
                  <a:rect b="b" l="l" r="r" t="t"/>
                  <a:pathLst>
                    <a:path extrusionOk="0" h="15" w="19">
                      <a:moveTo>
                        <a:pt x="8" y="12"/>
                      </a:moveTo>
                      <a:cubicBezTo>
                        <a:pt x="6" y="12"/>
                        <a:pt x="4" y="11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1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5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9" y="11"/>
                        <a:pt x="19" y="6"/>
                      </a:cubicBezTo>
                      <a:cubicBezTo>
                        <a:pt x="19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1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" name="Google Shape;172;p2"/>
                <p:cNvSpPr/>
                <p:nvPr/>
              </p:nvSpPr>
              <p:spPr>
                <a:xfrm>
                  <a:off x="167488" y="4686638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3" name="Google Shape;173;p2"/>
              <p:cNvGrpSpPr/>
              <p:nvPr/>
            </p:nvGrpSpPr>
            <p:grpSpPr>
              <a:xfrm rot="8272449">
                <a:off x="-305911" y="889998"/>
                <a:ext cx="852258" cy="1180819"/>
                <a:chOff x="8260675" y="2995400"/>
                <a:chExt cx="811213" cy="1123950"/>
              </a:xfrm>
            </p:grpSpPr>
            <p:sp>
              <p:nvSpPr>
                <p:cNvPr id="174" name="Google Shape;174;p2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" name="Google Shape;175;p2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2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2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" name="Google Shape;178;p2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" name="Google Shape;179;p2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" name="Google Shape;180;p2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2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2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2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2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2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2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2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8" name="Google Shape;188;p2"/>
            <p:cNvGrpSpPr/>
            <p:nvPr/>
          </p:nvGrpSpPr>
          <p:grpSpPr>
            <a:xfrm flipH="1">
              <a:off x="7923314" y="103650"/>
              <a:ext cx="1011166" cy="862699"/>
              <a:chOff x="-469100" y="3905588"/>
              <a:chExt cx="1352550" cy="1154113"/>
            </a:xfrm>
          </p:grpSpPr>
          <p:grpSp>
            <p:nvGrpSpPr>
              <p:cNvPr id="189" name="Google Shape;189;p2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190" name="Google Shape;190;p2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2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2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2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4" name="Google Shape;194;p2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2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2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2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2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2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2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2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2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2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2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2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2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2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2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2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2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2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2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2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2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2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2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2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2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2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2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2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1" name="Google Shape;261;p2"/>
            <p:cNvGrpSpPr/>
            <p:nvPr/>
          </p:nvGrpSpPr>
          <p:grpSpPr>
            <a:xfrm>
              <a:off x="7954525" y="3139800"/>
              <a:ext cx="1657606" cy="2000895"/>
              <a:chOff x="7954525" y="3139800"/>
              <a:chExt cx="1657606" cy="2000895"/>
            </a:xfrm>
          </p:grpSpPr>
          <p:grpSp>
            <p:nvGrpSpPr>
              <p:cNvPr id="262" name="Google Shape;262;p2"/>
              <p:cNvGrpSpPr/>
              <p:nvPr/>
            </p:nvGrpSpPr>
            <p:grpSpPr>
              <a:xfrm flipH="1">
                <a:off x="7954525" y="3986540"/>
                <a:ext cx="948772" cy="1154156"/>
                <a:chOff x="7491913" y="372038"/>
                <a:chExt cx="1503363" cy="1828800"/>
              </a:xfrm>
            </p:grpSpPr>
            <p:sp>
              <p:nvSpPr>
                <p:cNvPr id="263" name="Google Shape;263;p2"/>
                <p:cNvSpPr/>
                <p:nvPr/>
              </p:nvSpPr>
              <p:spPr>
                <a:xfrm>
                  <a:off x="8117388" y="1383275"/>
                  <a:ext cx="746125" cy="700088"/>
                </a:xfrm>
                <a:custGeom>
                  <a:rect b="b" l="l" r="r" t="t"/>
                  <a:pathLst>
                    <a:path extrusionOk="0" h="186" w="198">
                      <a:moveTo>
                        <a:pt x="12" y="0"/>
                      </a:moveTo>
                      <a:cubicBezTo>
                        <a:pt x="13" y="13"/>
                        <a:pt x="15" y="26"/>
                        <a:pt x="20" y="38"/>
                      </a:cubicBezTo>
                      <a:cubicBezTo>
                        <a:pt x="25" y="50"/>
                        <a:pt x="32" y="61"/>
                        <a:pt x="43" y="67"/>
                      </a:cubicBezTo>
                      <a:cubicBezTo>
                        <a:pt x="54" y="73"/>
                        <a:pt x="68" y="74"/>
                        <a:pt x="81" y="74"/>
                      </a:cubicBezTo>
                      <a:cubicBezTo>
                        <a:pt x="88" y="73"/>
                        <a:pt x="94" y="73"/>
                        <a:pt x="101" y="72"/>
                      </a:cubicBezTo>
                      <a:cubicBezTo>
                        <a:pt x="108" y="72"/>
                        <a:pt x="116" y="72"/>
                        <a:pt x="123" y="74"/>
                      </a:cubicBezTo>
                      <a:cubicBezTo>
                        <a:pt x="127" y="75"/>
                        <a:pt x="130" y="77"/>
                        <a:pt x="133" y="80"/>
                      </a:cubicBezTo>
                      <a:cubicBezTo>
                        <a:pt x="136" y="83"/>
                        <a:pt x="137" y="86"/>
                        <a:pt x="139" y="90"/>
                      </a:cubicBezTo>
                      <a:cubicBezTo>
                        <a:pt x="141" y="97"/>
                        <a:pt x="142" y="104"/>
                        <a:pt x="142" y="111"/>
                      </a:cubicBezTo>
                      <a:cubicBezTo>
                        <a:pt x="143" y="125"/>
                        <a:pt x="142" y="138"/>
                        <a:pt x="142" y="152"/>
                      </a:cubicBezTo>
                      <a:cubicBezTo>
                        <a:pt x="142" y="155"/>
                        <a:pt x="142" y="159"/>
                        <a:pt x="142" y="162"/>
                      </a:cubicBezTo>
                      <a:cubicBezTo>
                        <a:pt x="142" y="166"/>
                        <a:pt x="142" y="169"/>
                        <a:pt x="144" y="172"/>
                      </a:cubicBezTo>
                      <a:cubicBezTo>
                        <a:pt x="144" y="173"/>
                        <a:pt x="144" y="173"/>
                        <a:pt x="145" y="174"/>
                      </a:cubicBezTo>
                      <a:cubicBezTo>
                        <a:pt x="145" y="174"/>
                        <a:pt x="146" y="175"/>
                        <a:pt x="147" y="175"/>
                      </a:cubicBezTo>
                      <a:cubicBezTo>
                        <a:pt x="148" y="176"/>
                        <a:pt x="149" y="177"/>
                        <a:pt x="151" y="178"/>
                      </a:cubicBezTo>
                      <a:cubicBezTo>
                        <a:pt x="154" y="179"/>
                        <a:pt x="157" y="179"/>
                        <a:pt x="160" y="179"/>
                      </a:cubicBezTo>
                      <a:cubicBezTo>
                        <a:pt x="167" y="178"/>
                        <a:pt x="174" y="175"/>
                        <a:pt x="181" y="175"/>
                      </a:cubicBezTo>
                      <a:cubicBezTo>
                        <a:pt x="184" y="175"/>
                        <a:pt x="188" y="177"/>
                        <a:pt x="190" y="178"/>
                      </a:cubicBezTo>
                      <a:cubicBezTo>
                        <a:pt x="193" y="180"/>
                        <a:pt x="196" y="183"/>
                        <a:pt x="198" y="186"/>
                      </a:cubicBezTo>
                      <a:cubicBezTo>
                        <a:pt x="196" y="183"/>
                        <a:pt x="193" y="180"/>
                        <a:pt x="190" y="179"/>
                      </a:cubicBezTo>
                      <a:cubicBezTo>
                        <a:pt x="187" y="177"/>
                        <a:pt x="184" y="176"/>
                        <a:pt x="181" y="176"/>
                      </a:cubicBezTo>
                      <a:cubicBezTo>
                        <a:pt x="174" y="176"/>
                        <a:pt x="167" y="179"/>
                        <a:pt x="161" y="180"/>
                      </a:cubicBezTo>
                      <a:cubicBezTo>
                        <a:pt x="157" y="181"/>
                        <a:pt x="153" y="181"/>
                        <a:pt x="150" y="180"/>
                      </a:cubicBezTo>
                      <a:cubicBezTo>
                        <a:pt x="148" y="179"/>
                        <a:pt x="147" y="178"/>
                        <a:pt x="145" y="177"/>
                      </a:cubicBezTo>
                      <a:cubicBezTo>
                        <a:pt x="145" y="176"/>
                        <a:pt x="144" y="176"/>
                        <a:pt x="143" y="175"/>
                      </a:cubicBezTo>
                      <a:cubicBezTo>
                        <a:pt x="143" y="175"/>
                        <a:pt x="142" y="174"/>
                        <a:pt x="141" y="173"/>
                      </a:cubicBezTo>
                      <a:cubicBezTo>
                        <a:pt x="140" y="169"/>
                        <a:pt x="139" y="166"/>
                        <a:pt x="139" y="162"/>
                      </a:cubicBezTo>
                      <a:cubicBezTo>
                        <a:pt x="139" y="159"/>
                        <a:pt x="139" y="155"/>
                        <a:pt x="139" y="152"/>
                      </a:cubicBezTo>
                      <a:cubicBezTo>
                        <a:pt x="139" y="138"/>
                        <a:pt x="139" y="125"/>
                        <a:pt x="138" y="111"/>
                      </a:cubicBezTo>
                      <a:cubicBezTo>
                        <a:pt x="137" y="104"/>
                        <a:pt x="136" y="98"/>
                        <a:pt x="134" y="92"/>
                      </a:cubicBezTo>
                      <a:cubicBezTo>
                        <a:pt x="132" y="89"/>
                        <a:pt x="131" y="86"/>
                        <a:pt x="129" y="84"/>
                      </a:cubicBezTo>
                      <a:cubicBezTo>
                        <a:pt x="127" y="82"/>
                        <a:pt x="124" y="81"/>
                        <a:pt x="121" y="80"/>
                      </a:cubicBezTo>
                      <a:cubicBezTo>
                        <a:pt x="115" y="78"/>
                        <a:pt x="109" y="79"/>
                        <a:pt x="102" y="79"/>
                      </a:cubicBezTo>
                      <a:cubicBezTo>
                        <a:pt x="95" y="80"/>
                        <a:pt x="88" y="81"/>
                        <a:pt x="81" y="81"/>
                      </a:cubicBezTo>
                      <a:cubicBezTo>
                        <a:pt x="74" y="82"/>
                        <a:pt x="67" y="82"/>
                        <a:pt x="60" y="81"/>
                      </a:cubicBezTo>
                      <a:cubicBezTo>
                        <a:pt x="53" y="81"/>
                        <a:pt x="46" y="79"/>
                        <a:pt x="39" y="75"/>
                      </a:cubicBezTo>
                      <a:cubicBezTo>
                        <a:pt x="32" y="72"/>
                        <a:pt x="26" y="67"/>
                        <a:pt x="21" y="61"/>
                      </a:cubicBezTo>
                      <a:cubicBezTo>
                        <a:pt x="17" y="56"/>
                        <a:pt x="13" y="49"/>
                        <a:pt x="10" y="43"/>
                      </a:cubicBezTo>
                      <a:cubicBezTo>
                        <a:pt x="7" y="36"/>
                        <a:pt x="5" y="29"/>
                        <a:pt x="3" y="22"/>
                      </a:cubicBezTo>
                      <a:cubicBezTo>
                        <a:pt x="2" y="15"/>
                        <a:pt x="0" y="8"/>
                        <a:pt x="0" y="1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" name="Google Shape;264;p2"/>
                <p:cNvSpPr/>
                <p:nvPr/>
              </p:nvSpPr>
              <p:spPr>
                <a:xfrm>
                  <a:off x="8234863" y="1394388"/>
                  <a:ext cx="387350" cy="806450"/>
                </a:xfrm>
                <a:custGeom>
                  <a:rect b="b" l="l" r="r" t="t"/>
                  <a:pathLst>
                    <a:path extrusionOk="0" h="214" w="103">
                      <a:moveTo>
                        <a:pt x="13" y="0"/>
                      </a:moveTo>
                      <a:cubicBezTo>
                        <a:pt x="14" y="9"/>
                        <a:pt x="17" y="18"/>
                        <a:pt x="22" y="26"/>
                      </a:cubicBezTo>
                      <a:cubicBezTo>
                        <a:pt x="27" y="35"/>
                        <a:pt x="34" y="43"/>
                        <a:pt x="40" y="50"/>
                      </a:cubicBezTo>
                      <a:cubicBezTo>
                        <a:pt x="44" y="54"/>
                        <a:pt x="47" y="58"/>
                        <a:pt x="50" y="63"/>
                      </a:cubicBezTo>
                      <a:cubicBezTo>
                        <a:pt x="52" y="65"/>
                        <a:pt x="53" y="67"/>
                        <a:pt x="55" y="69"/>
                      </a:cubicBezTo>
                      <a:cubicBezTo>
                        <a:pt x="56" y="71"/>
                        <a:pt x="58" y="74"/>
                        <a:pt x="59" y="76"/>
                      </a:cubicBezTo>
                      <a:cubicBezTo>
                        <a:pt x="63" y="87"/>
                        <a:pt x="63" y="98"/>
                        <a:pt x="63" y="108"/>
                      </a:cubicBezTo>
                      <a:cubicBezTo>
                        <a:pt x="62" y="119"/>
                        <a:pt x="60" y="129"/>
                        <a:pt x="59" y="139"/>
                      </a:cubicBezTo>
                      <a:cubicBezTo>
                        <a:pt x="59" y="144"/>
                        <a:pt x="59" y="149"/>
                        <a:pt x="59" y="154"/>
                      </a:cubicBezTo>
                      <a:cubicBezTo>
                        <a:pt x="59" y="159"/>
                        <a:pt x="60" y="164"/>
                        <a:pt x="62" y="169"/>
                      </a:cubicBezTo>
                      <a:cubicBezTo>
                        <a:pt x="66" y="178"/>
                        <a:pt x="74" y="185"/>
                        <a:pt x="82" y="192"/>
                      </a:cubicBezTo>
                      <a:cubicBezTo>
                        <a:pt x="86" y="195"/>
                        <a:pt x="90" y="198"/>
                        <a:pt x="93" y="202"/>
                      </a:cubicBezTo>
                      <a:cubicBezTo>
                        <a:pt x="97" y="205"/>
                        <a:pt x="100" y="209"/>
                        <a:pt x="103" y="214"/>
                      </a:cubicBezTo>
                      <a:cubicBezTo>
                        <a:pt x="100" y="209"/>
                        <a:pt x="97" y="206"/>
                        <a:pt x="93" y="202"/>
                      </a:cubicBezTo>
                      <a:cubicBezTo>
                        <a:pt x="89" y="199"/>
                        <a:pt x="85" y="196"/>
                        <a:pt x="81" y="193"/>
                      </a:cubicBezTo>
                      <a:cubicBezTo>
                        <a:pt x="73" y="186"/>
                        <a:pt x="64" y="179"/>
                        <a:pt x="60" y="170"/>
                      </a:cubicBezTo>
                      <a:cubicBezTo>
                        <a:pt x="57" y="165"/>
                        <a:pt x="56" y="160"/>
                        <a:pt x="55" y="155"/>
                      </a:cubicBezTo>
                      <a:cubicBezTo>
                        <a:pt x="55" y="149"/>
                        <a:pt x="55" y="144"/>
                        <a:pt x="55" y="139"/>
                      </a:cubicBezTo>
                      <a:cubicBezTo>
                        <a:pt x="55" y="128"/>
                        <a:pt x="56" y="118"/>
                        <a:pt x="56" y="108"/>
                      </a:cubicBezTo>
                      <a:cubicBezTo>
                        <a:pt x="56" y="98"/>
                        <a:pt x="56" y="88"/>
                        <a:pt x="52" y="80"/>
                      </a:cubicBezTo>
                      <a:cubicBezTo>
                        <a:pt x="51" y="77"/>
                        <a:pt x="50" y="76"/>
                        <a:pt x="48" y="74"/>
                      </a:cubicBezTo>
                      <a:cubicBezTo>
                        <a:pt x="47" y="72"/>
                        <a:pt x="45" y="70"/>
                        <a:pt x="43" y="68"/>
                      </a:cubicBezTo>
                      <a:cubicBezTo>
                        <a:pt x="40" y="64"/>
                        <a:pt x="37" y="60"/>
                        <a:pt x="33" y="57"/>
                      </a:cubicBezTo>
                      <a:cubicBezTo>
                        <a:pt x="26" y="49"/>
                        <a:pt x="19" y="41"/>
                        <a:pt x="13" y="32"/>
                      </a:cubicBezTo>
                      <a:cubicBezTo>
                        <a:pt x="7" y="23"/>
                        <a:pt x="3" y="13"/>
                        <a:pt x="0" y="2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" name="Google Shape;265;p2"/>
                <p:cNvSpPr/>
                <p:nvPr/>
              </p:nvSpPr>
              <p:spPr>
                <a:xfrm>
                  <a:off x="8292013" y="1295963"/>
                  <a:ext cx="703263" cy="709613"/>
                </a:xfrm>
                <a:custGeom>
                  <a:rect b="b" l="l" r="r" t="t"/>
                  <a:pathLst>
                    <a:path extrusionOk="0" h="188" w="187">
                      <a:moveTo>
                        <a:pt x="10" y="0"/>
                      </a:moveTo>
                      <a:cubicBezTo>
                        <a:pt x="14" y="7"/>
                        <a:pt x="15" y="13"/>
                        <a:pt x="17" y="19"/>
                      </a:cubicBezTo>
                      <a:cubicBezTo>
                        <a:pt x="19" y="25"/>
                        <a:pt x="21" y="30"/>
                        <a:pt x="24" y="35"/>
                      </a:cubicBezTo>
                      <a:cubicBezTo>
                        <a:pt x="27" y="41"/>
                        <a:pt x="30" y="46"/>
                        <a:pt x="34" y="50"/>
                      </a:cubicBezTo>
                      <a:cubicBezTo>
                        <a:pt x="36" y="52"/>
                        <a:pt x="38" y="53"/>
                        <a:pt x="40" y="55"/>
                      </a:cubicBezTo>
                      <a:cubicBezTo>
                        <a:pt x="42" y="56"/>
                        <a:pt x="45" y="57"/>
                        <a:pt x="48" y="58"/>
                      </a:cubicBezTo>
                      <a:cubicBezTo>
                        <a:pt x="59" y="62"/>
                        <a:pt x="71" y="62"/>
                        <a:pt x="84" y="63"/>
                      </a:cubicBezTo>
                      <a:cubicBezTo>
                        <a:pt x="90" y="63"/>
                        <a:pt x="96" y="64"/>
                        <a:pt x="103" y="65"/>
                      </a:cubicBezTo>
                      <a:cubicBezTo>
                        <a:pt x="106" y="65"/>
                        <a:pt x="109" y="66"/>
                        <a:pt x="112" y="67"/>
                      </a:cubicBezTo>
                      <a:cubicBezTo>
                        <a:pt x="116" y="68"/>
                        <a:pt x="119" y="70"/>
                        <a:pt x="121" y="73"/>
                      </a:cubicBezTo>
                      <a:cubicBezTo>
                        <a:pt x="123" y="76"/>
                        <a:pt x="125" y="79"/>
                        <a:pt x="127" y="82"/>
                      </a:cubicBezTo>
                      <a:cubicBezTo>
                        <a:pt x="128" y="85"/>
                        <a:pt x="129" y="88"/>
                        <a:pt x="130" y="91"/>
                      </a:cubicBezTo>
                      <a:cubicBezTo>
                        <a:pt x="132" y="97"/>
                        <a:pt x="133" y="104"/>
                        <a:pt x="134" y="110"/>
                      </a:cubicBezTo>
                      <a:cubicBezTo>
                        <a:pt x="135" y="113"/>
                        <a:pt x="136" y="116"/>
                        <a:pt x="137" y="118"/>
                      </a:cubicBezTo>
                      <a:cubicBezTo>
                        <a:pt x="138" y="121"/>
                        <a:pt x="139" y="124"/>
                        <a:pt x="140" y="127"/>
                      </a:cubicBezTo>
                      <a:cubicBezTo>
                        <a:pt x="141" y="129"/>
                        <a:pt x="143" y="131"/>
                        <a:pt x="146" y="132"/>
                      </a:cubicBezTo>
                      <a:cubicBezTo>
                        <a:pt x="148" y="134"/>
                        <a:pt x="151" y="134"/>
                        <a:pt x="154" y="134"/>
                      </a:cubicBezTo>
                      <a:cubicBezTo>
                        <a:pt x="161" y="135"/>
                        <a:pt x="167" y="135"/>
                        <a:pt x="173" y="138"/>
                      </a:cubicBezTo>
                      <a:cubicBezTo>
                        <a:pt x="175" y="138"/>
                        <a:pt x="176" y="139"/>
                        <a:pt x="177" y="140"/>
                      </a:cubicBezTo>
                      <a:cubicBezTo>
                        <a:pt x="179" y="141"/>
                        <a:pt x="180" y="142"/>
                        <a:pt x="181" y="143"/>
                      </a:cubicBezTo>
                      <a:cubicBezTo>
                        <a:pt x="183" y="144"/>
                        <a:pt x="184" y="146"/>
                        <a:pt x="184" y="148"/>
                      </a:cubicBezTo>
                      <a:cubicBezTo>
                        <a:pt x="184" y="149"/>
                        <a:pt x="184" y="151"/>
                        <a:pt x="184" y="152"/>
                      </a:cubicBezTo>
                      <a:cubicBezTo>
                        <a:pt x="183" y="159"/>
                        <a:pt x="181" y="165"/>
                        <a:pt x="181" y="171"/>
                      </a:cubicBezTo>
                      <a:cubicBezTo>
                        <a:pt x="182" y="177"/>
                        <a:pt x="184" y="183"/>
                        <a:pt x="187" y="188"/>
                      </a:cubicBezTo>
                      <a:cubicBezTo>
                        <a:pt x="184" y="183"/>
                        <a:pt x="181" y="177"/>
                        <a:pt x="181" y="171"/>
                      </a:cubicBezTo>
                      <a:cubicBezTo>
                        <a:pt x="180" y="165"/>
                        <a:pt x="181" y="158"/>
                        <a:pt x="182" y="152"/>
                      </a:cubicBezTo>
                      <a:cubicBezTo>
                        <a:pt x="183" y="149"/>
                        <a:pt x="182" y="146"/>
                        <a:pt x="180" y="144"/>
                      </a:cubicBezTo>
                      <a:cubicBezTo>
                        <a:pt x="179" y="144"/>
                        <a:pt x="178" y="143"/>
                        <a:pt x="176" y="142"/>
                      </a:cubicBezTo>
                      <a:cubicBezTo>
                        <a:pt x="175" y="141"/>
                        <a:pt x="174" y="140"/>
                        <a:pt x="172" y="140"/>
                      </a:cubicBezTo>
                      <a:cubicBezTo>
                        <a:pt x="167" y="138"/>
                        <a:pt x="161" y="138"/>
                        <a:pt x="154" y="137"/>
                      </a:cubicBezTo>
                      <a:cubicBezTo>
                        <a:pt x="151" y="137"/>
                        <a:pt x="148" y="137"/>
                        <a:pt x="144" y="136"/>
                      </a:cubicBezTo>
                      <a:cubicBezTo>
                        <a:pt x="141" y="134"/>
                        <a:pt x="139" y="132"/>
                        <a:pt x="137" y="129"/>
                      </a:cubicBezTo>
                      <a:cubicBezTo>
                        <a:pt x="135" y="126"/>
                        <a:pt x="134" y="123"/>
                        <a:pt x="133" y="120"/>
                      </a:cubicBezTo>
                      <a:cubicBezTo>
                        <a:pt x="132" y="117"/>
                        <a:pt x="131" y="114"/>
                        <a:pt x="130" y="111"/>
                      </a:cubicBezTo>
                      <a:cubicBezTo>
                        <a:pt x="128" y="105"/>
                        <a:pt x="127" y="98"/>
                        <a:pt x="125" y="93"/>
                      </a:cubicBezTo>
                      <a:cubicBezTo>
                        <a:pt x="123" y="87"/>
                        <a:pt x="120" y="82"/>
                        <a:pt x="117" y="77"/>
                      </a:cubicBezTo>
                      <a:cubicBezTo>
                        <a:pt x="113" y="74"/>
                        <a:pt x="108" y="72"/>
                        <a:pt x="102" y="71"/>
                      </a:cubicBezTo>
                      <a:cubicBezTo>
                        <a:pt x="96" y="71"/>
                        <a:pt x="90" y="71"/>
                        <a:pt x="83" y="71"/>
                      </a:cubicBezTo>
                      <a:cubicBezTo>
                        <a:pt x="71" y="70"/>
                        <a:pt x="58" y="71"/>
                        <a:pt x="45" y="67"/>
                      </a:cubicBezTo>
                      <a:cubicBezTo>
                        <a:pt x="42" y="66"/>
                        <a:pt x="38" y="65"/>
                        <a:pt x="35" y="63"/>
                      </a:cubicBezTo>
                      <a:cubicBezTo>
                        <a:pt x="32" y="61"/>
                        <a:pt x="29" y="59"/>
                        <a:pt x="27" y="57"/>
                      </a:cubicBezTo>
                      <a:cubicBezTo>
                        <a:pt x="22" y="52"/>
                        <a:pt x="18" y="46"/>
                        <a:pt x="15" y="41"/>
                      </a:cubicBezTo>
                      <a:cubicBezTo>
                        <a:pt x="11" y="35"/>
                        <a:pt x="9" y="29"/>
                        <a:pt x="7" y="23"/>
                      </a:cubicBezTo>
                      <a:cubicBezTo>
                        <a:pt x="4" y="17"/>
                        <a:pt x="2" y="11"/>
                        <a:pt x="0" y="7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" name="Google Shape;266;p2"/>
                <p:cNvSpPr/>
                <p:nvPr/>
              </p:nvSpPr>
              <p:spPr>
                <a:xfrm>
                  <a:off x="8117388" y="1383275"/>
                  <a:ext cx="109537" cy="222250"/>
                </a:xfrm>
                <a:custGeom>
                  <a:rect b="b" l="l" r="r" t="t"/>
                  <a:pathLst>
                    <a:path extrusionOk="0" h="59" w="29">
                      <a:moveTo>
                        <a:pt x="20" y="38"/>
                      </a:moveTo>
                      <a:cubicBezTo>
                        <a:pt x="15" y="26"/>
                        <a:pt x="13" y="13"/>
                        <a:pt x="1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8"/>
                        <a:pt x="2" y="15"/>
                        <a:pt x="3" y="22"/>
                      </a:cubicBezTo>
                      <a:cubicBezTo>
                        <a:pt x="5" y="29"/>
                        <a:pt x="7" y="36"/>
                        <a:pt x="10" y="43"/>
                      </a:cubicBezTo>
                      <a:cubicBezTo>
                        <a:pt x="13" y="48"/>
                        <a:pt x="16" y="54"/>
                        <a:pt x="19" y="59"/>
                      </a:cubicBezTo>
                      <a:cubicBezTo>
                        <a:pt x="23" y="58"/>
                        <a:pt x="26" y="57"/>
                        <a:pt x="29" y="55"/>
                      </a:cubicBezTo>
                      <a:cubicBezTo>
                        <a:pt x="26" y="50"/>
                        <a:pt x="22" y="44"/>
                        <a:pt x="20" y="3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" name="Google Shape;267;p2"/>
                <p:cNvSpPr/>
                <p:nvPr/>
              </p:nvSpPr>
              <p:spPr>
                <a:xfrm>
                  <a:off x="8234863" y="1394388"/>
                  <a:ext cx="98425" cy="146050"/>
                </a:xfrm>
                <a:custGeom>
                  <a:rect b="b" l="l" r="r" t="t"/>
                  <a:pathLst>
                    <a:path extrusionOk="0" h="39" w="26">
                      <a:moveTo>
                        <a:pt x="13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3"/>
                        <a:pt x="7" y="23"/>
                        <a:pt x="13" y="32"/>
                      </a:cubicBezTo>
                      <a:cubicBezTo>
                        <a:pt x="15" y="35"/>
                        <a:pt x="16" y="37"/>
                        <a:pt x="18" y="39"/>
                      </a:cubicBezTo>
                      <a:cubicBezTo>
                        <a:pt x="21" y="37"/>
                        <a:pt x="23" y="34"/>
                        <a:pt x="26" y="32"/>
                      </a:cubicBezTo>
                      <a:cubicBezTo>
                        <a:pt x="25" y="30"/>
                        <a:pt x="23" y="28"/>
                        <a:pt x="22" y="26"/>
                      </a:cubicBezTo>
                      <a:cubicBezTo>
                        <a:pt x="17" y="18"/>
                        <a:pt x="14" y="9"/>
                        <a:pt x="13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" name="Google Shape;268;p2"/>
                <p:cNvSpPr/>
                <p:nvPr/>
              </p:nvSpPr>
              <p:spPr>
                <a:xfrm>
                  <a:off x="8292013" y="1295963"/>
                  <a:ext cx="96838" cy="180975"/>
                </a:xfrm>
                <a:custGeom>
                  <a:rect b="b" l="l" r="r" t="t"/>
                  <a:pathLst>
                    <a:path extrusionOk="0" h="48" w="26">
                      <a:moveTo>
                        <a:pt x="24" y="35"/>
                      </a:moveTo>
                      <a:cubicBezTo>
                        <a:pt x="21" y="30"/>
                        <a:pt x="19" y="25"/>
                        <a:pt x="17" y="19"/>
                      </a:cubicBezTo>
                      <a:cubicBezTo>
                        <a:pt x="15" y="13"/>
                        <a:pt x="14" y="7"/>
                        <a:pt x="10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1"/>
                        <a:pt x="4" y="17"/>
                        <a:pt x="7" y="23"/>
                      </a:cubicBezTo>
                      <a:cubicBezTo>
                        <a:pt x="9" y="29"/>
                        <a:pt x="11" y="35"/>
                        <a:pt x="15" y="41"/>
                      </a:cubicBezTo>
                      <a:cubicBezTo>
                        <a:pt x="16" y="43"/>
                        <a:pt x="17" y="46"/>
                        <a:pt x="19" y="48"/>
                      </a:cubicBezTo>
                      <a:cubicBezTo>
                        <a:pt x="21" y="45"/>
                        <a:pt x="24" y="42"/>
                        <a:pt x="26" y="38"/>
                      </a:cubicBezTo>
                      <a:cubicBezTo>
                        <a:pt x="25" y="37"/>
                        <a:pt x="25" y="36"/>
                        <a:pt x="24" y="3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9" name="Google Shape;269;p2"/>
                <p:cNvSpPr/>
                <p:nvPr/>
              </p:nvSpPr>
              <p:spPr>
                <a:xfrm>
                  <a:off x="7801475" y="432363"/>
                  <a:ext cx="82550" cy="169863"/>
                </a:xfrm>
                <a:custGeom>
                  <a:rect b="b" l="l" r="r" t="t"/>
                  <a:pathLst>
                    <a:path extrusionOk="0" h="107" w="52">
                      <a:moveTo>
                        <a:pt x="28" y="107"/>
                      </a:moveTo>
                      <a:lnTo>
                        <a:pt x="0" y="0"/>
                      </a:lnTo>
                      <a:lnTo>
                        <a:pt x="52" y="100"/>
                      </a:lnTo>
                      <a:lnTo>
                        <a:pt x="28" y="1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0" name="Google Shape;270;p2"/>
                <p:cNvSpPr/>
                <p:nvPr/>
              </p:nvSpPr>
              <p:spPr>
                <a:xfrm>
                  <a:off x="7598275" y="481575"/>
                  <a:ext cx="203200" cy="192088"/>
                </a:xfrm>
                <a:custGeom>
                  <a:rect b="b" l="l" r="r" t="t"/>
                  <a:pathLst>
                    <a:path extrusionOk="0" h="121" w="128">
                      <a:moveTo>
                        <a:pt x="128" y="97"/>
                      </a:moveTo>
                      <a:lnTo>
                        <a:pt x="0" y="0"/>
                      </a:lnTo>
                      <a:lnTo>
                        <a:pt x="116" y="121"/>
                      </a:lnTo>
                      <a:lnTo>
                        <a:pt x="128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1" name="Google Shape;271;p2"/>
                <p:cNvSpPr/>
                <p:nvPr/>
              </p:nvSpPr>
              <p:spPr>
                <a:xfrm>
                  <a:off x="7620500" y="708588"/>
                  <a:ext cx="123825" cy="52388"/>
                </a:xfrm>
                <a:custGeom>
                  <a:rect b="b" l="l" r="r" t="t"/>
                  <a:pathLst>
                    <a:path extrusionOk="0" h="33" w="78">
                      <a:moveTo>
                        <a:pt x="78" y="11"/>
                      </a:moveTo>
                      <a:lnTo>
                        <a:pt x="0" y="0"/>
                      </a:lnTo>
                      <a:lnTo>
                        <a:pt x="78" y="33"/>
                      </a:lnTo>
                      <a:lnTo>
                        <a:pt x="78" y="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2" name="Google Shape;272;p2"/>
                <p:cNvSpPr/>
                <p:nvPr/>
              </p:nvSpPr>
              <p:spPr>
                <a:xfrm>
                  <a:off x="7491913" y="835588"/>
                  <a:ext cx="265113" cy="65088"/>
                </a:xfrm>
                <a:custGeom>
                  <a:rect b="b" l="l" r="r" t="t"/>
                  <a:pathLst>
                    <a:path extrusionOk="0" h="41" w="167">
                      <a:moveTo>
                        <a:pt x="159" y="0"/>
                      </a:moveTo>
                      <a:lnTo>
                        <a:pt x="0" y="41"/>
                      </a:lnTo>
                      <a:lnTo>
                        <a:pt x="167" y="26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3" name="Google Shape;273;p2"/>
                <p:cNvSpPr/>
                <p:nvPr/>
              </p:nvSpPr>
              <p:spPr>
                <a:xfrm>
                  <a:off x="7944350" y="372038"/>
                  <a:ext cx="38100" cy="207963"/>
                </a:xfrm>
                <a:custGeom>
                  <a:rect b="b" l="l" r="r" t="t"/>
                  <a:pathLst>
                    <a:path extrusionOk="0" h="131" w="24">
                      <a:moveTo>
                        <a:pt x="0" y="128"/>
                      </a:moveTo>
                      <a:lnTo>
                        <a:pt x="22" y="0"/>
                      </a:lnTo>
                      <a:lnTo>
                        <a:pt x="24" y="131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" name="Google Shape;274;p2"/>
                <p:cNvSpPr/>
                <p:nvPr/>
              </p:nvSpPr>
              <p:spPr>
                <a:xfrm>
                  <a:off x="8057063" y="511738"/>
                  <a:ext cx="169863" cy="196850"/>
                </a:xfrm>
                <a:custGeom>
                  <a:rect b="b" l="l" r="r" t="t"/>
                  <a:pathLst>
                    <a:path extrusionOk="0" h="124" w="107">
                      <a:moveTo>
                        <a:pt x="0" y="97"/>
                      </a:moveTo>
                      <a:lnTo>
                        <a:pt x="107" y="0"/>
                      </a:lnTo>
                      <a:lnTo>
                        <a:pt x="7" y="124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" name="Google Shape;275;p2"/>
                <p:cNvSpPr/>
                <p:nvPr/>
              </p:nvSpPr>
              <p:spPr>
                <a:xfrm>
                  <a:off x="8012613" y="541900"/>
                  <a:ext cx="63500" cy="79375"/>
                </a:xfrm>
                <a:custGeom>
                  <a:rect b="b" l="l" r="r" t="t"/>
                  <a:pathLst>
                    <a:path extrusionOk="0" h="50" w="40">
                      <a:moveTo>
                        <a:pt x="0" y="38"/>
                      </a:moveTo>
                      <a:lnTo>
                        <a:pt x="40" y="0"/>
                      </a:lnTo>
                      <a:lnTo>
                        <a:pt x="12" y="5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" name="Google Shape;276;p2"/>
                <p:cNvSpPr/>
                <p:nvPr/>
              </p:nvSpPr>
              <p:spPr>
                <a:xfrm>
                  <a:off x="7880850" y="527613"/>
                  <a:ext cx="33338" cy="52388"/>
                </a:xfrm>
                <a:custGeom>
                  <a:rect b="b" l="l" r="r" t="t"/>
                  <a:pathLst>
                    <a:path extrusionOk="0" h="33" w="21">
                      <a:moveTo>
                        <a:pt x="7" y="33"/>
                      </a:moveTo>
                      <a:lnTo>
                        <a:pt x="0" y="0"/>
                      </a:lnTo>
                      <a:lnTo>
                        <a:pt x="21" y="33"/>
                      </a:lnTo>
                      <a:lnTo>
                        <a:pt x="7" y="3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" name="Google Shape;277;p2"/>
                <p:cNvSpPr/>
                <p:nvPr/>
              </p:nvSpPr>
              <p:spPr>
                <a:xfrm>
                  <a:off x="8095163" y="695888"/>
                  <a:ext cx="222250" cy="114300"/>
                </a:xfrm>
                <a:custGeom>
                  <a:rect b="b" l="l" r="r" t="t"/>
                  <a:pathLst>
                    <a:path extrusionOk="0" h="72" w="140">
                      <a:moveTo>
                        <a:pt x="0" y="48"/>
                      </a:moveTo>
                      <a:lnTo>
                        <a:pt x="140" y="0"/>
                      </a:lnTo>
                      <a:lnTo>
                        <a:pt x="14" y="72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" name="Google Shape;278;p2"/>
                <p:cNvSpPr/>
                <p:nvPr/>
              </p:nvSpPr>
              <p:spPr>
                <a:xfrm>
                  <a:off x="8095163" y="651438"/>
                  <a:ext cx="117475" cy="87313"/>
                </a:xfrm>
                <a:custGeom>
                  <a:rect b="b" l="l" r="r" t="t"/>
                  <a:pathLst>
                    <a:path extrusionOk="0" h="55" w="74">
                      <a:moveTo>
                        <a:pt x="0" y="40"/>
                      </a:moveTo>
                      <a:lnTo>
                        <a:pt x="74" y="0"/>
                      </a:lnTo>
                      <a:lnTo>
                        <a:pt x="5" y="55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" name="Google Shape;279;p2"/>
                <p:cNvSpPr/>
                <p:nvPr/>
              </p:nvSpPr>
              <p:spPr>
                <a:xfrm>
                  <a:off x="7688763" y="903850"/>
                  <a:ext cx="90488" cy="41275"/>
                </a:xfrm>
                <a:custGeom>
                  <a:rect b="b" l="l" r="r" t="t"/>
                  <a:pathLst>
                    <a:path extrusionOk="0" h="26" w="57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7" y="21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2"/>
                <p:cNvSpPr/>
                <p:nvPr/>
              </p:nvSpPr>
              <p:spPr>
                <a:xfrm>
                  <a:off x="7582400" y="1076888"/>
                  <a:ext cx="260350" cy="174625"/>
                </a:xfrm>
                <a:custGeom>
                  <a:rect b="b" l="l" r="r" t="t"/>
                  <a:pathLst>
                    <a:path extrusionOk="0" h="110" w="164">
                      <a:moveTo>
                        <a:pt x="152" y="0"/>
                      </a:moveTo>
                      <a:lnTo>
                        <a:pt x="0" y="110"/>
                      </a:lnTo>
                      <a:lnTo>
                        <a:pt x="164" y="36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2"/>
                <p:cNvSpPr/>
                <p:nvPr/>
              </p:nvSpPr>
              <p:spPr>
                <a:xfrm>
                  <a:off x="7620500" y="986400"/>
                  <a:ext cx="180975" cy="84138"/>
                </a:xfrm>
                <a:custGeom>
                  <a:rect b="b" l="l" r="r" t="t"/>
                  <a:pathLst>
                    <a:path extrusionOk="0" h="53" w="114">
                      <a:moveTo>
                        <a:pt x="114" y="19"/>
                      </a:moveTo>
                      <a:lnTo>
                        <a:pt x="0" y="53"/>
                      </a:lnTo>
                      <a:lnTo>
                        <a:pt x="112" y="0"/>
                      </a:lnTo>
                      <a:lnTo>
                        <a:pt x="114" y="1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" name="Google Shape;282;p2"/>
                <p:cNvSpPr/>
                <p:nvPr/>
              </p:nvSpPr>
              <p:spPr>
                <a:xfrm>
                  <a:off x="8155488" y="829238"/>
                  <a:ext cx="98425" cy="90488"/>
                </a:xfrm>
                <a:custGeom>
                  <a:rect b="b" l="l" r="r" t="t"/>
                  <a:pathLst>
                    <a:path extrusionOk="0" h="57" w="62">
                      <a:moveTo>
                        <a:pt x="0" y="42"/>
                      </a:moveTo>
                      <a:lnTo>
                        <a:pt x="62" y="0"/>
                      </a:lnTo>
                      <a:lnTo>
                        <a:pt x="10" y="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" name="Google Shape;283;p2"/>
                <p:cNvSpPr/>
                <p:nvPr/>
              </p:nvSpPr>
              <p:spPr>
                <a:xfrm>
                  <a:off x="8193588" y="862575"/>
                  <a:ext cx="236538" cy="161925"/>
                </a:xfrm>
                <a:custGeom>
                  <a:rect b="b" l="l" r="r" t="t"/>
                  <a:pathLst>
                    <a:path extrusionOk="0" h="102" w="149">
                      <a:moveTo>
                        <a:pt x="0" y="71"/>
                      </a:moveTo>
                      <a:lnTo>
                        <a:pt x="149" y="0"/>
                      </a:lnTo>
                      <a:lnTo>
                        <a:pt x="21" y="102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2"/>
                <p:cNvSpPr/>
                <p:nvPr/>
              </p:nvSpPr>
              <p:spPr>
                <a:xfrm>
                  <a:off x="7793538" y="1183250"/>
                  <a:ext cx="98425" cy="38100"/>
                </a:xfrm>
                <a:custGeom>
                  <a:rect b="b" l="l" r="r" t="t"/>
                  <a:pathLst>
                    <a:path extrusionOk="0" h="24" w="62">
                      <a:moveTo>
                        <a:pt x="52" y="0"/>
                      </a:moveTo>
                      <a:lnTo>
                        <a:pt x="0" y="21"/>
                      </a:lnTo>
                      <a:lnTo>
                        <a:pt x="62" y="24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p2"/>
                <p:cNvSpPr/>
                <p:nvPr/>
              </p:nvSpPr>
              <p:spPr>
                <a:xfrm>
                  <a:off x="7815763" y="1311838"/>
                  <a:ext cx="155575" cy="211138"/>
                </a:xfrm>
                <a:custGeom>
                  <a:rect b="b" l="l" r="r" t="t"/>
                  <a:pathLst>
                    <a:path extrusionOk="0" h="133" w="98">
                      <a:moveTo>
                        <a:pt x="86" y="0"/>
                      </a:moveTo>
                      <a:lnTo>
                        <a:pt x="0" y="133"/>
                      </a:lnTo>
                      <a:lnTo>
                        <a:pt x="98" y="21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" name="Google Shape;286;p2"/>
                <p:cNvSpPr/>
                <p:nvPr/>
              </p:nvSpPr>
              <p:spPr>
                <a:xfrm>
                  <a:off x="8284075" y="1032438"/>
                  <a:ext cx="233363" cy="109538"/>
                </a:xfrm>
                <a:custGeom>
                  <a:rect b="b" l="l" r="r" t="t"/>
                  <a:pathLst>
                    <a:path extrusionOk="0" h="69" w="147">
                      <a:moveTo>
                        <a:pt x="0" y="45"/>
                      </a:moveTo>
                      <a:lnTo>
                        <a:pt x="147" y="0"/>
                      </a:lnTo>
                      <a:lnTo>
                        <a:pt x="16" y="69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2"/>
                <p:cNvSpPr/>
                <p:nvPr/>
              </p:nvSpPr>
              <p:spPr>
                <a:xfrm>
                  <a:off x="8347575" y="1213413"/>
                  <a:ext cx="161925" cy="52388"/>
                </a:xfrm>
                <a:custGeom>
                  <a:rect b="b" l="l" r="r" t="t"/>
                  <a:pathLst>
                    <a:path extrusionOk="0" h="33" w="102">
                      <a:moveTo>
                        <a:pt x="0" y="24"/>
                      </a:moveTo>
                      <a:lnTo>
                        <a:pt x="102" y="33"/>
                      </a:lnTo>
                      <a:lnTo>
                        <a:pt x="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8" name="Google Shape;288;p2"/>
                <p:cNvSpPr/>
                <p:nvPr/>
              </p:nvSpPr>
              <p:spPr>
                <a:xfrm>
                  <a:off x="8257088" y="1021325"/>
                  <a:ext cx="82550" cy="66675"/>
                </a:xfrm>
                <a:custGeom>
                  <a:rect b="b" l="l" r="r" t="t"/>
                  <a:pathLst>
                    <a:path extrusionOk="0" h="42" w="52">
                      <a:moveTo>
                        <a:pt x="0" y="31"/>
                      </a:moveTo>
                      <a:lnTo>
                        <a:pt x="52" y="0"/>
                      </a:lnTo>
                      <a:lnTo>
                        <a:pt x="12" y="4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2"/>
                <p:cNvSpPr/>
                <p:nvPr/>
              </p:nvSpPr>
              <p:spPr>
                <a:xfrm>
                  <a:off x="7845925" y="1273738"/>
                  <a:ext cx="98425" cy="71438"/>
                </a:xfrm>
                <a:custGeom>
                  <a:rect b="b" l="l" r="r" t="t"/>
                  <a:pathLst>
                    <a:path extrusionOk="0" h="45" w="62">
                      <a:moveTo>
                        <a:pt x="57" y="0"/>
                      </a:moveTo>
                      <a:lnTo>
                        <a:pt x="0" y="45"/>
                      </a:lnTo>
                      <a:lnTo>
                        <a:pt x="62" y="14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" name="Google Shape;290;p2"/>
                <p:cNvSpPr/>
                <p:nvPr/>
              </p:nvSpPr>
              <p:spPr>
                <a:xfrm>
                  <a:off x="7922125" y="1386450"/>
                  <a:ext cx="131763" cy="192088"/>
                </a:xfrm>
                <a:custGeom>
                  <a:rect b="b" l="l" r="r" t="t"/>
                  <a:pathLst>
                    <a:path extrusionOk="0" h="121" w="83">
                      <a:moveTo>
                        <a:pt x="62" y="0"/>
                      </a:moveTo>
                      <a:lnTo>
                        <a:pt x="0" y="121"/>
                      </a:lnTo>
                      <a:lnTo>
                        <a:pt x="83" y="1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" name="Google Shape;291;p2"/>
                <p:cNvSpPr/>
                <p:nvPr/>
              </p:nvSpPr>
              <p:spPr>
                <a:xfrm>
                  <a:off x="8065000" y="1432488"/>
                  <a:ext cx="38100" cy="66675"/>
                </a:xfrm>
                <a:custGeom>
                  <a:rect b="b" l="l" r="r" t="t"/>
                  <a:pathLst>
                    <a:path extrusionOk="0" h="42" w="24">
                      <a:moveTo>
                        <a:pt x="12" y="0"/>
                      </a:moveTo>
                      <a:lnTo>
                        <a:pt x="0" y="42"/>
                      </a:lnTo>
                      <a:lnTo>
                        <a:pt x="24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" name="Google Shape;292;p2"/>
                <p:cNvSpPr/>
                <p:nvPr/>
              </p:nvSpPr>
              <p:spPr>
                <a:xfrm>
                  <a:off x="8325350" y="1081650"/>
                  <a:ext cx="260350" cy="96838"/>
                </a:xfrm>
                <a:custGeom>
                  <a:rect b="b" l="l" r="r" t="t"/>
                  <a:pathLst>
                    <a:path extrusionOk="0" h="61" w="164">
                      <a:moveTo>
                        <a:pt x="0" y="47"/>
                      </a:moveTo>
                      <a:lnTo>
                        <a:pt x="164" y="0"/>
                      </a:lnTo>
                      <a:lnTo>
                        <a:pt x="5" y="61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" name="Google Shape;293;p2"/>
                <p:cNvSpPr/>
                <p:nvPr/>
              </p:nvSpPr>
              <p:spPr>
                <a:xfrm>
                  <a:off x="7831638" y="538725"/>
                  <a:ext cx="52388" cy="63500"/>
                </a:xfrm>
                <a:custGeom>
                  <a:rect b="b" l="l" r="r" t="t"/>
                  <a:pathLst>
                    <a:path extrusionOk="0" h="17" w="14">
                      <a:moveTo>
                        <a:pt x="14" y="1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4" y="17"/>
                        <a:pt x="4" y="17"/>
                        <a:pt x="4" y="17"/>
                      </a:cubicBezTo>
                      <a:lnTo>
                        <a:pt x="1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" name="Google Shape;294;p2"/>
                <p:cNvSpPr/>
                <p:nvPr/>
              </p:nvSpPr>
              <p:spPr>
                <a:xfrm>
                  <a:off x="7741150" y="605400"/>
                  <a:ext cx="60325" cy="68262"/>
                </a:xfrm>
                <a:custGeom>
                  <a:rect b="b" l="l" r="r" t="t"/>
                  <a:pathLst>
                    <a:path extrusionOk="0" h="18" w="16">
                      <a:moveTo>
                        <a:pt x="16" y="8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2"/>
                        <a:pt x="2" y="5"/>
                        <a:pt x="0" y="7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lnTo>
                        <a:pt x="16" y="8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" name="Google Shape;295;p2"/>
                <p:cNvSpPr/>
                <p:nvPr/>
              </p:nvSpPr>
              <p:spPr>
                <a:xfrm>
                  <a:off x="7696700" y="719700"/>
                  <a:ext cx="47625" cy="41275"/>
                </a:xfrm>
                <a:custGeom>
                  <a:rect b="b" l="l" r="r" t="t"/>
                  <a:pathLst>
                    <a:path extrusionOk="0" h="11" w="13">
                      <a:moveTo>
                        <a:pt x="13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" name="Google Shape;296;p2"/>
                <p:cNvSpPr/>
                <p:nvPr/>
              </p:nvSpPr>
              <p:spPr>
                <a:xfrm>
                  <a:off x="7696700" y="835588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3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1" y="9"/>
                        <a:pt x="2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" name="Google Shape;297;p2"/>
                <p:cNvSpPr/>
                <p:nvPr/>
              </p:nvSpPr>
              <p:spPr>
                <a:xfrm>
                  <a:off x="7944350" y="522850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0" y="15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14"/>
                        <a:pt x="0" y="14"/>
                        <a:pt x="0" y="14"/>
                      </a:cubicBezTo>
                      <a:lnTo>
                        <a:pt x="10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2"/>
                <p:cNvSpPr/>
                <p:nvPr/>
              </p:nvSpPr>
              <p:spPr>
                <a:xfrm>
                  <a:off x="8057063" y="624450"/>
                  <a:ext cx="60325" cy="84138"/>
                </a:xfrm>
                <a:custGeom>
                  <a:rect b="b" l="l" r="r" t="t"/>
                  <a:pathLst>
                    <a:path extrusionOk="0" h="22" w="16">
                      <a:moveTo>
                        <a:pt x="3" y="22"/>
                      </a:move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4" y="4"/>
                        <a:pt x="13" y="2"/>
                        <a:pt x="12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lnTo>
                        <a:pt x="3" y="2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2"/>
                <p:cNvSpPr/>
                <p:nvPr/>
              </p:nvSpPr>
              <p:spPr>
                <a:xfrm>
                  <a:off x="8012613" y="564125"/>
                  <a:ext cx="49213" cy="57150"/>
                </a:xfrm>
                <a:custGeom>
                  <a:rect b="b" l="l" r="r" t="t"/>
                  <a:pathLst>
                    <a:path extrusionOk="0" h="15" w="13">
                      <a:moveTo>
                        <a:pt x="5" y="15"/>
                      </a:move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0" y="10"/>
                        <a:pt x="0" y="10"/>
                        <a:pt x="0" y="10"/>
                      </a:cubicBezTo>
                      <a:lnTo>
                        <a:pt x="5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2"/>
                <p:cNvSpPr/>
                <p:nvPr/>
              </p:nvSpPr>
              <p:spPr>
                <a:xfrm>
                  <a:off x="7880850" y="530788"/>
                  <a:ext cx="33338" cy="49213"/>
                </a:xfrm>
                <a:custGeom>
                  <a:rect b="b" l="l" r="r" t="t"/>
                  <a:pathLst>
                    <a:path extrusionOk="0" h="31" w="21">
                      <a:moveTo>
                        <a:pt x="21" y="31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31"/>
                      </a:lnTo>
                      <a:lnTo>
                        <a:pt x="21" y="31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2"/>
                <p:cNvSpPr/>
                <p:nvPr/>
              </p:nvSpPr>
              <p:spPr>
                <a:xfrm>
                  <a:off x="8095163" y="753038"/>
                  <a:ext cx="71437" cy="57150"/>
                </a:xfrm>
                <a:custGeom>
                  <a:rect b="b" l="l" r="r" t="t"/>
                  <a:pathLst>
                    <a:path extrusionOk="0" h="15" w="19">
                      <a:moveTo>
                        <a:pt x="6" y="15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6"/>
                        <a:pt x="18" y="4"/>
                        <a:pt x="17" y="2"/>
                      </a:cubicBezTo>
                      <a:cubicBezTo>
                        <a:pt x="17" y="1"/>
                        <a:pt x="16" y="1"/>
                        <a:pt x="16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lnTo>
                        <a:pt x="6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2"/>
                <p:cNvSpPr/>
                <p:nvPr/>
              </p:nvSpPr>
              <p:spPr>
                <a:xfrm>
                  <a:off x="8095163" y="692713"/>
                  <a:ext cx="46037" cy="46037"/>
                </a:xfrm>
                <a:custGeom>
                  <a:rect b="b" l="l" r="r" t="t"/>
                  <a:pathLst>
                    <a:path extrusionOk="0" h="12" w="12">
                      <a:moveTo>
                        <a:pt x="2" y="12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3"/>
                        <a:pt x="11" y="2"/>
                        <a:pt x="1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" name="Google Shape;303;p2"/>
                <p:cNvSpPr/>
                <p:nvPr/>
              </p:nvSpPr>
              <p:spPr>
                <a:xfrm>
                  <a:off x="7714163" y="903850"/>
                  <a:ext cx="65088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9"/>
                        <a:pt x="1" y="10"/>
                      </a:cubicBezTo>
                      <a:cubicBezTo>
                        <a:pt x="17" y="9"/>
                        <a:pt x="17" y="9"/>
                        <a:pt x="17" y="9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" name="Google Shape;304;p2"/>
                <p:cNvSpPr/>
                <p:nvPr/>
              </p:nvSpPr>
              <p:spPr>
                <a:xfrm>
                  <a:off x="7782425" y="1076888"/>
                  <a:ext cx="60325" cy="76200"/>
                </a:xfrm>
                <a:custGeom>
                  <a:rect b="b" l="l" r="r" t="t"/>
                  <a:pathLst>
                    <a:path extrusionOk="0" h="20" w="16">
                      <a:moveTo>
                        <a:pt x="11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2"/>
                        <a:pt x="3" y="16"/>
                        <a:pt x="5" y="20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" name="Google Shape;305;p2"/>
                <p:cNvSpPr/>
                <p:nvPr/>
              </p:nvSpPr>
              <p:spPr>
                <a:xfrm>
                  <a:off x="7741150" y="986400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5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8"/>
                        <a:pt x="1" y="9"/>
                        <a:pt x="2" y="10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6" y="8"/>
                        <a:pt x="16" y="8"/>
                        <a:pt x="16" y="8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" name="Google Shape;306;p2"/>
                <p:cNvSpPr/>
                <p:nvPr/>
              </p:nvSpPr>
              <p:spPr>
                <a:xfrm>
                  <a:off x="8155488" y="865750"/>
                  <a:ext cx="52388" cy="53975"/>
                </a:xfrm>
                <a:custGeom>
                  <a:rect b="b" l="l" r="r" t="t"/>
                  <a:pathLst>
                    <a:path extrusionOk="0" h="14" w="14">
                      <a:moveTo>
                        <a:pt x="4" y="14"/>
                      </a:move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3" y="1"/>
                        <a:pt x="12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" name="Google Shape;307;p2"/>
                <p:cNvSpPr/>
                <p:nvPr/>
              </p:nvSpPr>
              <p:spPr>
                <a:xfrm>
                  <a:off x="8193588" y="953063"/>
                  <a:ext cx="74613" cy="71437"/>
                </a:xfrm>
                <a:custGeom>
                  <a:rect b="b" l="l" r="r" t="t"/>
                  <a:pathLst>
                    <a:path extrusionOk="0" h="19" w="20">
                      <a:moveTo>
                        <a:pt x="9" y="19"/>
                      </a:move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8" y="7"/>
                        <a:pt x="16" y="3"/>
                        <a:pt x="14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" name="Google Shape;308;p2"/>
                <p:cNvSpPr/>
                <p:nvPr/>
              </p:nvSpPr>
              <p:spPr>
                <a:xfrm>
                  <a:off x="7828463" y="1183250"/>
                  <a:ext cx="63500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7"/>
                        <a:pt x="2" y="8"/>
                        <a:pt x="2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" name="Google Shape;309;p2"/>
                <p:cNvSpPr/>
                <p:nvPr/>
              </p:nvSpPr>
              <p:spPr>
                <a:xfrm>
                  <a:off x="7922125" y="1311838"/>
                  <a:ext cx="49213" cy="63500"/>
                </a:xfrm>
                <a:custGeom>
                  <a:rect b="b" l="l" r="r" t="t"/>
                  <a:pathLst>
                    <a:path extrusionOk="0" h="17" w="13">
                      <a:moveTo>
                        <a:pt x="8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13"/>
                        <a:pt x="2" y="14"/>
                        <a:pt x="3" y="15"/>
                      </a:cubicBezTo>
                      <a:cubicBezTo>
                        <a:pt x="4" y="16"/>
                        <a:pt x="4" y="17"/>
                        <a:pt x="5" y="17"/>
                      </a:cubicBezTo>
                      <a:cubicBezTo>
                        <a:pt x="13" y="9"/>
                        <a:pt x="13" y="9"/>
                        <a:pt x="13" y="9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" name="Google Shape;310;p2"/>
                <p:cNvSpPr/>
                <p:nvPr/>
              </p:nvSpPr>
              <p:spPr>
                <a:xfrm>
                  <a:off x="8284075" y="1088000"/>
                  <a:ext cx="71437" cy="53975"/>
                </a:xfrm>
                <a:custGeom>
                  <a:rect b="b" l="l" r="r" t="t"/>
                  <a:pathLst>
                    <a:path extrusionOk="0" h="14" w="19">
                      <a:moveTo>
                        <a:pt x="7" y="14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5"/>
                        <a:pt x="16" y="2"/>
                        <a:pt x="14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" name="Google Shape;311;p2"/>
                <p:cNvSpPr/>
                <p:nvPr/>
              </p:nvSpPr>
              <p:spPr>
                <a:xfrm>
                  <a:off x="8347575" y="1213413"/>
                  <a:ext cx="57150" cy="41275"/>
                </a:xfrm>
                <a:custGeom>
                  <a:rect b="b" l="l" r="r" t="t"/>
                  <a:pathLst>
                    <a:path extrusionOk="0" h="11" w="15">
                      <a:moveTo>
                        <a:pt x="0" y="10"/>
                      </a:move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5" y="10"/>
                        <a:pt x="15" y="9"/>
                      </a:cubicBezTo>
                      <a:cubicBezTo>
                        <a:pt x="15" y="7"/>
                        <a:pt x="15" y="6"/>
                        <a:pt x="14" y="5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2"/>
                <p:cNvSpPr/>
                <p:nvPr/>
              </p:nvSpPr>
              <p:spPr>
                <a:xfrm>
                  <a:off x="8257088" y="1043550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5" y="12"/>
                      </a:move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3" y="1"/>
                        <a:pt x="12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2"/>
                <p:cNvSpPr/>
                <p:nvPr/>
              </p:nvSpPr>
              <p:spPr>
                <a:xfrm>
                  <a:off x="7891963" y="1273738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12" y="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0"/>
                        <a:pt x="1" y="11"/>
                        <a:pt x="2" y="12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2"/>
                <p:cNvSpPr/>
                <p:nvPr/>
              </p:nvSpPr>
              <p:spPr>
                <a:xfrm>
                  <a:off x="7996738" y="1386450"/>
                  <a:ext cx="57150" cy="63500"/>
                </a:xfrm>
                <a:custGeom>
                  <a:rect b="b" l="l" r="r" t="t"/>
                  <a:pathLst>
                    <a:path extrusionOk="0" h="17" w="15">
                      <a:moveTo>
                        <a:pt x="6" y="0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2" y="14"/>
                        <a:pt x="4" y="15"/>
                        <a:pt x="6" y="17"/>
                      </a:cubicBezTo>
                      <a:cubicBezTo>
                        <a:pt x="15" y="5"/>
                        <a:pt x="15" y="5"/>
                        <a:pt x="15" y="5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2"/>
                <p:cNvSpPr/>
                <p:nvPr/>
              </p:nvSpPr>
              <p:spPr>
                <a:xfrm>
                  <a:off x="8068175" y="1432488"/>
                  <a:ext cx="34925" cy="47625"/>
                </a:xfrm>
                <a:custGeom>
                  <a:rect b="b" l="l" r="r" t="t"/>
                  <a:pathLst>
                    <a:path extrusionOk="0" h="13" w="9">
                      <a:moveTo>
                        <a:pt x="4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1" y="13"/>
                        <a:pt x="2" y="13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2"/>
                <p:cNvSpPr/>
                <p:nvPr/>
              </p:nvSpPr>
              <p:spPr>
                <a:xfrm>
                  <a:off x="8325350" y="1141975"/>
                  <a:ext cx="55563" cy="36513"/>
                </a:xfrm>
                <a:custGeom>
                  <a:rect b="b" l="l" r="r" t="t"/>
                  <a:pathLst>
                    <a:path extrusionOk="0" h="10" w="15">
                      <a:moveTo>
                        <a:pt x="2" y="10"/>
                      </a:move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4" y="3"/>
                        <a:pt x="13" y="2"/>
                        <a:pt x="12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2"/>
                <p:cNvSpPr/>
                <p:nvPr/>
              </p:nvSpPr>
              <p:spPr>
                <a:xfrm>
                  <a:off x="7710988" y="522850"/>
                  <a:ext cx="682625" cy="973137"/>
                </a:xfrm>
                <a:custGeom>
                  <a:rect b="b" l="l" r="r" t="t"/>
                  <a:pathLst>
                    <a:path extrusionOk="0" h="258" w="181">
                      <a:moveTo>
                        <a:pt x="69" y="218"/>
                      </a:moveTo>
                      <a:cubicBezTo>
                        <a:pt x="100" y="258"/>
                        <a:pt x="129" y="253"/>
                        <a:pt x="152" y="231"/>
                      </a:cubicBezTo>
                      <a:cubicBezTo>
                        <a:pt x="181" y="204"/>
                        <a:pt x="175" y="181"/>
                        <a:pt x="156" y="156"/>
                      </a:cubicBezTo>
                      <a:cubicBezTo>
                        <a:pt x="132" y="124"/>
                        <a:pt x="118" y="98"/>
                        <a:pt x="102" y="51"/>
                      </a:cubicBezTo>
                      <a:cubicBezTo>
                        <a:pt x="94" y="26"/>
                        <a:pt x="76" y="0"/>
                        <a:pt x="41" y="16"/>
                      </a:cubicBezTo>
                      <a:cubicBezTo>
                        <a:pt x="13" y="29"/>
                        <a:pt x="0" y="54"/>
                        <a:pt x="9" y="90"/>
                      </a:cubicBezTo>
                      <a:cubicBezTo>
                        <a:pt x="18" y="128"/>
                        <a:pt x="36" y="175"/>
                        <a:pt x="69" y="2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2"/>
                <p:cNvSpPr/>
                <p:nvPr/>
              </p:nvSpPr>
              <p:spPr>
                <a:xfrm>
                  <a:off x="7718925" y="624450"/>
                  <a:ext cx="674688" cy="871538"/>
                </a:xfrm>
                <a:custGeom>
                  <a:rect b="b" l="l" r="r" t="t"/>
                  <a:pathLst>
                    <a:path extrusionOk="0" h="231" w="179">
                      <a:moveTo>
                        <a:pt x="136" y="162"/>
                      </a:moveTo>
                      <a:cubicBezTo>
                        <a:pt x="118" y="178"/>
                        <a:pt x="91" y="176"/>
                        <a:pt x="63" y="131"/>
                      </a:cubicBezTo>
                      <a:cubicBezTo>
                        <a:pt x="33" y="83"/>
                        <a:pt x="17" y="33"/>
                        <a:pt x="23" y="0"/>
                      </a:cubicBezTo>
                      <a:cubicBezTo>
                        <a:pt x="7" y="14"/>
                        <a:pt x="0" y="35"/>
                        <a:pt x="7" y="63"/>
                      </a:cubicBezTo>
                      <a:cubicBezTo>
                        <a:pt x="16" y="101"/>
                        <a:pt x="34" y="148"/>
                        <a:pt x="67" y="191"/>
                      </a:cubicBezTo>
                      <a:cubicBezTo>
                        <a:pt x="98" y="231"/>
                        <a:pt x="127" y="226"/>
                        <a:pt x="150" y="204"/>
                      </a:cubicBezTo>
                      <a:cubicBezTo>
                        <a:pt x="179" y="177"/>
                        <a:pt x="173" y="154"/>
                        <a:pt x="154" y="129"/>
                      </a:cubicBezTo>
                      <a:cubicBezTo>
                        <a:pt x="150" y="123"/>
                        <a:pt x="145" y="117"/>
                        <a:pt x="141" y="111"/>
                      </a:cubicBezTo>
                      <a:cubicBezTo>
                        <a:pt x="147" y="128"/>
                        <a:pt x="150" y="150"/>
                        <a:pt x="136" y="16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" name="Google Shape;319;p2"/>
                <p:cNvSpPr/>
                <p:nvPr/>
              </p:nvSpPr>
              <p:spPr>
                <a:xfrm>
                  <a:off x="7930063" y="594288"/>
                  <a:ext cx="161925" cy="276225"/>
                </a:xfrm>
                <a:custGeom>
                  <a:rect b="b" l="l" r="r" t="t"/>
                  <a:pathLst>
                    <a:path extrusionOk="0" h="73" w="43">
                      <a:moveTo>
                        <a:pt x="35" y="31"/>
                      </a:moveTo>
                      <a:cubicBezTo>
                        <a:pt x="43" y="49"/>
                        <a:pt x="43" y="67"/>
                        <a:pt x="36" y="70"/>
                      </a:cubicBezTo>
                      <a:cubicBezTo>
                        <a:pt x="29" y="73"/>
                        <a:pt x="17" y="60"/>
                        <a:pt x="9" y="42"/>
                      </a:cubicBezTo>
                      <a:cubicBezTo>
                        <a:pt x="1" y="23"/>
                        <a:pt x="0" y="6"/>
                        <a:pt x="8" y="3"/>
                      </a:cubicBezTo>
                      <a:cubicBezTo>
                        <a:pt x="15" y="0"/>
                        <a:pt x="27" y="12"/>
                        <a:pt x="35" y="31"/>
                      </a:cubicBezTo>
                      <a:close/>
                    </a:path>
                  </a:pathLst>
                </a:custGeom>
                <a:solidFill>
                  <a:srgbClr val="F8F8F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0" name="Google Shape;320;p2"/>
              <p:cNvGrpSpPr/>
              <p:nvPr/>
            </p:nvGrpSpPr>
            <p:grpSpPr>
              <a:xfrm flipH="1" rot="-3288155">
                <a:off x="8742246" y="3241957"/>
                <a:ext cx="676832" cy="823347"/>
                <a:chOff x="7491913" y="372038"/>
                <a:chExt cx="1503363" cy="1828800"/>
              </a:xfrm>
            </p:grpSpPr>
            <p:sp>
              <p:nvSpPr>
                <p:cNvPr id="321" name="Google Shape;321;p2"/>
                <p:cNvSpPr/>
                <p:nvPr/>
              </p:nvSpPr>
              <p:spPr>
                <a:xfrm>
                  <a:off x="8117388" y="1383275"/>
                  <a:ext cx="746125" cy="700088"/>
                </a:xfrm>
                <a:custGeom>
                  <a:rect b="b" l="l" r="r" t="t"/>
                  <a:pathLst>
                    <a:path extrusionOk="0" h="186" w="198">
                      <a:moveTo>
                        <a:pt x="12" y="0"/>
                      </a:moveTo>
                      <a:cubicBezTo>
                        <a:pt x="13" y="13"/>
                        <a:pt x="15" y="26"/>
                        <a:pt x="20" y="38"/>
                      </a:cubicBezTo>
                      <a:cubicBezTo>
                        <a:pt x="25" y="50"/>
                        <a:pt x="32" y="61"/>
                        <a:pt x="43" y="67"/>
                      </a:cubicBezTo>
                      <a:cubicBezTo>
                        <a:pt x="54" y="73"/>
                        <a:pt x="68" y="74"/>
                        <a:pt x="81" y="74"/>
                      </a:cubicBezTo>
                      <a:cubicBezTo>
                        <a:pt x="88" y="73"/>
                        <a:pt x="94" y="73"/>
                        <a:pt x="101" y="72"/>
                      </a:cubicBezTo>
                      <a:cubicBezTo>
                        <a:pt x="108" y="72"/>
                        <a:pt x="116" y="72"/>
                        <a:pt x="123" y="74"/>
                      </a:cubicBezTo>
                      <a:cubicBezTo>
                        <a:pt x="127" y="75"/>
                        <a:pt x="130" y="77"/>
                        <a:pt x="133" y="80"/>
                      </a:cubicBezTo>
                      <a:cubicBezTo>
                        <a:pt x="136" y="83"/>
                        <a:pt x="137" y="86"/>
                        <a:pt x="139" y="90"/>
                      </a:cubicBezTo>
                      <a:cubicBezTo>
                        <a:pt x="141" y="97"/>
                        <a:pt x="142" y="104"/>
                        <a:pt x="142" y="111"/>
                      </a:cubicBezTo>
                      <a:cubicBezTo>
                        <a:pt x="143" y="125"/>
                        <a:pt x="142" y="138"/>
                        <a:pt x="142" y="152"/>
                      </a:cubicBezTo>
                      <a:cubicBezTo>
                        <a:pt x="142" y="155"/>
                        <a:pt x="142" y="159"/>
                        <a:pt x="142" y="162"/>
                      </a:cubicBezTo>
                      <a:cubicBezTo>
                        <a:pt x="142" y="166"/>
                        <a:pt x="142" y="169"/>
                        <a:pt x="144" y="172"/>
                      </a:cubicBezTo>
                      <a:cubicBezTo>
                        <a:pt x="144" y="173"/>
                        <a:pt x="144" y="173"/>
                        <a:pt x="145" y="174"/>
                      </a:cubicBezTo>
                      <a:cubicBezTo>
                        <a:pt x="145" y="174"/>
                        <a:pt x="146" y="175"/>
                        <a:pt x="147" y="175"/>
                      </a:cubicBezTo>
                      <a:cubicBezTo>
                        <a:pt x="148" y="176"/>
                        <a:pt x="149" y="177"/>
                        <a:pt x="151" y="178"/>
                      </a:cubicBezTo>
                      <a:cubicBezTo>
                        <a:pt x="154" y="179"/>
                        <a:pt x="157" y="179"/>
                        <a:pt x="160" y="179"/>
                      </a:cubicBezTo>
                      <a:cubicBezTo>
                        <a:pt x="167" y="178"/>
                        <a:pt x="174" y="175"/>
                        <a:pt x="181" y="175"/>
                      </a:cubicBezTo>
                      <a:cubicBezTo>
                        <a:pt x="184" y="175"/>
                        <a:pt x="188" y="177"/>
                        <a:pt x="190" y="178"/>
                      </a:cubicBezTo>
                      <a:cubicBezTo>
                        <a:pt x="193" y="180"/>
                        <a:pt x="196" y="183"/>
                        <a:pt x="198" y="186"/>
                      </a:cubicBezTo>
                      <a:cubicBezTo>
                        <a:pt x="196" y="183"/>
                        <a:pt x="193" y="180"/>
                        <a:pt x="190" y="179"/>
                      </a:cubicBezTo>
                      <a:cubicBezTo>
                        <a:pt x="187" y="177"/>
                        <a:pt x="184" y="176"/>
                        <a:pt x="181" y="176"/>
                      </a:cubicBezTo>
                      <a:cubicBezTo>
                        <a:pt x="174" y="176"/>
                        <a:pt x="167" y="179"/>
                        <a:pt x="161" y="180"/>
                      </a:cubicBezTo>
                      <a:cubicBezTo>
                        <a:pt x="157" y="181"/>
                        <a:pt x="153" y="181"/>
                        <a:pt x="150" y="180"/>
                      </a:cubicBezTo>
                      <a:cubicBezTo>
                        <a:pt x="148" y="179"/>
                        <a:pt x="147" y="178"/>
                        <a:pt x="145" y="177"/>
                      </a:cubicBezTo>
                      <a:cubicBezTo>
                        <a:pt x="145" y="176"/>
                        <a:pt x="144" y="176"/>
                        <a:pt x="143" y="175"/>
                      </a:cubicBezTo>
                      <a:cubicBezTo>
                        <a:pt x="143" y="175"/>
                        <a:pt x="142" y="174"/>
                        <a:pt x="141" y="173"/>
                      </a:cubicBezTo>
                      <a:cubicBezTo>
                        <a:pt x="140" y="169"/>
                        <a:pt x="139" y="166"/>
                        <a:pt x="139" y="162"/>
                      </a:cubicBezTo>
                      <a:cubicBezTo>
                        <a:pt x="139" y="159"/>
                        <a:pt x="139" y="155"/>
                        <a:pt x="139" y="152"/>
                      </a:cubicBezTo>
                      <a:cubicBezTo>
                        <a:pt x="139" y="138"/>
                        <a:pt x="139" y="125"/>
                        <a:pt x="138" y="111"/>
                      </a:cubicBezTo>
                      <a:cubicBezTo>
                        <a:pt x="137" y="104"/>
                        <a:pt x="136" y="98"/>
                        <a:pt x="134" y="92"/>
                      </a:cubicBezTo>
                      <a:cubicBezTo>
                        <a:pt x="132" y="89"/>
                        <a:pt x="131" y="86"/>
                        <a:pt x="129" y="84"/>
                      </a:cubicBezTo>
                      <a:cubicBezTo>
                        <a:pt x="127" y="82"/>
                        <a:pt x="124" y="81"/>
                        <a:pt x="121" y="80"/>
                      </a:cubicBezTo>
                      <a:cubicBezTo>
                        <a:pt x="115" y="78"/>
                        <a:pt x="109" y="79"/>
                        <a:pt x="102" y="79"/>
                      </a:cubicBezTo>
                      <a:cubicBezTo>
                        <a:pt x="95" y="80"/>
                        <a:pt x="88" y="81"/>
                        <a:pt x="81" y="81"/>
                      </a:cubicBezTo>
                      <a:cubicBezTo>
                        <a:pt x="74" y="82"/>
                        <a:pt x="67" y="82"/>
                        <a:pt x="60" y="81"/>
                      </a:cubicBezTo>
                      <a:cubicBezTo>
                        <a:pt x="53" y="81"/>
                        <a:pt x="46" y="79"/>
                        <a:pt x="39" y="75"/>
                      </a:cubicBezTo>
                      <a:cubicBezTo>
                        <a:pt x="32" y="72"/>
                        <a:pt x="26" y="67"/>
                        <a:pt x="21" y="61"/>
                      </a:cubicBezTo>
                      <a:cubicBezTo>
                        <a:pt x="17" y="56"/>
                        <a:pt x="13" y="49"/>
                        <a:pt x="10" y="43"/>
                      </a:cubicBezTo>
                      <a:cubicBezTo>
                        <a:pt x="7" y="36"/>
                        <a:pt x="5" y="29"/>
                        <a:pt x="3" y="22"/>
                      </a:cubicBezTo>
                      <a:cubicBezTo>
                        <a:pt x="2" y="15"/>
                        <a:pt x="0" y="8"/>
                        <a:pt x="0" y="1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2"/>
                <p:cNvSpPr/>
                <p:nvPr/>
              </p:nvSpPr>
              <p:spPr>
                <a:xfrm>
                  <a:off x="8234863" y="1394388"/>
                  <a:ext cx="387350" cy="806450"/>
                </a:xfrm>
                <a:custGeom>
                  <a:rect b="b" l="l" r="r" t="t"/>
                  <a:pathLst>
                    <a:path extrusionOk="0" h="214" w="103">
                      <a:moveTo>
                        <a:pt x="13" y="0"/>
                      </a:moveTo>
                      <a:cubicBezTo>
                        <a:pt x="14" y="9"/>
                        <a:pt x="17" y="18"/>
                        <a:pt x="22" y="26"/>
                      </a:cubicBezTo>
                      <a:cubicBezTo>
                        <a:pt x="27" y="35"/>
                        <a:pt x="34" y="43"/>
                        <a:pt x="40" y="50"/>
                      </a:cubicBezTo>
                      <a:cubicBezTo>
                        <a:pt x="44" y="54"/>
                        <a:pt x="47" y="58"/>
                        <a:pt x="50" y="63"/>
                      </a:cubicBezTo>
                      <a:cubicBezTo>
                        <a:pt x="52" y="65"/>
                        <a:pt x="53" y="67"/>
                        <a:pt x="55" y="69"/>
                      </a:cubicBezTo>
                      <a:cubicBezTo>
                        <a:pt x="56" y="71"/>
                        <a:pt x="58" y="74"/>
                        <a:pt x="59" y="76"/>
                      </a:cubicBezTo>
                      <a:cubicBezTo>
                        <a:pt x="63" y="87"/>
                        <a:pt x="63" y="98"/>
                        <a:pt x="63" y="108"/>
                      </a:cubicBezTo>
                      <a:cubicBezTo>
                        <a:pt x="62" y="119"/>
                        <a:pt x="60" y="129"/>
                        <a:pt x="59" y="139"/>
                      </a:cubicBezTo>
                      <a:cubicBezTo>
                        <a:pt x="59" y="144"/>
                        <a:pt x="59" y="149"/>
                        <a:pt x="59" y="154"/>
                      </a:cubicBezTo>
                      <a:cubicBezTo>
                        <a:pt x="59" y="159"/>
                        <a:pt x="60" y="164"/>
                        <a:pt x="62" y="169"/>
                      </a:cubicBezTo>
                      <a:cubicBezTo>
                        <a:pt x="66" y="178"/>
                        <a:pt x="74" y="185"/>
                        <a:pt x="82" y="192"/>
                      </a:cubicBezTo>
                      <a:cubicBezTo>
                        <a:pt x="86" y="195"/>
                        <a:pt x="90" y="198"/>
                        <a:pt x="93" y="202"/>
                      </a:cubicBezTo>
                      <a:cubicBezTo>
                        <a:pt x="97" y="205"/>
                        <a:pt x="100" y="209"/>
                        <a:pt x="103" y="214"/>
                      </a:cubicBezTo>
                      <a:cubicBezTo>
                        <a:pt x="100" y="209"/>
                        <a:pt x="97" y="206"/>
                        <a:pt x="93" y="202"/>
                      </a:cubicBezTo>
                      <a:cubicBezTo>
                        <a:pt x="89" y="199"/>
                        <a:pt x="85" y="196"/>
                        <a:pt x="81" y="193"/>
                      </a:cubicBezTo>
                      <a:cubicBezTo>
                        <a:pt x="73" y="186"/>
                        <a:pt x="64" y="179"/>
                        <a:pt x="60" y="170"/>
                      </a:cubicBezTo>
                      <a:cubicBezTo>
                        <a:pt x="57" y="165"/>
                        <a:pt x="56" y="160"/>
                        <a:pt x="55" y="155"/>
                      </a:cubicBezTo>
                      <a:cubicBezTo>
                        <a:pt x="55" y="149"/>
                        <a:pt x="55" y="144"/>
                        <a:pt x="55" y="139"/>
                      </a:cubicBezTo>
                      <a:cubicBezTo>
                        <a:pt x="55" y="128"/>
                        <a:pt x="56" y="118"/>
                        <a:pt x="56" y="108"/>
                      </a:cubicBezTo>
                      <a:cubicBezTo>
                        <a:pt x="56" y="98"/>
                        <a:pt x="56" y="88"/>
                        <a:pt x="52" y="80"/>
                      </a:cubicBezTo>
                      <a:cubicBezTo>
                        <a:pt x="51" y="77"/>
                        <a:pt x="50" y="76"/>
                        <a:pt x="48" y="74"/>
                      </a:cubicBezTo>
                      <a:cubicBezTo>
                        <a:pt x="47" y="72"/>
                        <a:pt x="45" y="70"/>
                        <a:pt x="43" y="68"/>
                      </a:cubicBezTo>
                      <a:cubicBezTo>
                        <a:pt x="40" y="64"/>
                        <a:pt x="37" y="60"/>
                        <a:pt x="33" y="57"/>
                      </a:cubicBezTo>
                      <a:cubicBezTo>
                        <a:pt x="26" y="49"/>
                        <a:pt x="19" y="41"/>
                        <a:pt x="13" y="32"/>
                      </a:cubicBezTo>
                      <a:cubicBezTo>
                        <a:pt x="7" y="23"/>
                        <a:pt x="3" y="13"/>
                        <a:pt x="0" y="2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" name="Google Shape;323;p2"/>
                <p:cNvSpPr/>
                <p:nvPr/>
              </p:nvSpPr>
              <p:spPr>
                <a:xfrm>
                  <a:off x="8292013" y="1295963"/>
                  <a:ext cx="703263" cy="709613"/>
                </a:xfrm>
                <a:custGeom>
                  <a:rect b="b" l="l" r="r" t="t"/>
                  <a:pathLst>
                    <a:path extrusionOk="0" h="188" w="187">
                      <a:moveTo>
                        <a:pt x="10" y="0"/>
                      </a:moveTo>
                      <a:cubicBezTo>
                        <a:pt x="14" y="7"/>
                        <a:pt x="15" y="13"/>
                        <a:pt x="17" y="19"/>
                      </a:cubicBezTo>
                      <a:cubicBezTo>
                        <a:pt x="19" y="25"/>
                        <a:pt x="21" y="30"/>
                        <a:pt x="24" y="35"/>
                      </a:cubicBezTo>
                      <a:cubicBezTo>
                        <a:pt x="27" y="41"/>
                        <a:pt x="30" y="46"/>
                        <a:pt x="34" y="50"/>
                      </a:cubicBezTo>
                      <a:cubicBezTo>
                        <a:pt x="36" y="52"/>
                        <a:pt x="38" y="53"/>
                        <a:pt x="40" y="55"/>
                      </a:cubicBezTo>
                      <a:cubicBezTo>
                        <a:pt x="42" y="56"/>
                        <a:pt x="45" y="57"/>
                        <a:pt x="48" y="58"/>
                      </a:cubicBezTo>
                      <a:cubicBezTo>
                        <a:pt x="59" y="62"/>
                        <a:pt x="71" y="62"/>
                        <a:pt x="84" y="63"/>
                      </a:cubicBezTo>
                      <a:cubicBezTo>
                        <a:pt x="90" y="63"/>
                        <a:pt x="96" y="64"/>
                        <a:pt x="103" y="65"/>
                      </a:cubicBezTo>
                      <a:cubicBezTo>
                        <a:pt x="106" y="65"/>
                        <a:pt x="109" y="66"/>
                        <a:pt x="112" y="67"/>
                      </a:cubicBezTo>
                      <a:cubicBezTo>
                        <a:pt x="116" y="68"/>
                        <a:pt x="119" y="70"/>
                        <a:pt x="121" y="73"/>
                      </a:cubicBezTo>
                      <a:cubicBezTo>
                        <a:pt x="123" y="76"/>
                        <a:pt x="125" y="79"/>
                        <a:pt x="127" y="82"/>
                      </a:cubicBezTo>
                      <a:cubicBezTo>
                        <a:pt x="128" y="85"/>
                        <a:pt x="129" y="88"/>
                        <a:pt x="130" y="91"/>
                      </a:cubicBezTo>
                      <a:cubicBezTo>
                        <a:pt x="132" y="97"/>
                        <a:pt x="133" y="104"/>
                        <a:pt x="134" y="110"/>
                      </a:cubicBezTo>
                      <a:cubicBezTo>
                        <a:pt x="135" y="113"/>
                        <a:pt x="136" y="116"/>
                        <a:pt x="137" y="118"/>
                      </a:cubicBezTo>
                      <a:cubicBezTo>
                        <a:pt x="138" y="121"/>
                        <a:pt x="139" y="124"/>
                        <a:pt x="140" y="127"/>
                      </a:cubicBezTo>
                      <a:cubicBezTo>
                        <a:pt x="141" y="129"/>
                        <a:pt x="143" y="131"/>
                        <a:pt x="146" y="132"/>
                      </a:cubicBezTo>
                      <a:cubicBezTo>
                        <a:pt x="148" y="134"/>
                        <a:pt x="151" y="134"/>
                        <a:pt x="154" y="134"/>
                      </a:cubicBezTo>
                      <a:cubicBezTo>
                        <a:pt x="161" y="135"/>
                        <a:pt x="167" y="135"/>
                        <a:pt x="173" y="138"/>
                      </a:cubicBezTo>
                      <a:cubicBezTo>
                        <a:pt x="175" y="138"/>
                        <a:pt x="176" y="139"/>
                        <a:pt x="177" y="140"/>
                      </a:cubicBezTo>
                      <a:cubicBezTo>
                        <a:pt x="179" y="141"/>
                        <a:pt x="180" y="142"/>
                        <a:pt x="181" y="143"/>
                      </a:cubicBezTo>
                      <a:cubicBezTo>
                        <a:pt x="183" y="144"/>
                        <a:pt x="184" y="146"/>
                        <a:pt x="184" y="148"/>
                      </a:cubicBezTo>
                      <a:cubicBezTo>
                        <a:pt x="184" y="149"/>
                        <a:pt x="184" y="151"/>
                        <a:pt x="184" y="152"/>
                      </a:cubicBezTo>
                      <a:cubicBezTo>
                        <a:pt x="183" y="159"/>
                        <a:pt x="181" y="165"/>
                        <a:pt x="181" y="171"/>
                      </a:cubicBezTo>
                      <a:cubicBezTo>
                        <a:pt x="182" y="177"/>
                        <a:pt x="184" y="183"/>
                        <a:pt x="187" y="188"/>
                      </a:cubicBezTo>
                      <a:cubicBezTo>
                        <a:pt x="184" y="183"/>
                        <a:pt x="181" y="177"/>
                        <a:pt x="181" y="171"/>
                      </a:cubicBezTo>
                      <a:cubicBezTo>
                        <a:pt x="180" y="165"/>
                        <a:pt x="181" y="158"/>
                        <a:pt x="182" y="152"/>
                      </a:cubicBezTo>
                      <a:cubicBezTo>
                        <a:pt x="183" y="149"/>
                        <a:pt x="182" y="146"/>
                        <a:pt x="180" y="144"/>
                      </a:cubicBezTo>
                      <a:cubicBezTo>
                        <a:pt x="179" y="144"/>
                        <a:pt x="178" y="143"/>
                        <a:pt x="176" y="142"/>
                      </a:cubicBezTo>
                      <a:cubicBezTo>
                        <a:pt x="175" y="141"/>
                        <a:pt x="174" y="140"/>
                        <a:pt x="172" y="140"/>
                      </a:cubicBezTo>
                      <a:cubicBezTo>
                        <a:pt x="167" y="138"/>
                        <a:pt x="161" y="138"/>
                        <a:pt x="154" y="137"/>
                      </a:cubicBezTo>
                      <a:cubicBezTo>
                        <a:pt x="151" y="137"/>
                        <a:pt x="148" y="137"/>
                        <a:pt x="144" y="136"/>
                      </a:cubicBezTo>
                      <a:cubicBezTo>
                        <a:pt x="141" y="134"/>
                        <a:pt x="139" y="132"/>
                        <a:pt x="137" y="129"/>
                      </a:cubicBezTo>
                      <a:cubicBezTo>
                        <a:pt x="135" y="126"/>
                        <a:pt x="134" y="123"/>
                        <a:pt x="133" y="120"/>
                      </a:cubicBezTo>
                      <a:cubicBezTo>
                        <a:pt x="132" y="117"/>
                        <a:pt x="131" y="114"/>
                        <a:pt x="130" y="111"/>
                      </a:cubicBezTo>
                      <a:cubicBezTo>
                        <a:pt x="128" y="105"/>
                        <a:pt x="127" y="98"/>
                        <a:pt x="125" y="93"/>
                      </a:cubicBezTo>
                      <a:cubicBezTo>
                        <a:pt x="123" y="87"/>
                        <a:pt x="120" y="82"/>
                        <a:pt x="117" y="77"/>
                      </a:cubicBezTo>
                      <a:cubicBezTo>
                        <a:pt x="113" y="74"/>
                        <a:pt x="108" y="72"/>
                        <a:pt x="102" y="71"/>
                      </a:cubicBezTo>
                      <a:cubicBezTo>
                        <a:pt x="96" y="71"/>
                        <a:pt x="90" y="71"/>
                        <a:pt x="83" y="71"/>
                      </a:cubicBezTo>
                      <a:cubicBezTo>
                        <a:pt x="71" y="70"/>
                        <a:pt x="58" y="71"/>
                        <a:pt x="45" y="67"/>
                      </a:cubicBezTo>
                      <a:cubicBezTo>
                        <a:pt x="42" y="66"/>
                        <a:pt x="38" y="65"/>
                        <a:pt x="35" y="63"/>
                      </a:cubicBezTo>
                      <a:cubicBezTo>
                        <a:pt x="32" y="61"/>
                        <a:pt x="29" y="59"/>
                        <a:pt x="27" y="57"/>
                      </a:cubicBezTo>
                      <a:cubicBezTo>
                        <a:pt x="22" y="52"/>
                        <a:pt x="18" y="46"/>
                        <a:pt x="15" y="41"/>
                      </a:cubicBezTo>
                      <a:cubicBezTo>
                        <a:pt x="11" y="35"/>
                        <a:pt x="9" y="29"/>
                        <a:pt x="7" y="23"/>
                      </a:cubicBezTo>
                      <a:cubicBezTo>
                        <a:pt x="4" y="17"/>
                        <a:pt x="2" y="11"/>
                        <a:pt x="0" y="7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" name="Google Shape;324;p2"/>
                <p:cNvSpPr/>
                <p:nvPr/>
              </p:nvSpPr>
              <p:spPr>
                <a:xfrm>
                  <a:off x="8117388" y="1383275"/>
                  <a:ext cx="109537" cy="222250"/>
                </a:xfrm>
                <a:custGeom>
                  <a:rect b="b" l="l" r="r" t="t"/>
                  <a:pathLst>
                    <a:path extrusionOk="0" h="59" w="29">
                      <a:moveTo>
                        <a:pt x="20" y="38"/>
                      </a:moveTo>
                      <a:cubicBezTo>
                        <a:pt x="15" y="26"/>
                        <a:pt x="13" y="13"/>
                        <a:pt x="1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8"/>
                        <a:pt x="2" y="15"/>
                        <a:pt x="3" y="22"/>
                      </a:cubicBezTo>
                      <a:cubicBezTo>
                        <a:pt x="5" y="29"/>
                        <a:pt x="7" y="36"/>
                        <a:pt x="10" y="43"/>
                      </a:cubicBezTo>
                      <a:cubicBezTo>
                        <a:pt x="13" y="48"/>
                        <a:pt x="16" y="54"/>
                        <a:pt x="19" y="59"/>
                      </a:cubicBezTo>
                      <a:cubicBezTo>
                        <a:pt x="23" y="58"/>
                        <a:pt x="26" y="57"/>
                        <a:pt x="29" y="55"/>
                      </a:cubicBezTo>
                      <a:cubicBezTo>
                        <a:pt x="26" y="50"/>
                        <a:pt x="22" y="44"/>
                        <a:pt x="20" y="3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" name="Google Shape;325;p2"/>
                <p:cNvSpPr/>
                <p:nvPr/>
              </p:nvSpPr>
              <p:spPr>
                <a:xfrm>
                  <a:off x="8234863" y="1394388"/>
                  <a:ext cx="98425" cy="146050"/>
                </a:xfrm>
                <a:custGeom>
                  <a:rect b="b" l="l" r="r" t="t"/>
                  <a:pathLst>
                    <a:path extrusionOk="0" h="39" w="26">
                      <a:moveTo>
                        <a:pt x="13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3"/>
                        <a:pt x="7" y="23"/>
                        <a:pt x="13" y="32"/>
                      </a:cubicBezTo>
                      <a:cubicBezTo>
                        <a:pt x="15" y="35"/>
                        <a:pt x="16" y="37"/>
                        <a:pt x="18" y="39"/>
                      </a:cubicBezTo>
                      <a:cubicBezTo>
                        <a:pt x="21" y="37"/>
                        <a:pt x="23" y="34"/>
                        <a:pt x="26" y="32"/>
                      </a:cubicBezTo>
                      <a:cubicBezTo>
                        <a:pt x="25" y="30"/>
                        <a:pt x="23" y="28"/>
                        <a:pt x="22" y="26"/>
                      </a:cubicBezTo>
                      <a:cubicBezTo>
                        <a:pt x="17" y="18"/>
                        <a:pt x="14" y="9"/>
                        <a:pt x="13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" name="Google Shape;326;p2"/>
                <p:cNvSpPr/>
                <p:nvPr/>
              </p:nvSpPr>
              <p:spPr>
                <a:xfrm>
                  <a:off x="8292013" y="1295963"/>
                  <a:ext cx="96838" cy="180975"/>
                </a:xfrm>
                <a:custGeom>
                  <a:rect b="b" l="l" r="r" t="t"/>
                  <a:pathLst>
                    <a:path extrusionOk="0" h="48" w="26">
                      <a:moveTo>
                        <a:pt x="24" y="35"/>
                      </a:moveTo>
                      <a:cubicBezTo>
                        <a:pt x="21" y="30"/>
                        <a:pt x="19" y="25"/>
                        <a:pt x="17" y="19"/>
                      </a:cubicBezTo>
                      <a:cubicBezTo>
                        <a:pt x="15" y="13"/>
                        <a:pt x="14" y="7"/>
                        <a:pt x="10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1"/>
                        <a:pt x="4" y="17"/>
                        <a:pt x="7" y="23"/>
                      </a:cubicBezTo>
                      <a:cubicBezTo>
                        <a:pt x="9" y="29"/>
                        <a:pt x="11" y="35"/>
                        <a:pt x="15" y="41"/>
                      </a:cubicBezTo>
                      <a:cubicBezTo>
                        <a:pt x="16" y="43"/>
                        <a:pt x="17" y="46"/>
                        <a:pt x="19" y="48"/>
                      </a:cubicBezTo>
                      <a:cubicBezTo>
                        <a:pt x="21" y="45"/>
                        <a:pt x="24" y="42"/>
                        <a:pt x="26" y="38"/>
                      </a:cubicBezTo>
                      <a:cubicBezTo>
                        <a:pt x="25" y="37"/>
                        <a:pt x="25" y="36"/>
                        <a:pt x="24" y="3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" name="Google Shape;327;p2"/>
                <p:cNvSpPr/>
                <p:nvPr/>
              </p:nvSpPr>
              <p:spPr>
                <a:xfrm>
                  <a:off x="7801475" y="432363"/>
                  <a:ext cx="82550" cy="169863"/>
                </a:xfrm>
                <a:custGeom>
                  <a:rect b="b" l="l" r="r" t="t"/>
                  <a:pathLst>
                    <a:path extrusionOk="0" h="107" w="52">
                      <a:moveTo>
                        <a:pt x="28" y="107"/>
                      </a:moveTo>
                      <a:lnTo>
                        <a:pt x="0" y="0"/>
                      </a:lnTo>
                      <a:lnTo>
                        <a:pt x="52" y="100"/>
                      </a:lnTo>
                      <a:lnTo>
                        <a:pt x="28" y="1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2"/>
                <p:cNvSpPr/>
                <p:nvPr/>
              </p:nvSpPr>
              <p:spPr>
                <a:xfrm>
                  <a:off x="7598275" y="481575"/>
                  <a:ext cx="203200" cy="192088"/>
                </a:xfrm>
                <a:custGeom>
                  <a:rect b="b" l="l" r="r" t="t"/>
                  <a:pathLst>
                    <a:path extrusionOk="0" h="121" w="128">
                      <a:moveTo>
                        <a:pt x="128" y="97"/>
                      </a:moveTo>
                      <a:lnTo>
                        <a:pt x="0" y="0"/>
                      </a:lnTo>
                      <a:lnTo>
                        <a:pt x="116" y="121"/>
                      </a:lnTo>
                      <a:lnTo>
                        <a:pt x="128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2"/>
                <p:cNvSpPr/>
                <p:nvPr/>
              </p:nvSpPr>
              <p:spPr>
                <a:xfrm>
                  <a:off x="7620500" y="708588"/>
                  <a:ext cx="123825" cy="52388"/>
                </a:xfrm>
                <a:custGeom>
                  <a:rect b="b" l="l" r="r" t="t"/>
                  <a:pathLst>
                    <a:path extrusionOk="0" h="33" w="78">
                      <a:moveTo>
                        <a:pt x="78" y="11"/>
                      </a:moveTo>
                      <a:lnTo>
                        <a:pt x="0" y="0"/>
                      </a:lnTo>
                      <a:lnTo>
                        <a:pt x="78" y="33"/>
                      </a:lnTo>
                      <a:lnTo>
                        <a:pt x="78" y="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2"/>
                <p:cNvSpPr/>
                <p:nvPr/>
              </p:nvSpPr>
              <p:spPr>
                <a:xfrm>
                  <a:off x="7491913" y="835588"/>
                  <a:ext cx="265113" cy="65088"/>
                </a:xfrm>
                <a:custGeom>
                  <a:rect b="b" l="l" r="r" t="t"/>
                  <a:pathLst>
                    <a:path extrusionOk="0" h="41" w="167">
                      <a:moveTo>
                        <a:pt x="159" y="0"/>
                      </a:moveTo>
                      <a:lnTo>
                        <a:pt x="0" y="41"/>
                      </a:lnTo>
                      <a:lnTo>
                        <a:pt x="167" y="26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2"/>
                <p:cNvSpPr/>
                <p:nvPr/>
              </p:nvSpPr>
              <p:spPr>
                <a:xfrm>
                  <a:off x="7944350" y="372038"/>
                  <a:ext cx="38100" cy="207963"/>
                </a:xfrm>
                <a:custGeom>
                  <a:rect b="b" l="l" r="r" t="t"/>
                  <a:pathLst>
                    <a:path extrusionOk="0" h="131" w="24">
                      <a:moveTo>
                        <a:pt x="0" y="128"/>
                      </a:moveTo>
                      <a:lnTo>
                        <a:pt x="22" y="0"/>
                      </a:lnTo>
                      <a:lnTo>
                        <a:pt x="24" y="131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2"/>
                <p:cNvSpPr/>
                <p:nvPr/>
              </p:nvSpPr>
              <p:spPr>
                <a:xfrm>
                  <a:off x="8057063" y="511738"/>
                  <a:ext cx="169863" cy="196850"/>
                </a:xfrm>
                <a:custGeom>
                  <a:rect b="b" l="l" r="r" t="t"/>
                  <a:pathLst>
                    <a:path extrusionOk="0" h="124" w="107">
                      <a:moveTo>
                        <a:pt x="0" y="97"/>
                      </a:moveTo>
                      <a:lnTo>
                        <a:pt x="107" y="0"/>
                      </a:lnTo>
                      <a:lnTo>
                        <a:pt x="7" y="124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333;p2"/>
                <p:cNvSpPr/>
                <p:nvPr/>
              </p:nvSpPr>
              <p:spPr>
                <a:xfrm>
                  <a:off x="8012613" y="541900"/>
                  <a:ext cx="63500" cy="79375"/>
                </a:xfrm>
                <a:custGeom>
                  <a:rect b="b" l="l" r="r" t="t"/>
                  <a:pathLst>
                    <a:path extrusionOk="0" h="50" w="40">
                      <a:moveTo>
                        <a:pt x="0" y="38"/>
                      </a:moveTo>
                      <a:lnTo>
                        <a:pt x="40" y="0"/>
                      </a:lnTo>
                      <a:lnTo>
                        <a:pt x="12" y="5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" name="Google Shape;334;p2"/>
                <p:cNvSpPr/>
                <p:nvPr/>
              </p:nvSpPr>
              <p:spPr>
                <a:xfrm>
                  <a:off x="7880850" y="527613"/>
                  <a:ext cx="33338" cy="52388"/>
                </a:xfrm>
                <a:custGeom>
                  <a:rect b="b" l="l" r="r" t="t"/>
                  <a:pathLst>
                    <a:path extrusionOk="0" h="33" w="21">
                      <a:moveTo>
                        <a:pt x="7" y="33"/>
                      </a:moveTo>
                      <a:lnTo>
                        <a:pt x="0" y="0"/>
                      </a:lnTo>
                      <a:lnTo>
                        <a:pt x="21" y="33"/>
                      </a:lnTo>
                      <a:lnTo>
                        <a:pt x="7" y="3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2"/>
                <p:cNvSpPr/>
                <p:nvPr/>
              </p:nvSpPr>
              <p:spPr>
                <a:xfrm>
                  <a:off x="8095163" y="695888"/>
                  <a:ext cx="222250" cy="114300"/>
                </a:xfrm>
                <a:custGeom>
                  <a:rect b="b" l="l" r="r" t="t"/>
                  <a:pathLst>
                    <a:path extrusionOk="0" h="72" w="140">
                      <a:moveTo>
                        <a:pt x="0" y="48"/>
                      </a:moveTo>
                      <a:lnTo>
                        <a:pt x="140" y="0"/>
                      </a:lnTo>
                      <a:lnTo>
                        <a:pt x="14" y="72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2"/>
                <p:cNvSpPr/>
                <p:nvPr/>
              </p:nvSpPr>
              <p:spPr>
                <a:xfrm>
                  <a:off x="8095163" y="651438"/>
                  <a:ext cx="117475" cy="87313"/>
                </a:xfrm>
                <a:custGeom>
                  <a:rect b="b" l="l" r="r" t="t"/>
                  <a:pathLst>
                    <a:path extrusionOk="0" h="55" w="74">
                      <a:moveTo>
                        <a:pt x="0" y="40"/>
                      </a:moveTo>
                      <a:lnTo>
                        <a:pt x="74" y="0"/>
                      </a:lnTo>
                      <a:lnTo>
                        <a:pt x="5" y="55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2"/>
                <p:cNvSpPr/>
                <p:nvPr/>
              </p:nvSpPr>
              <p:spPr>
                <a:xfrm>
                  <a:off x="7688763" y="903850"/>
                  <a:ext cx="90488" cy="41275"/>
                </a:xfrm>
                <a:custGeom>
                  <a:rect b="b" l="l" r="r" t="t"/>
                  <a:pathLst>
                    <a:path extrusionOk="0" h="26" w="57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7" y="21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" name="Google Shape;338;p2"/>
                <p:cNvSpPr/>
                <p:nvPr/>
              </p:nvSpPr>
              <p:spPr>
                <a:xfrm>
                  <a:off x="7582400" y="1076888"/>
                  <a:ext cx="260350" cy="174625"/>
                </a:xfrm>
                <a:custGeom>
                  <a:rect b="b" l="l" r="r" t="t"/>
                  <a:pathLst>
                    <a:path extrusionOk="0" h="110" w="164">
                      <a:moveTo>
                        <a:pt x="152" y="0"/>
                      </a:moveTo>
                      <a:lnTo>
                        <a:pt x="0" y="110"/>
                      </a:lnTo>
                      <a:lnTo>
                        <a:pt x="164" y="36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" name="Google Shape;339;p2"/>
                <p:cNvSpPr/>
                <p:nvPr/>
              </p:nvSpPr>
              <p:spPr>
                <a:xfrm>
                  <a:off x="7620500" y="986400"/>
                  <a:ext cx="180975" cy="84138"/>
                </a:xfrm>
                <a:custGeom>
                  <a:rect b="b" l="l" r="r" t="t"/>
                  <a:pathLst>
                    <a:path extrusionOk="0" h="53" w="114">
                      <a:moveTo>
                        <a:pt x="114" y="19"/>
                      </a:moveTo>
                      <a:lnTo>
                        <a:pt x="0" y="53"/>
                      </a:lnTo>
                      <a:lnTo>
                        <a:pt x="112" y="0"/>
                      </a:lnTo>
                      <a:lnTo>
                        <a:pt x="114" y="1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" name="Google Shape;340;p2"/>
                <p:cNvSpPr/>
                <p:nvPr/>
              </p:nvSpPr>
              <p:spPr>
                <a:xfrm>
                  <a:off x="8155488" y="829238"/>
                  <a:ext cx="98425" cy="90488"/>
                </a:xfrm>
                <a:custGeom>
                  <a:rect b="b" l="l" r="r" t="t"/>
                  <a:pathLst>
                    <a:path extrusionOk="0" h="57" w="62">
                      <a:moveTo>
                        <a:pt x="0" y="42"/>
                      </a:moveTo>
                      <a:lnTo>
                        <a:pt x="62" y="0"/>
                      </a:lnTo>
                      <a:lnTo>
                        <a:pt x="10" y="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" name="Google Shape;341;p2"/>
                <p:cNvSpPr/>
                <p:nvPr/>
              </p:nvSpPr>
              <p:spPr>
                <a:xfrm>
                  <a:off x="8193588" y="862575"/>
                  <a:ext cx="236538" cy="161925"/>
                </a:xfrm>
                <a:custGeom>
                  <a:rect b="b" l="l" r="r" t="t"/>
                  <a:pathLst>
                    <a:path extrusionOk="0" h="102" w="149">
                      <a:moveTo>
                        <a:pt x="0" y="71"/>
                      </a:moveTo>
                      <a:lnTo>
                        <a:pt x="149" y="0"/>
                      </a:lnTo>
                      <a:lnTo>
                        <a:pt x="21" y="102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" name="Google Shape;342;p2"/>
                <p:cNvSpPr/>
                <p:nvPr/>
              </p:nvSpPr>
              <p:spPr>
                <a:xfrm>
                  <a:off x="7793538" y="1183250"/>
                  <a:ext cx="98425" cy="38100"/>
                </a:xfrm>
                <a:custGeom>
                  <a:rect b="b" l="l" r="r" t="t"/>
                  <a:pathLst>
                    <a:path extrusionOk="0" h="24" w="62">
                      <a:moveTo>
                        <a:pt x="52" y="0"/>
                      </a:moveTo>
                      <a:lnTo>
                        <a:pt x="0" y="21"/>
                      </a:lnTo>
                      <a:lnTo>
                        <a:pt x="62" y="24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" name="Google Shape;343;p2"/>
                <p:cNvSpPr/>
                <p:nvPr/>
              </p:nvSpPr>
              <p:spPr>
                <a:xfrm>
                  <a:off x="7815763" y="1311838"/>
                  <a:ext cx="155575" cy="211138"/>
                </a:xfrm>
                <a:custGeom>
                  <a:rect b="b" l="l" r="r" t="t"/>
                  <a:pathLst>
                    <a:path extrusionOk="0" h="133" w="98">
                      <a:moveTo>
                        <a:pt x="86" y="0"/>
                      </a:moveTo>
                      <a:lnTo>
                        <a:pt x="0" y="133"/>
                      </a:lnTo>
                      <a:lnTo>
                        <a:pt x="98" y="21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" name="Google Shape;344;p2"/>
                <p:cNvSpPr/>
                <p:nvPr/>
              </p:nvSpPr>
              <p:spPr>
                <a:xfrm>
                  <a:off x="8284075" y="1032438"/>
                  <a:ext cx="233363" cy="109538"/>
                </a:xfrm>
                <a:custGeom>
                  <a:rect b="b" l="l" r="r" t="t"/>
                  <a:pathLst>
                    <a:path extrusionOk="0" h="69" w="147">
                      <a:moveTo>
                        <a:pt x="0" y="45"/>
                      </a:moveTo>
                      <a:lnTo>
                        <a:pt x="147" y="0"/>
                      </a:lnTo>
                      <a:lnTo>
                        <a:pt x="16" y="69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5" name="Google Shape;345;p2"/>
                <p:cNvSpPr/>
                <p:nvPr/>
              </p:nvSpPr>
              <p:spPr>
                <a:xfrm>
                  <a:off x="8347575" y="1213413"/>
                  <a:ext cx="161925" cy="52388"/>
                </a:xfrm>
                <a:custGeom>
                  <a:rect b="b" l="l" r="r" t="t"/>
                  <a:pathLst>
                    <a:path extrusionOk="0" h="33" w="102">
                      <a:moveTo>
                        <a:pt x="0" y="24"/>
                      </a:moveTo>
                      <a:lnTo>
                        <a:pt x="102" y="33"/>
                      </a:lnTo>
                      <a:lnTo>
                        <a:pt x="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6" name="Google Shape;346;p2"/>
                <p:cNvSpPr/>
                <p:nvPr/>
              </p:nvSpPr>
              <p:spPr>
                <a:xfrm>
                  <a:off x="8257088" y="1021325"/>
                  <a:ext cx="82550" cy="66675"/>
                </a:xfrm>
                <a:custGeom>
                  <a:rect b="b" l="l" r="r" t="t"/>
                  <a:pathLst>
                    <a:path extrusionOk="0" h="42" w="52">
                      <a:moveTo>
                        <a:pt x="0" y="31"/>
                      </a:moveTo>
                      <a:lnTo>
                        <a:pt x="52" y="0"/>
                      </a:lnTo>
                      <a:lnTo>
                        <a:pt x="12" y="4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" name="Google Shape;347;p2"/>
                <p:cNvSpPr/>
                <p:nvPr/>
              </p:nvSpPr>
              <p:spPr>
                <a:xfrm>
                  <a:off x="7845925" y="1273738"/>
                  <a:ext cx="98425" cy="71438"/>
                </a:xfrm>
                <a:custGeom>
                  <a:rect b="b" l="l" r="r" t="t"/>
                  <a:pathLst>
                    <a:path extrusionOk="0" h="45" w="62">
                      <a:moveTo>
                        <a:pt x="57" y="0"/>
                      </a:moveTo>
                      <a:lnTo>
                        <a:pt x="0" y="45"/>
                      </a:lnTo>
                      <a:lnTo>
                        <a:pt x="62" y="14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" name="Google Shape;348;p2"/>
                <p:cNvSpPr/>
                <p:nvPr/>
              </p:nvSpPr>
              <p:spPr>
                <a:xfrm>
                  <a:off x="7922125" y="1386450"/>
                  <a:ext cx="131763" cy="192088"/>
                </a:xfrm>
                <a:custGeom>
                  <a:rect b="b" l="l" r="r" t="t"/>
                  <a:pathLst>
                    <a:path extrusionOk="0" h="121" w="83">
                      <a:moveTo>
                        <a:pt x="62" y="0"/>
                      </a:moveTo>
                      <a:lnTo>
                        <a:pt x="0" y="121"/>
                      </a:lnTo>
                      <a:lnTo>
                        <a:pt x="83" y="1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9" name="Google Shape;349;p2"/>
                <p:cNvSpPr/>
                <p:nvPr/>
              </p:nvSpPr>
              <p:spPr>
                <a:xfrm>
                  <a:off x="8065000" y="1432488"/>
                  <a:ext cx="38100" cy="66675"/>
                </a:xfrm>
                <a:custGeom>
                  <a:rect b="b" l="l" r="r" t="t"/>
                  <a:pathLst>
                    <a:path extrusionOk="0" h="42" w="24">
                      <a:moveTo>
                        <a:pt x="12" y="0"/>
                      </a:moveTo>
                      <a:lnTo>
                        <a:pt x="0" y="42"/>
                      </a:lnTo>
                      <a:lnTo>
                        <a:pt x="24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" name="Google Shape;350;p2"/>
                <p:cNvSpPr/>
                <p:nvPr/>
              </p:nvSpPr>
              <p:spPr>
                <a:xfrm>
                  <a:off x="8325350" y="1081650"/>
                  <a:ext cx="260350" cy="96838"/>
                </a:xfrm>
                <a:custGeom>
                  <a:rect b="b" l="l" r="r" t="t"/>
                  <a:pathLst>
                    <a:path extrusionOk="0" h="61" w="164">
                      <a:moveTo>
                        <a:pt x="0" y="47"/>
                      </a:moveTo>
                      <a:lnTo>
                        <a:pt x="164" y="0"/>
                      </a:lnTo>
                      <a:lnTo>
                        <a:pt x="5" y="61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" name="Google Shape;351;p2"/>
                <p:cNvSpPr/>
                <p:nvPr/>
              </p:nvSpPr>
              <p:spPr>
                <a:xfrm>
                  <a:off x="7831638" y="538725"/>
                  <a:ext cx="52388" cy="63500"/>
                </a:xfrm>
                <a:custGeom>
                  <a:rect b="b" l="l" r="r" t="t"/>
                  <a:pathLst>
                    <a:path extrusionOk="0" h="17" w="14">
                      <a:moveTo>
                        <a:pt x="14" y="1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4" y="17"/>
                        <a:pt x="4" y="17"/>
                        <a:pt x="4" y="17"/>
                      </a:cubicBezTo>
                      <a:lnTo>
                        <a:pt x="1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" name="Google Shape;352;p2"/>
                <p:cNvSpPr/>
                <p:nvPr/>
              </p:nvSpPr>
              <p:spPr>
                <a:xfrm>
                  <a:off x="7741150" y="605400"/>
                  <a:ext cx="60325" cy="68262"/>
                </a:xfrm>
                <a:custGeom>
                  <a:rect b="b" l="l" r="r" t="t"/>
                  <a:pathLst>
                    <a:path extrusionOk="0" h="18" w="16">
                      <a:moveTo>
                        <a:pt x="16" y="8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2"/>
                        <a:pt x="2" y="5"/>
                        <a:pt x="0" y="7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lnTo>
                        <a:pt x="16" y="8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" name="Google Shape;353;p2"/>
                <p:cNvSpPr/>
                <p:nvPr/>
              </p:nvSpPr>
              <p:spPr>
                <a:xfrm>
                  <a:off x="7696700" y="719700"/>
                  <a:ext cx="47625" cy="41275"/>
                </a:xfrm>
                <a:custGeom>
                  <a:rect b="b" l="l" r="r" t="t"/>
                  <a:pathLst>
                    <a:path extrusionOk="0" h="11" w="13">
                      <a:moveTo>
                        <a:pt x="13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" name="Google Shape;354;p2"/>
                <p:cNvSpPr/>
                <p:nvPr/>
              </p:nvSpPr>
              <p:spPr>
                <a:xfrm>
                  <a:off x="7696700" y="835588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3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1" y="9"/>
                        <a:pt x="2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" name="Google Shape;355;p2"/>
                <p:cNvSpPr/>
                <p:nvPr/>
              </p:nvSpPr>
              <p:spPr>
                <a:xfrm>
                  <a:off x="7944350" y="522850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0" y="15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14"/>
                        <a:pt x="0" y="14"/>
                        <a:pt x="0" y="14"/>
                      </a:cubicBezTo>
                      <a:lnTo>
                        <a:pt x="10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" name="Google Shape;356;p2"/>
                <p:cNvSpPr/>
                <p:nvPr/>
              </p:nvSpPr>
              <p:spPr>
                <a:xfrm>
                  <a:off x="8057063" y="624450"/>
                  <a:ext cx="60325" cy="84138"/>
                </a:xfrm>
                <a:custGeom>
                  <a:rect b="b" l="l" r="r" t="t"/>
                  <a:pathLst>
                    <a:path extrusionOk="0" h="22" w="16">
                      <a:moveTo>
                        <a:pt x="3" y="22"/>
                      </a:move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4" y="4"/>
                        <a:pt x="13" y="2"/>
                        <a:pt x="12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lnTo>
                        <a:pt x="3" y="2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" name="Google Shape;357;p2"/>
                <p:cNvSpPr/>
                <p:nvPr/>
              </p:nvSpPr>
              <p:spPr>
                <a:xfrm>
                  <a:off x="8012613" y="564125"/>
                  <a:ext cx="49213" cy="57150"/>
                </a:xfrm>
                <a:custGeom>
                  <a:rect b="b" l="l" r="r" t="t"/>
                  <a:pathLst>
                    <a:path extrusionOk="0" h="15" w="13">
                      <a:moveTo>
                        <a:pt x="5" y="15"/>
                      </a:move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0" y="10"/>
                        <a:pt x="0" y="10"/>
                        <a:pt x="0" y="10"/>
                      </a:cubicBezTo>
                      <a:lnTo>
                        <a:pt x="5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" name="Google Shape;358;p2"/>
                <p:cNvSpPr/>
                <p:nvPr/>
              </p:nvSpPr>
              <p:spPr>
                <a:xfrm>
                  <a:off x="7880850" y="530788"/>
                  <a:ext cx="33338" cy="49213"/>
                </a:xfrm>
                <a:custGeom>
                  <a:rect b="b" l="l" r="r" t="t"/>
                  <a:pathLst>
                    <a:path extrusionOk="0" h="31" w="21">
                      <a:moveTo>
                        <a:pt x="21" y="31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31"/>
                      </a:lnTo>
                      <a:lnTo>
                        <a:pt x="21" y="31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" name="Google Shape;359;p2"/>
                <p:cNvSpPr/>
                <p:nvPr/>
              </p:nvSpPr>
              <p:spPr>
                <a:xfrm>
                  <a:off x="8095163" y="753038"/>
                  <a:ext cx="71437" cy="57150"/>
                </a:xfrm>
                <a:custGeom>
                  <a:rect b="b" l="l" r="r" t="t"/>
                  <a:pathLst>
                    <a:path extrusionOk="0" h="15" w="19">
                      <a:moveTo>
                        <a:pt x="6" y="15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6"/>
                        <a:pt x="18" y="4"/>
                        <a:pt x="17" y="2"/>
                      </a:cubicBezTo>
                      <a:cubicBezTo>
                        <a:pt x="17" y="1"/>
                        <a:pt x="16" y="1"/>
                        <a:pt x="16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lnTo>
                        <a:pt x="6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" name="Google Shape;360;p2"/>
                <p:cNvSpPr/>
                <p:nvPr/>
              </p:nvSpPr>
              <p:spPr>
                <a:xfrm>
                  <a:off x="8095163" y="692713"/>
                  <a:ext cx="46037" cy="46037"/>
                </a:xfrm>
                <a:custGeom>
                  <a:rect b="b" l="l" r="r" t="t"/>
                  <a:pathLst>
                    <a:path extrusionOk="0" h="12" w="12">
                      <a:moveTo>
                        <a:pt x="2" y="12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3"/>
                        <a:pt x="11" y="2"/>
                        <a:pt x="1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" name="Google Shape;361;p2"/>
                <p:cNvSpPr/>
                <p:nvPr/>
              </p:nvSpPr>
              <p:spPr>
                <a:xfrm>
                  <a:off x="7714163" y="903850"/>
                  <a:ext cx="65088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9"/>
                        <a:pt x="1" y="10"/>
                      </a:cubicBezTo>
                      <a:cubicBezTo>
                        <a:pt x="17" y="9"/>
                        <a:pt x="17" y="9"/>
                        <a:pt x="17" y="9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" name="Google Shape;362;p2"/>
                <p:cNvSpPr/>
                <p:nvPr/>
              </p:nvSpPr>
              <p:spPr>
                <a:xfrm>
                  <a:off x="7782425" y="1076888"/>
                  <a:ext cx="60325" cy="76200"/>
                </a:xfrm>
                <a:custGeom>
                  <a:rect b="b" l="l" r="r" t="t"/>
                  <a:pathLst>
                    <a:path extrusionOk="0" h="20" w="16">
                      <a:moveTo>
                        <a:pt x="11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2"/>
                        <a:pt x="3" y="16"/>
                        <a:pt x="5" y="20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" name="Google Shape;363;p2"/>
                <p:cNvSpPr/>
                <p:nvPr/>
              </p:nvSpPr>
              <p:spPr>
                <a:xfrm>
                  <a:off x="7741150" y="986400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5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8"/>
                        <a:pt x="1" y="9"/>
                        <a:pt x="2" y="10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6" y="8"/>
                        <a:pt x="16" y="8"/>
                        <a:pt x="16" y="8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" name="Google Shape;364;p2"/>
                <p:cNvSpPr/>
                <p:nvPr/>
              </p:nvSpPr>
              <p:spPr>
                <a:xfrm>
                  <a:off x="8155488" y="865750"/>
                  <a:ext cx="52388" cy="53975"/>
                </a:xfrm>
                <a:custGeom>
                  <a:rect b="b" l="l" r="r" t="t"/>
                  <a:pathLst>
                    <a:path extrusionOk="0" h="14" w="14">
                      <a:moveTo>
                        <a:pt x="4" y="14"/>
                      </a:move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3" y="1"/>
                        <a:pt x="12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" name="Google Shape;365;p2"/>
                <p:cNvSpPr/>
                <p:nvPr/>
              </p:nvSpPr>
              <p:spPr>
                <a:xfrm>
                  <a:off x="8193588" y="953063"/>
                  <a:ext cx="74613" cy="71437"/>
                </a:xfrm>
                <a:custGeom>
                  <a:rect b="b" l="l" r="r" t="t"/>
                  <a:pathLst>
                    <a:path extrusionOk="0" h="19" w="20">
                      <a:moveTo>
                        <a:pt x="9" y="19"/>
                      </a:move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8" y="7"/>
                        <a:pt x="16" y="3"/>
                        <a:pt x="14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" name="Google Shape;366;p2"/>
                <p:cNvSpPr/>
                <p:nvPr/>
              </p:nvSpPr>
              <p:spPr>
                <a:xfrm>
                  <a:off x="7828463" y="1183250"/>
                  <a:ext cx="63500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7"/>
                        <a:pt x="2" y="8"/>
                        <a:pt x="2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" name="Google Shape;367;p2"/>
                <p:cNvSpPr/>
                <p:nvPr/>
              </p:nvSpPr>
              <p:spPr>
                <a:xfrm>
                  <a:off x="7922125" y="1311838"/>
                  <a:ext cx="49213" cy="63500"/>
                </a:xfrm>
                <a:custGeom>
                  <a:rect b="b" l="l" r="r" t="t"/>
                  <a:pathLst>
                    <a:path extrusionOk="0" h="17" w="13">
                      <a:moveTo>
                        <a:pt x="8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13"/>
                        <a:pt x="2" y="14"/>
                        <a:pt x="3" y="15"/>
                      </a:cubicBezTo>
                      <a:cubicBezTo>
                        <a:pt x="4" y="16"/>
                        <a:pt x="4" y="17"/>
                        <a:pt x="5" y="17"/>
                      </a:cubicBezTo>
                      <a:cubicBezTo>
                        <a:pt x="13" y="9"/>
                        <a:pt x="13" y="9"/>
                        <a:pt x="13" y="9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" name="Google Shape;368;p2"/>
                <p:cNvSpPr/>
                <p:nvPr/>
              </p:nvSpPr>
              <p:spPr>
                <a:xfrm>
                  <a:off x="8284075" y="1088000"/>
                  <a:ext cx="71437" cy="53975"/>
                </a:xfrm>
                <a:custGeom>
                  <a:rect b="b" l="l" r="r" t="t"/>
                  <a:pathLst>
                    <a:path extrusionOk="0" h="14" w="19">
                      <a:moveTo>
                        <a:pt x="7" y="14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5"/>
                        <a:pt x="16" y="2"/>
                        <a:pt x="14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" name="Google Shape;369;p2"/>
                <p:cNvSpPr/>
                <p:nvPr/>
              </p:nvSpPr>
              <p:spPr>
                <a:xfrm>
                  <a:off x="8347575" y="1213413"/>
                  <a:ext cx="57150" cy="41275"/>
                </a:xfrm>
                <a:custGeom>
                  <a:rect b="b" l="l" r="r" t="t"/>
                  <a:pathLst>
                    <a:path extrusionOk="0" h="11" w="15">
                      <a:moveTo>
                        <a:pt x="0" y="10"/>
                      </a:move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5" y="10"/>
                        <a:pt x="15" y="9"/>
                      </a:cubicBezTo>
                      <a:cubicBezTo>
                        <a:pt x="15" y="7"/>
                        <a:pt x="15" y="6"/>
                        <a:pt x="14" y="5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" name="Google Shape;370;p2"/>
                <p:cNvSpPr/>
                <p:nvPr/>
              </p:nvSpPr>
              <p:spPr>
                <a:xfrm>
                  <a:off x="8257088" y="1043550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5" y="12"/>
                      </a:move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3" y="1"/>
                        <a:pt x="12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" name="Google Shape;371;p2"/>
                <p:cNvSpPr/>
                <p:nvPr/>
              </p:nvSpPr>
              <p:spPr>
                <a:xfrm>
                  <a:off x="7891963" y="1273738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12" y="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0"/>
                        <a:pt x="1" y="11"/>
                        <a:pt x="2" y="12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" name="Google Shape;372;p2"/>
                <p:cNvSpPr/>
                <p:nvPr/>
              </p:nvSpPr>
              <p:spPr>
                <a:xfrm>
                  <a:off x="7996738" y="1386450"/>
                  <a:ext cx="57150" cy="63500"/>
                </a:xfrm>
                <a:custGeom>
                  <a:rect b="b" l="l" r="r" t="t"/>
                  <a:pathLst>
                    <a:path extrusionOk="0" h="17" w="15">
                      <a:moveTo>
                        <a:pt x="6" y="0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2" y="14"/>
                        <a:pt x="4" y="15"/>
                        <a:pt x="6" y="17"/>
                      </a:cubicBezTo>
                      <a:cubicBezTo>
                        <a:pt x="15" y="5"/>
                        <a:pt x="15" y="5"/>
                        <a:pt x="15" y="5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" name="Google Shape;373;p2"/>
                <p:cNvSpPr/>
                <p:nvPr/>
              </p:nvSpPr>
              <p:spPr>
                <a:xfrm>
                  <a:off x="8068175" y="1432488"/>
                  <a:ext cx="34925" cy="47625"/>
                </a:xfrm>
                <a:custGeom>
                  <a:rect b="b" l="l" r="r" t="t"/>
                  <a:pathLst>
                    <a:path extrusionOk="0" h="13" w="9">
                      <a:moveTo>
                        <a:pt x="4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1" y="13"/>
                        <a:pt x="2" y="13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" name="Google Shape;374;p2"/>
                <p:cNvSpPr/>
                <p:nvPr/>
              </p:nvSpPr>
              <p:spPr>
                <a:xfrm>
                  <a:off x="8325350" y="1141975"/>
                  <a:ext cx="55563" cy="36513"/>
                </a:xfrm>
                <a:custGeom>
                  <a:rect b="b" l="l" r="r" t="t"/>
                  <a:pathLst>
                    <a:path extrusionOk="0" h="10" w="15">
                      <a:moveTo>
                        <a:pt x="2" y="10"/>
                      </a:move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4" y="3"/>
                        <a:pt x="13" y="2"/>
                        <a:pt x="12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" name="Google Shape;375;p2"/>
                <p:cNvSpPr/>
                <p:nvPr/>
              </p:nvSpPr>
              <p:spPr>
                <a:xfrm>
                  <a:off x="7710988" y="522850"/>
                  <a:ext cx="682625" cy="973137"/>
                </a:xfrm>
                <a:custGeom>
                  <a:rect b="b" l="l" r="r" t="t"/>
                  <a:pathLst>
                    <a:path extrusionOk="0" h="258" w="181">
                      <a:moveTo>
                        <a:pt x="69" y="218"/>
                      </a:moveTo>
                      <a:cubicBezTo>
                        <a:pt x="100" y="258"/>
                        <a:pt x="129" y="253"/>
                        <a:pt x="152" y="231"/>
                      </a:cubicBezTo>
                      <a:cubicBezTo>
                        <a:pt x="181" y="204"/>
                        <a:pt x="175" y="181"/>
                        <a:pt x="156" y="156"/>
                      </a:cubicBezTo>
                      <a:cubicBezTo>
                        <a:pt x="132" y="124"/>
                        <a:pt x="118" y="98"/>
                        <a:pt x="102" y="51"/>
                      </a:cubicBezTo>
                      <a:cubicBezTo>
                        <a:pt x="94" y="26"/>
                        <a:pt x="76" y="0"/>
                        <a:pt x="41" y="16"/>
                      </a:cubicBezTo>
                      <a:cubicBezTo>
                        <a:pt x="13" y="29"/>
                        <a:pt x="0" y="54"/>
                        <a:pt x="9" y="90"/>
                      </a:cubicBezTo>
                      <a:cubicBezTo>
                        <a:pt x="18" y="128"/>
                        <a:pt x="36" y="175"/>
                        <a:pt x="69" y="2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" name="Google Shape;376;p2"/>
                <p:cNvSpPr/>
                <p:nvPr/>
              </p:nvSpPr>
              <p:spPr>
                <a:xfrm>
                  <a:off x="7718925" y="624450"/>
                  <a:ext cx="674688" cy="871538"/>
                </a:xfrm>
                <a:custGeom>
                  <a:rect b="b" l="l" r="r" t="t"/>
                  <a:pathLst>
                    <a:path extrusionOk="0" h="231" w="179">
                      <a:moveTo>
                        <a:pt x="136" y="162"/>
                      </a:moveTo>
                      <a:cubicBezTo>
                        <a:pt x="118" y="178"/>
                        <a:pt x="91" y="176"/>
                        <a:pt x="63" y="131"/>
                      </a:cubicBezTo>
                      <a:cubicBezTo>
                        <a:pt x="33" y="83"/>
                        <a:pt x="17" y="33"/>
                        <a:pt x="23" y="0"/>
                      </a:cubicBezTo>
                      <a:cubicBezTo>
                        <a:pt x="7" y="14"/>
                        <a:pt x="0" y="35"/>
                        <a:pt x="7" y="63"/>
                      </a:cubicBezTo>
                      <a:cubicBezTo>
                        <a:pt x="16" y="101"/>
                        <a:pt x="34" y="148"/>
                        <a:pt x="67" y="191"/>
                      </a:cubicBezTo>
                      <a:cubicBezTo>
                        <a:pt x="98" y="231"/>
                        <a:pt x="127" y="226"/>
                        <a:pt x="150" y="204"/>
                      </a:cubicBezTo>
                      <a:cubicBezTo>
                        <a:pt x="179" y="177"/>
                        <a:pt x="173" y="154"/>
                        <a:pt x="154" y="129"/>
                      </a:cubicBezTo>
                      <a:cubicBezTo>
                        <a:pt x="150" y="123"/>
                        <a:pt x="145" y="117"/>
                        <a:pt x="141" y="111"/>
                      </a:cubicBezTo>
                      <a:cubicBezTo>
                        <a:pt x="147" y="128"/>
                        <a:pt x="150" y="150"/>
                        <a:pt x="136" y="16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" name="Google Shape;377;p2"/>
                <p:cNvSpPr/>
                <p:nvPr/>
              </p:nvSpPr>
              <p:spPr>
                <a:xfrm>
                  <a:off x="7930063" y="594288"/>
                  <a:ext cx="161925" cy="276225"/>
                </a:xfrm>
                <a:custGeom>
                  <a:rect b="b" l="l" r="r" t="t"/>
                  <a:pathLst>
                    <a:path extrusionOk="0" h="73" w="43">
                      <a:moveTo>
                        <a:pt x="35" y="31"/>
                      </a:moveTo>
                      <a:cubicBezTo>
                        <a:pt x="43" y="49"/>
                        <a:pt x="43" y="67"/>
                        <a:pt x="36" y="70"/>
                      </a:cubicBezTo>
                      <a:cubicBezTo>
                        <a:pt x="29" y="73"/>
                        <a:pt x="17" y="60"/>
                        <a:pt x="9" y="42"/>
                      </a:cubicBezTo>
                      <a:cubicBezTo>
                        <a:pt x="1" y="23"/>
                        <a:pt x="0" y="6"/>
                        <a:pt x="8" y="3"/>
                      </a:cubicBezTo>
                      <a:cubicBezTo>
                        <a:pt x="15" y="0"/>
                        <a:pt x="27" y="12"/>
                        <a:pt x="35" y="31"/>
                      </a:cubicBezTo>
                      <a:close/>
                    </a:path>
                  </a:pathLst>
                </a:custGeom>
                <a:solidFill>
                  <a:srgbClr val="F8F8F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78" name="Google Shape;378;p2"/>
          <p:cNvSpPr txBox="1"/>
          <p:nvPr>
            <p:ph type="ctrTitle"/>
          </p:nvPr>
        </p:nvSpPr>
        <p:spPr>
          <a:xfrm>
            <a:off x="2638550" y="1541850"/>
            <a:ext cx="5593500" cy="165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alanquin"/>
              <a:buNone/>
              <a:defRPr sz="4800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alanquin"/>
              <a:buNone/>
              <a:defRPr b="1" sz="5200">
                <a:solidFill>
                  <a:srgbClr val="191919"/>
                </a:solidFill>
                <a:latin typeface="Palanquin"/>
                <a:ea typeface="Palanquin"/>
                <a:cs typeface="Palanquin"/>
                <a:sym typeface="Palanqui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alanquin"/>
              <a:buNone/>
              <a:defRPr b="1" sz="5200">
                <a:solidFill>
                  <a:srgbClr val="191919"/>
                </a:solidFill>
                <a:latin typeface="Palanquin"/>
                <a:ea typeface="Palanquin"/>
                <a:cs typeface="Palanquin"/>
                <a:sym typeface="Palanqui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alanquin"/>
              <a:buNone/>
              <a:defRPr b="1" sz="5200">
                <a:solidFill>
                  <a:srgbClr val="191919"/>
                </a:solidFill>
                <a:latin typeface="Palanquin"/>
                <a:ea typeface="Palanquin"/>
                <a:cs typeface="Palanquin"/>
                <a:sym typeface="Palanqui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alanquin"/>
              <a:buNone/>
              <a:defRPr b="1" sz="5200">
                <a:solidFill>
                  <a:srgbClr val="191919"/>
                </a:solidFill>
                <a:latin typeface="Palanquin"/>
                <a:ea typeface="Palanquin"/>
                <a:cs typeface="Palanquin"/>
                <a:sym typeface="Palanqui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alanquin"/>
              <a:buNone/>
              <a:defRPr b="1" sz="5200">
                <a:solidFill>
                  <a:srgbClr val="191919"/>
                </a:solidFill>
                <a:latin typeface="Palanquin"/>
                <a:ea typeface="Palanquin"/>
                <a:cs typeface="Palanquin"/>
                <a:sym typeface="Palanqui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alanquin"/>
              <a:buNone/>
              <a:defRPr b="1" sz="5200">
                <a:solidFill>
                  <a:srgbClr val="191919"/>
                </a:solidFill>
                <a:latin typeface="Palanquin"/>
                <a:ea typeface="Palanquin"/>
                <a:cs typeface="Palanquin"/>
                <a:sym typeface="Palanqui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alanquin"/>
              <a:buNone/>
              <a:defRPr b="1" sz="5200">
                <a:solidFill>
                  <a:srgbClr val="191919"/>
                </a:solidFill>
                <a:latin typeface="Palanquin"/>
                <a:ea typeface="Palanquin"/>
                <a:cs typeface="Palanquin"/>
                <a:sym typeface="Palanqui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alanquin"/>
              <a:buNone/>
              <a:defRPr b="1" sz="5200">
                <a:solidFill>
                  <a:srgbClr val="191919"/>
                </a:solidFill>
                <a:latin typeface="Palanquin"/>
                <a:ea typeface="Palanquin"/>
                <a:cs typeface="Palanquin"/>
                <a:sym typeface="Palanquin"/>
              </a:defRPr>
            </a:lvl9pPr>
          </a:lstStyle>
          <a:p/>
        </p:txBody>
      </p:sp>
      <p:sp>
        <p:nvSpPr>
          <p:cNvPr id="379" name="Google Shape;379;p2"/>
          <p:cNvSpPr txBox="1"/>
          <p:nvPr>
            <p:ph idx="1" type="subTitle"/>
          </p:nvPr>
        </p:nvSpPr>
        <p:spPr>
          <a:xfrm>
            <a:off x="3872950" y="3192150"/>
            <a:ext cx="43590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"/>
          <p:cNvSpPr/>
          <p:nvPr/>
        </p:nvSpPr>
        <p:spPr>
          <a:xfrm>
            <a:off x="0" y="-16650"/>
            <a:ext cx="2564400" cy="517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82" name="Google Shape;382;p3"/>
          <p:cNvGrpSpPr/>
          <p:nvPr/>
        </p:nvGrpSpPr>
        <p:grpSpPr>
          <a:xfrm>
            <a:off x="-602112" y="-858312"/>
            <a:ext cx="10467562" cy="6001825"/>
            <a:chOff x="-602112" y="-858312"/>
            <a:chExt cx="10467562" cy="6001825"/>
          </a:xfrm>
        </p:grpSpPr>
        <p:grpSp>
          <p:nvGrpSpPr>
            <p:cNvPr id="383" name="Google Shape;383;p3"/>
            <p:cNvGrpSpPr/>
            <p:nvPr/>
          </p:nvGrpSpPr>
          <p:grpSpPr>
            <a:xfrm>
              <a:off x="-602112" y="-16662"/>
              <a:ext cx="3606787" cy="5160175"/>
              <a:chOff x="-602112" y="-16662"/>
              <a:chExt cx="3606787" cy="5160175"/>
            </a:xfrm>
          </p:grpSpPr>
          <p:grpSp>
            <p:nvGrpSpPr>
              <p:cNvPr id="384" name="Google Shape;384;p3"/>
              <p:cNvGrpSpPr/>
              <p:nvPr/>
            </p:nvGrpSpPr>
            <p:grpSpPr>
              <a:xfrm flipH="1" rot="10800000">
                <a:off x="-376962" y="-16662"/>
                <a:ext cx="1503363" cy="1828800"/>
                <a:chOff x="7491913" y="372038"/>
                <a:chExt cx="1503363" cy="1828800"/>
              </a:xfrm>
            </p:grpSpPr>
            <p:sp>
              <p:nvSpPr>
                <p:cNvPr id="385" name="Google Shape;385;p3"/>
                <p:cNvSpPr/>
                <p:nvPr/>
              </p:nvSpPr>
              <p:spPr>
                <a:xfrm>
                  <a:off x="8117388" y="1383275"/>
                  <a:ext cx="746125" cy="700088"/>
                </a:xfrm>
                <a:custGeom>
                  <a:rect b="b" l="l" r="r" t="t"/>
                  <a:pathLst>
                    <a:path extrusionOk="0" h="186" w="198">
                      <a:moveTo>
                        <a:pt x="12" y="0"/>
                      </a:moveTo>
                      <a:cubicBezTo>
                        <a:pt x="13" y="13"/>
                        <a:pt x="15" y="26"/>
                        <a:pt x="20" y="38"/>
                      </a:cubicBezTo>
                      <a:cubicBezTo>
                        <a:pt x="25" y="50"/>
                        <a:pt x="32" y="61"/>
                        <a:pt x="43" y="67"/>
                      </a:cubicBezTo>
                      <a:cubicBezTo>
                        <a:pt x="54" y="73"/>
                        <a:pt x="68" y="74"/>
                        <a:pt x="81" y="74"/>
                      </a:cubicBezTo>
                      <a:cubicBezTo>
                        <a:pt x="88" y="73"/>
                        <a:pt x="94" y="73"/>
                        <a:pt x="101" y="72"/>
                      </a:cubicBezTo>
                      <a:cubicBezTo>
                        <a:pt x="108" y="72"/>
                        <a:pt x="116" y="72"/>
                        <a:pt x="123" y="74"/>
                      </a:cubicBezTo>
                      <a:cubicBezTo>
                        <a:pt x="127" y="75"/>
                        <a:pt x="130" y="77"/>
                        <a:pt x="133" y="80"/>
                      </a:cubicBezTo>
                      <a:cubicBezTo>
                        <a:pt x="136" y="83"/>
                        <a:pt x="137" y="86"/>
                        <a:pt x="139" y="90"/>
                      </a:cubicBezTo>
                      <a:cubicBezTo>
                        <a:pt x="141" y="97"/>
                        <a:pt x="142" y="104"/>
                        <a:pt x="142" y="111"/>
                      </a:cubicBezTo>
                      <a:cubicBezTo>
                        <a:pt x="143" y="125"/>
                        <a:pt x="142" y="138"/>
                        <a:pt x="142" y="152"/>
                      </a:cubicBezTo>
                      <a:cubicBezTo>
                        <a:pt x="142" y="155"/>
                        <a:pt x="142" y="159"/>
                        <a:pt x="142" y="162"/>
                      </a:cubicBezTo>
                      <a:cubicBezTo>
                        <a:pt x="142" y="166"/>
                        <a:pt x="142" y="169"/>
                        <a:pt x="144" y="172"/>
                      </a:cubicBezTo>
                      <a:cubicBezTo>
                        <a:pt x="144" y="173"/>
                        <a:pt x="144" y="173"/>
                        <a:pt x="145" y="174"/>
                      </a:cubicBezTo>
                      <a:cubicBezTo>
                        <a:pt x="145" y="174"/>
                        <a:pt x="146" y="175"/>
                        <a:pt x="147" y="175"/>
                      </a:cubicBezTo>
                      <a:cubicBezTo>
                        <a:pt x="148" y="176"/>
                        <a:pt x="149" y="177"/>
                        <a:pt x="151" y="178"/>
                      </a:cubicBezTo>
                      <a:cubicBezTo>
                        <a:pt x="154" y="179"/>
                        <a:pt x="157" y="179"/>
                        <a:pt x="160" y="179"/>
                      </a:cubicBezTo>
                      <a:cubicBezTo>
                        <a:pt x="167" y="178"/>
                        <a:pt x="174" y="175"/>
                        <a:pt x="181" y="175"/>
                      </a:cubicBezTo>
                      <a:cubicBezTo>
                        <a:pt x="184" y="175"/>
                        <a:pt x="188" y="177"/>
                        <a:pt x="190" y="178"/>
                      </a:cubicBezTo>
                      <a:cubicBezTo>
                        <a:pt x="193" y="180"/>
                        <a:pt x="196" y="183"/>
                        <a:pt x="198" y="186"/>
                      </a:cubicBezTo>
                      <a:cubicBezTo>
                        <a:pt x="196" y="183"/>
                        <a:pt x="193" y="180"/>
                        <a:pt x="190" y="179"/>
                      </a:cubicBezTo>
                      <a:cubicBezTo>
                        <a:pt x="187" y="177"/>
                        <a:pt x="184" y="176"/>
                        <a:pt x="181" y="176"/>
                      </a:cubicBezTo>
                      <a:cubicBezTo>
                        <a:pt x="174" y="176"/>
                        <a:pt x="167" y="179"/>
                        <a:pt x="161" y="180"/>
                      </a:cubicBezTo>
                      <a:cubicBezTo>
                        <a:pt x="157" y="181"/>
                        <a:pt x="153" y="181"/>
                        <a:pt x="150" y="180"/>
                      </a:cubicBezTo>
                      <a:cubicBezTo>
                        <a:pt x="148" y="179"/>
                        <a:pt x="147" y="178"/>
                        <a:pt x="145" y="177"/>
                      </a:cubicBezTo>
                      <a:cubicBezTo>
                        <a:pt x="145" y="176"/>
                        <a:pt x="144" y="176"/>
                        <a:pt x="143" y="175"/>
                      </a:cubicBezTo>
                      <a:cubicBezTo>
                        <a:pt x="143" y="175"/>
                        <a:pt x="142" y="174"/>
                        <a:pt x="141" y="173"/>
                      </a:cubicBezTo>
                      <a:cubicBezTo>
                        <a:pt x="140" y="169"/>
                        <a:pt x="139" y="166"/>
                        <a:pt x="139" y="162"/>
                      </a:cubicBezTo>
                      <a:cubicBezTo>
                        <a:pt x="139" y="159"/>
                        <a:pt x="139" y="155"/>
                        <a:pt x="139" y="152"/>
                      </a:cubicBezTo>
                      <a:cubicBezTo>
                        <a:pt x="139" y="138"/>
                        <a:pt x="139" y="125"/>
                        <a:pt x="138" y="111"/>
                      </a:cubicBezTo>
                      <a:cubicBezTo>
                        <a:pt x="137" y="104"/>
                        <a:pt x="136" y="98"/>
                        <a:pt x="134" y="92"/>
                      </a:cubicBezTo>
                      <a:cubicBezTo>
                        <a:pt x="132" y="89"/>
                        <a:pt x="131" y="86"/>
                        <a:pt x="129" y="84"/>
                      </a:cubicBezTo>
                      <a:cubicBezTo>
                        <a:pt x="127" y="82"/>
                        <a:pt x="124" y="81"/>
                        <a:pt x="121" y="80"/>
                      </a:cubicBezTo>
                      <a:cubicBezTo>
                        <a:pt x="115" y="78"/>
                        <a:pt x="109" y="79"/>
                        <a:pt x="102" y="79"/>
                      </a:cubicBezTo>
                      <a:cubicBezTo>
                        <a:pt x="95" y="80"/>
                        <a:pt x="88" y="81"/>
                        <a:pt x="81" y="81"/>
                      </a:cubicBezTo>
                      <a:cubicBezTo>
                        <a:pt x="74" y="82"/>
                        <a:pt x="67" y="82"/>
                        <a:pt x="60" y="81"/>
                      </a:cubicBezTo>
                      <a:cubicBezTo>
                        <a:pt x="53" y="81"/>
                        <a:pt x="46" y="79"/>
                        <a:pt x="39" y="75"/>
                      </a:cubicBezTo>
                      <a:cubicBezTo>
                        <a:pt x="32" y="72"/>
                        <a:pt x="26" y="67"/>
                        <a:pt x="21" y="61"/>
                      </a:cubicBezTo>
                      <a:cubicBezTo>
                        <a:pt x="17" y="56"/>
                        <a:pt x="13" y="49"/>
                        <a:pt x="10" y="43"/>
                      </a:cubicBezTo>
                      <a:cubicBezTo>
                        <a:pt x="7" y="36"/>
                        <a:pt x="5" y="29"/>
                        <a:pt x="3" y="22"/>
                      </a:cubicBezTo>
                      <a:cubicBezTo>
                        <a:pt x="2" y="15"/>
                        <a:pt x="0" y="8"/>
                        <a:pt x="0" y="1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" name="Google Shape;386;p3"/>
                <p:cNvSpPr/>
                <p:nvPr/>
              </p:nvSpPr>
              <p:spPr>
                <a:xfrm>
                  <a:off x="8234863" y="1394388"/>
                  <a:ext cx="387350" cy="806450"/>
                </a:xfrm>
                <a:custGeom>
                  <a:rect b="b" l="l" r="r" t="t"/>
                  <a:pathLst>
                    <a:path extrusionOk="0" h="214" w="103">
                      <a:moveTo>
                        <a:pt x="13" y="0"/>
                      </a:moveTo>
                      <a:cubicBezTo>
                        <a:pt x="14" y="9"/>
                        <a:pt x="17" y="18"/>
                        <a:pt x="22" y="26"/>
                      </a:cubicBezTo>
                      <a:cubicBezTo>
                        <a:pt x="27" y="35"/>
                        <a:pt x="34" y="43"/>
                        <a:pt x="40" y="50"/>
                      </a:cubicBezTo>
                      <a:cubicBezTo>
                        <a:pt x="44" y="54"/>
                        <a:pt x="47" y="58"/>
                        <a:pt x="50" y="63"/>
                      </a:cubicBezTo>
                      <a:cubicBezTo>
                        <a:pt x="52" y="65"/>
                        <a:pt x="53" y="67"/>
                        <a:pt x="55" y="69"/>
                      </a:cubicBezTo>
                      <a:cubicBezTo>
                        <a:pt x="56" y="71"/>
                        <a:pt x="58" y="74"/>
                        <a:pt x="59" y="76"/>
                      </a:cubicBezTo>
                      <a:cubicBezTo>
                        <a:pt x="63" y="87"/>
                        <a:pt x="63" y="98"/>
                        <a:pt x="63" y="108"/>
                      </a:cubicBezTo>
                      <a:cubicBezTo>
                        <a:pt x="62" y="119"/>
                        <a:pt x="60" y="129"/>
                        <a:pt x="59" y="139"/>
                      </a:cubicBezTo>
                      <a:cubicBezTo>
                        <a:pt x="59" y="144"/>
                        <a:pt x="59" y="149"/>
                        <a:pt x="59" y="154"/>
                      </a:cubicBezTo>
                      <a:cubicBezTo>
                        <a:pt x="59" y="159"/>
                        <a:pt x="60" y="164"/>
                        <a:pt x="62" y="169"/>
                      </a:cubicBezTo>
                      <a:cubicBezTo>
                        <a:pt x="66" y="178"/>
                        <a:pt x="74" y="185"/>
                        <a:pt x="82" y="192"/>
                      </a:cubicBezTo>
                      <a:cubicBezTo>
                        <a:pt x="86" y="195"/>
                        <a:pt x="90" y="198"/>
                        <a:pt x="93" y="202"/>
                      </a:cubicBezTo>
                      <a:cubicBezTo>
                        <a:pt x="97" y="205"/>
                        <a:pt x="100" y="209"/>
                        <a:pt x="103" y="214"/>
                      </a:cubicBezTo>
                      <a:cubicBezTo>
                        <a:pt x="100" y="209"/>
                        <a:pt x="97" y="206"/>
                        <a:pt x="93" y="202"/>
                      </a:cubicBezTo>
                      <a:cubicBezTo>
                        <a:pt x="89" y="199"/>
                        <a:pt x="85" y="196"/>
                        <a:pt x="81" y="193"/>
                      </a:cubicBezTo>
                      <a:cubicBezTo>
                        <a:pt x="73" y="186"/>
                        <a:pt x="64" y="179"/>
                        <a:pt x="60" y="170"/>
                      </a:cubicBezTo>
                      <a:cubicBezTo>
                        <a:pt x="57" y="165"/>
                        <a:pt x="56" y="160"/>
                        <a:pt x="55" y="155"/>
                      </a:cubicBezTo>
                      <a:cubicBezTo>
                        <a:pt x="55" y="149"/>
                        <a:pt x="55" y="144"/>
                        <a:pt x="55" y="139"/>
                      </a:cubicBezTo>
                      <a:cubicBezTo>
                        <a:pt x="55" y="128"/>
                        <a:pt x="56" y="118"/>
                        <a:pt x="56" y="108"/>
                      </a:cubicBezTo>
                      <a:cubicBezTo>
                        <a:pt x="56" y="98"/>
                        <a:pt x="56" y="88"/>
                        <a:pt x="52" y="80"/>
                      </a:cubicBezTo>
                      <a:cubicBezTo>
                        <a:pt x="51" y="77"/>
                        <a:pt x="50" y="76"/>
                        <a:pt x="48" y="74"/>
                      </a:cubicBezTo>
                      <a:cubicBezTo>
                        <a:pt x="47" y="72"/>
                        <a:pt x="45" y="70"/>
                        <a:pt x="43" y="68"/>
                      </a:cubicBezTo>
                      <a:cubicBezTo>
                        <a:pt x="40" y="64"/>
                        <a:pt x="37" y="60"/>
                        <a:pt x="33" y="57"/>
                      </a:cubicBezTo>
                      <a:cubicBezTo>
                        <a:pt x="26" y="49"/>
                        <a:pt x="19" y="41"/>
                        <a:pt x="13" y="32"/>
                      </a:cubicBezTo>
                      <a:cubicBezTo>
                        <a:pt x="7" y="23"/>
                        <a:pt x="3" y="13"/>
                        <a:pt x="0" y="2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" name="Google Shape;387;p3"/>
                <p:cNvSpPr/>
                <p:nvPr/>
              </p:nvSpPr>
              <p:spPr>
                <a:xfrm>
                  <a:off x="8292013" y="1295963"/>
                  <a:ext cx="703263" cy="709613"/>
                </a:xfrm>
                <a:custGeom>
                  <a:rect b="b" l="l" r="r" t="t"/>
                  <a:pathLst>
                    <a:path extrusionOk="0" h="188" w="187">
                      <a:moveTo>
                        <a:pt x="10" y="0"/>
                      </a:moveTo>
                      <a:cubicBezTo>
                        <a:pt x="14" y="7"/>
                        <a:pt x="15" y="13"/>
                        <a:pt x="17" y="19"/>
                      </a:cubicBezTo>
                      <a:cubicBezTo>
                        <a:pt x="19" y="25"/>
                        <a:pt x="21" y="30"/>
                        <a:pt x="24" y="35"/>
                      </a:cubicBezTo>
                      <a:cubicBezTo>
                        <a:pt x="27" y="41"/>
                        <a:pt x="30" y="46"/>
                        <a:pt x="34" y="50"/>
                      </a:cubicBezTo>
                      <a:cubicBezTo>
                        <a:pt x="36" y="52"/>
                        <a:pt x="38" y="53"/>
                        <a:pt x="40" y="55"/>
                      </a:cubicBezTo>
                      <a:cubicBezTo>
                        <a:pt x="42" y="56"/>
                        <a:pt x="45" y="57"/>
                        <a:pt x="48" y="58"/>
                      </a:cubicBezTo>
                      <a:cubicBezTo>
                        <a:pt x="59" y="62"/>
                        <a:pt x="71" y="62"/>
                        <a:pt x="84" y="63"/>
                      </a:cubicBezTo>
                      <a:cubicBezTo>
                        <a:pt x="90" y="63"/>
                        <a:pt x="96" y="64"/>
                        <a:pt x="103" y="65"/>
                      </a:cubicBezTo>
                      <a:cubicBezTo>
                        <a:pt x="106" y="65"/>
                        <a:pt x="109" y="66"/>
                        <a:pt x="112" y="67"/>
                      </a:cubicBezTo>
                      <a:cubicBezTo>
                        <a:pt x="116" y="68"/>
                        <a:pt x="119" y="70"/>
                        <a:pt x="121" y="73"/>
                      </a:cubicBezTo>
                      <a:cubicBezTo>
                        <a:pt x="123" y="76"/>
                        <a:pt x="125" y="79"/>
                        <a:pt x="127" y="82"/>
                      </a:cubicBezTo>
                      <a:cubicBezTo>
                        <a:pt x="128" y="85"/>
                        <a:pt x="129" y="88"/>
                        <a:pt x="130" y="91"/>
                      </a:cubicBezTo>
                      <a:cubicBezTo>
                        <a:pt x="132" y="97"/>
                        <a:pt x="133" y="104"/>
                        <a:pt x="134" y="110"/>
                      </a:cubicBezTo>
                      <a:cubicBezTo>
                        <a:pt x="135" y="113"/>
                        <a:pt x="136" y="116"/>
                        <a:pt x="137" y="118"/>
                      </a:cubicBezTo>
                      <a:cubicBezTo>
                        <a:pt x="138" y="121"/>
                        <a:pt x="139" y="124"/>
                        <a:pt x="140" y="127"/>
                      </a:cubicBezTo>
                      <a:cubicBezTo>
                        <a:pt x="141" y="129"/>
                        <a:pt x="143" y="131"/>
                        <a:pt x="146" y="132"/>
                      </a:cubicBezTo>
                      <a:cubicBezTo>
                        <a:pt x="148" y="134"/>
                        <a:pt x="151" y="134"/>
                        <a:pt x="154" y="134"/>
                      </a:cubicBezTo>
                      <a:cubicBezTo>
                        <a:pt x="161" y="135"/>
                        <a:pt x="167" y="135"/>
                        <a:pt x="173" y="138"/>
                      </a:cubicBezTo>
                      <a:cubicBezTo>
                        <a:pt x="175" y="138"/>
                        <a:pt x="176" y="139"/>
                        <a:pt x="177" y="140"/>
                      </a:cubicBezTo>
                      <a:cubicBezTo>
                        <a:pt x="179" y="141"/>
                        <a:pt x="180" y="142"/>
                        <a:pt x="181" y="143"/>
                      </a:cubicBezTo>
                      <a:cubicBezTo>
                        <a:pt x="183" y="144"/>
                        <a:pt x="184" y="146"/>
                        <a:pt x="184" y="148"/>
                      </a:cubicBezTo>
                      <a:cubicBezTo>
                        <a:pt x="184" y="149"/>
                        <a:pt x="184" y="151"/>
                        <a:pt x="184" y="152"/>
                      </a:cubicBezTo>
                      <a:cubicBezTo>
                        <a:pt x="183" y="159"/>
                        <a:pt x="181" y="165"/>
                        <a:pt x="181" y="171"/>
                      </a:cubicBezTo>
                      <a:cubicBezTo>
                        <a:pt x="182" y="177"/>
                        <a:pt x="184" y="183"/>
                        <a:pt x="187" y="188"/>
                      </a:cubicBezTo>
                      <a:cubicBezTo>
                        <a:pt x="184" y="183"/>
                        <a:pt x="181" y="177"/>
                        <a:pt x="181" y="171"/>
                      </a:cubicBezTo>
                      <a:cubicBezTo>
                        <a:pt x="180" y="165"/>
                        <a:pt x="181" y="158"/>
                        <a:pt x="182" y="152"/>
                      </a:cubicBezTo>
                      <a:cubicBezTo>
                        <a:pt x="183" y="149"/>
                        <a:pt x="182" y="146"/>
                        <a:pt x="180" y="144"/>
                      </a:cubicBezTo>
                      <a:cubicBezTo>
                        <a:pt x="179" y="144"/>
                        <a:pt x="178" y="143"/>
                        <a:pt x="176" y="142"/>
                      </a:cubicBezTo>
                      <a:cubicBezTo>
                        <a:pt x="175" y="141"/>
                        <a:pt x="174" y="140"/>
                        <a:pt x="172" y="140"/>
                      </a:cubicBezTo>
                      <a:cubicBezTo>
                        <a:pt x="167" y="138"/>
                        <a:pt x="161" y="138"/>
                        <a:pt x="154" y="137"/>
                      </a:cubicBezTo>
                      <a:cubicBezTo>
                        <a:pt x="151" y="137"/>
                        <a:pt x="148" y="137"/>
                        <a:pt x="144" y="136"/>
                      </a:cubicBezTo>
                      <a:cubicBezTo>
                        <a:pt x="141" y="134"/>
                        <a:pt x="139" y="132"/>
                        <a:pt x="137" y="129"/>
                      </a:cubicBezTo>
                      <a:cubicBezTo>
                        <a:pt x="135" y="126"/>
                        <a:pt x="134" y="123"/>
                        <a:pt x="133" y="120"/>
                      </a:cubicBezTo>
                      <a:cubicBezTo>
                        <a:pt x="132" y="117"/>
                        <a:pt x="131" y="114"/>
                        <a:pt x="130" y="111"/>
                      </a:cubicBezTo>
                      <a:cubicBezTo>
                        <a:pt x="128" y="105"/>
                        <a:pt x="127" y="98"/>
                        <a:pt x="125" y="93"/>
                      </a:cubicBezTo>
                      <a:cubicBezTo>
                        <a:pt x="123" y="87"/>
                        <a:pt x="120" y="82"/>
                        <a:pt x="117" y="77"/>
                      </a:cubicBezTo>
                      <a:cubicBezTo>
                        <a:pt x="113" y="74"/>
                        <a:pt x="108" y="72"/>
                        <a:pt x="102" y="71"/>
                      </a:cubicBezTo>
                      <a:cubicBezTo>
                        <a:pt x="96" y="71"/>
                        <a:pt x="90" y="71"/>
                        <a:pt x="83" y="71"/>
                      </a:cubicBezTo>
                      <a:cubicBezTo>
                        <a:pt x="71" y="70"/>
                        <a:pt x="58" y="71"/>
                        <a:pt x="45" y="67"/>
                      </a:cubicBezTo>
                      <a:cubicBezTo>
                        <a:pt x="42" y="66"/>
                        <a:pt x="38" y="65"/>
                        <a:pt x="35" y="63"/>
                      </a:cubicBezTo>
                      <a:cubicBezTo>
                        <a:pt x="32" y="61"/>
                        <a:pt x="29" y="59"/>
                        <a:pt x="27" y="57"/>
                      </a:cubicBezTo>
                      <a:cubicBezTo>
                        <a:pt x="22" y="52"/>
                        <a:pt x="18" y="46"/>
                        <a:pt x="15" y="41"/>
                      </a:cubicBezTo>
                      <a:cubicBezTo>
                        <a:pt x="11" y="35"/>
                        <a:pt x="9" y="29"/>
                        <a:pt x="7" y="23"/>
                      </a:cubicBezTo>
                      <a:cubicBezTo>
                        <a:pt x="4" y="17"/>
                        <a:pt x="2" y="11"/>
                        <a:pt x="0" y="7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8" name="Google Shape;388;p3"/>
                <p:cNvSpPr/>
                <p:nvPr/>
              </p:nvSpPr>
              <p:spPr>
                <a:xfrm>
                  <a:off x="8117388" y="1383275"/>
                  <a:ext cx="109537" cy="222250"/>
                </a:xfrm>
                <a:custGeom>
                  <a:rect b="b" l="l" r="r" t="t"/>
                  <a:pathLst>
                    <a:path extrusionOk="0" h="59" w="29">
                      <a:moveTo>
                        <a:pt x="20" y="38"/>
                      </a:moveTo>
                      <a:cubicBezTo>
                        <a:pt x="15" y="26"/>
                        <a:pt x="13" y="13"/>
                        <a:pt x="1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8"/>
                        <a:pt x="2" y="15"/>
                        <a:pt x="3" y="22"/>
                      </a:cubicBezTo>
                      <a:cubicBezTo>
                        <a:pt x="5" y="29"/>
                        <a:pt x="7" y="36"/>
                        <a:pt x="10" y="43"/>
                      </a:cubicBezTo>
                      <a:cubicBezTo>
                        <a:pt x="13" y="48"/>
                        <a:pt x="16" y="54"/>
                        <a:pt x="19" y="59"/>
                      </a:cubicBezTo>
                      <a:cubicBezTo>
                        <a:pt x="23" y="58"/>
                        <a:pt x="26" y="57"/>
                        <a:pt x="29" y="55"/>
                      </a:cubicBezTo>
                      <a:cubicBezTo>
                        <a:pt x="26" y="50"/>
                        <a:pt x="22" y="44"/>
                        <a:pt x="20" y="3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" name="Google Shape;389;p3"/>
                <p:cNvSpPr/>
                <p:nvPr/>
              </p:nvSpPr>
              <p:spPr>
                <a:xfrm>
                  <a:off x="8234863" y="1394388"/>
                  <a:ext cx="98425" cy="146050"/>
                </a:xfrm>
                <a:custGeom>
                  <a:rect b="b" l="l" r="r" t="t"/>
                  <a:pathLst>
                    <a:path extrusionOk="0" h="39" w="26">
                      <a:moveTo>
                        <a:pt x="13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3"/>
                        <a:pt x="7" y="23"/>
                        <a:pt x="13" y="32"/>
                      </a:cubicBezTo>
                      <a:cubicBezTo>
                        <a:pt x="15" y="35"/>
                        <a:pt x="16" y="37"/>
                        <a:pt x="18" y="39"/>
                      </a:cubicBezTo>
                      <a:cubicBezTo>
                        <a:pt x="21" y="37"/>
                        <a:pt x="23" y="34"/>
                        <a:pt x="26" y="32"/>
                      </a:cubicBezTo>
                      <a:cubicBezTo>
                        <a:pt x="25" y="30"/>
                        <a:pt x="23" y="28"/>
                        <a:pt x="22" y="26"/>
                      </a:cubicBezTo>
                      <a:cubicBezTo>
                        <a:pt x="17" y="18"/>
                        <a:pt x="14" y="9"/>
                        <a:pt x="13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" name="Google Shape;390;p3"/>
                <p:cNvSpPr/>
                <p:nvPr/>
              </p:nvSpPr>
              <p:spPr>
                <a:xfrm>
                  <a:off x="8292013" y="1295963"/>
                  <a:ext cx="96838" cy="180975"/>
                </a:xfrm>
                <a:custGeom>
                  <a:rect b="b" l="l" r="r" t="t"/>
                  <a:pathLst>
                    <a:path extrusionOk="0" h="48" w="26">
                      <a:moveTo>
                        <a:pt x="24" y="35"/>
                      </a:moveTo>
                      <a:cubicBezTo>
                        <a:pt x="21" y="30"/>
                        <a:pt x="19" y="25"/>
                        <a:pt x="17" y="19"/>
                      </a:cubicBezTo>
                      <a:cubicBezTo>
                        <a:pt x="15" y="13"/>
                        <a:pt x="14" y="7"/>
                        <a:pt x="10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1"/>
                        <a:pt x="4" y="17"/>
                        <a:pt x="7" y="23"/>
                      </a:cubicBezTo>
                      <a:cubicBezTo>
                        <a:pt x="9" y="29"/>
                        <a:pt x="11" y="35"/>
                        <a:pt x="15" y="41"/>
                      </a:cubicBezTo>
                      <a:cubicBezTo>
                        <a:pt x="16" y="43"/>
                        <a:pt x="17" y="46"/>
                        <a:pt x="19" y="48"/>
                      </a:cubicBezTo>
                      <a:cubicBezTo>
                        <a:pt x="21" y="45"/>
                        <a:pt x="24" y="42"/>
                        <a:pt x="26" y="38"/>
                      </a:cubicBezTo>
                      <a:cubicBezTo>
                        <a:pt x="25" y="37"/>
                        <a:pt x="25" y="36"/>
                        <a:pt x="24" y="3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" name="Google Shape;391;p3"/>
                <p:cNvSpPr/>
                <p:nvPr/>
              </p:nvSpPr>
              <p:spPr>
                <a:xfrm>
                  <a:off x="7801475" y="432363"/>
                  <a:ext cx="82550" cy="169863"/>
                </a:xfrm>
                <a:custGeom>
                  <a:rect b="b" l="l" r="r" t="t"/>
                  <a:pathLst>
                    <a:path extrusionOk="0" h="107" w="52">
                      <a:moveTo>
                        <a:pt x="28" y="107"/>
                      </a:moveTo>
                      <a:lnTo>
                        <a:pt x="0" y="0"/>
                      </a:lnTo>
                      <a:lnTo>
                        <a:pt x="52" y="100"/>
                      </a:lnTo>
                      <a:lnTo>
                        <a:pt x="28" y="1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" name="Google Shape;392;p3"/>
                <p:cNvSpPr/>
                <p:nvPr/>
              </p:nvSpPr>
              <p:spPr>
                <a:xfrm>
                  <a:off x="7598275" y="481575"/>
                  <a:ext cx="203200" cy="192088"/>
                </a:xfrm>
                <a:custGeom>
                  <a:rect b="b" l="l" r="r" t="t"/>
                  <a:pathLst>
                    <a:path extrusionOk="0" h="121" w="128">
                      <a:moveTo>
                        <a:pt x="128" y="97"/>
                      </a:moveTo>
                      <a:lnTo>
                        <a:pt x="0" y="0"/>
                      </a:lnTo>
                      <a:lnTo>
                        <a:pt x="116" y="121"/>
                      </a:lnTo>
                      <a:lnTo>
                        <a:pt x="128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" name="Google Shape;393;p3"/>
                <p:cNvSpPr/>
                <p:nvPr/>
              </p:nvSpPr>
              <p:spPr>
                <a:xfrm>
                  <a:off x="7620500" y="708588"/>
                  <a:ext cx="123825" cy="52388"/>
                </a:xfrm>
                <a:custGeom>
                  <a:rect b="b" l="l" r="r" t="t"/>
                  <a:pathLst>
                    <a:path extrusionOk="0" h="33" w="78">
                      <a:moveTo>
                        <a:pt x="78" y="11"/>
                      </a:moveTo>
                      <a:lnTo>
                        <a:pt x="0" y="0"/>
                      </a:lnTo>
                      <a:lnTo>
                        <a:pt x="78" y="33"/>
                      </a:lnTo>
                      <a:lnTo>
                        <a:pt x="78" y="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" name="Google Shape;394;p3"/>
                <p:cNvSpPr/>
                <p:nvPr/>
              </p:nvSpPr>
              <p:spPr>
                <a:xfrm>
                  <a:off x="7491913" y="835588"/>
                  <a:ext cx="265113" cy="65088"/>
                </a:xfrm>
                <a:custGeom>
                  <a:rect b="b" l="l" r="r" t="t"/>
                  <a:pathLst>
                    <a:path extrusionOk="0" h="41" w="167">
                      <a:moveTo>
                        <a:pt x="159" y="0"/>
                      </a:moveTo>
                      <a:lnTo>
                        <a:pt x="0" y="41"/>
                      </a:lnTo>
                      <a:lnTo>
                        <a:pt x="167" y="26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" name="Google Shape;395;p3"/>
                <p:cNvSpPr/>
                <p:nvPr/>
              </p:nvSpPr>
              <p:spPr>
                <a:xfrm>
                  <a:off x="7944350" y="372038"/>
                  <a:ext cx="38100" cy="207963"/>
                </a:xfrm>
                <a:custGeom>
                  <a:rect b="b" l="l" r="r" t="t"/>
                  <a:pathLst>
                    <a:path extrusionOk="0" h="131" w="24">
                      <a:moveTo>
                        <a:pt x="0" y="128"/>
                      </a:moveTo>
                      <a:lnTo>
                        <a:pt x="22" y="0"/>
                      </a:lnTo>
                      <a:lnTo>
                        <a:pt x="24" y="131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" name="Google Shape;396;p3"/>
                <p:cNvSpPr/>
                <p:nvPr/>
              </p:nvSpPr>
              <p:spPr>
                <a:xfrm>
                  <a:off x="8057063" y="511738"/>
                  <a:ext cx="169863" cy="196850"/>
                </a:xfrm>
                <a:custGeom>
                  <a:rect b="b" l="l" r="r" t="t"/>
                  <a:pathLst>
                    <a:path extrusionOk="0" h="124" w="107">
                      <a:moveTo>
                        <a:pt x="0" y="97"/>
                      </a:moveTo>
                      <a:lnTo>
                        <a:pt x="107" y="0"/>
                      </a:lnTo>
                      <a:lnTo>
                        <a:pt x="7" y="124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" name="Google Shape;397;p3"/>
                <p:cNvSpPr/>
                <p:nvPr/>
              </p:nvSpPr>
              <p:spPr>
                <a:xfrm>
                  <a:off x="8012613" y="541900"/>
                  <a:ext cx="63500" cy="79375"/>
                </a:xfrm>
                <a:custGeom>
                  <a:rect b="b" l="l" r="r" t="t"/>
                  <a:pathLst>
                    <a:path extrusionOk="0" h="50" w="40">
                      <a:moveTo>
                        <a:pt x="0" y="38"/>
                      </a:moveTo>
                      <a:lnTo>
                        <a:pt x="40" y="0"/>
                      </a:lnTo>
                      <a:lnTo>
                        <a:pt x="12" y="5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" name="Google Shape;398;p3"/>
                <p:cNvSpPr/>
                <p:nvPr/>
              </p:nvSpPr>
              <p:spPr>
                <a:xfrm>
                  <a:off x="7880850" y="527613"/>
                  <a:ext cx="33338" cy="52388"/>
                </a:xfrm>
                <a:custGeom>
                  <a:rect b="b" l="l" r="r" t="t"/>
                  <a:pathLst>
                    <a:path extrusionOk="0" h="33" w="21">
                      <a:moveTo>
                        <a:pt x="7" y="33"/>
                      </a:moveTo>
                      <a:lnTo>
                        <a:pt x="0" y="0"/>
                      </a:lnTo>
                      <a:lnTo>
                        <a:pt x="21" y="33"/>
                      </a:lnTo>
                      <a:lnTo>
                        <a:pt x="7" y="3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9" name="Google Shape;399;p3"/>
                <p:cNvSpPr/>
                <p:nvPr/>
              </p:nvSpPr>
              <p:spPr>
                <a:xfrm>
                  <a:off x="8095163" y="695888"/>
                  <a:ext cx="222250" cy="114300"/>
                </a:xfrm>
                <a:custGeom>
                  <a:rect b="b" l="l" r="r" t="t"/>
                  <a:pathLst>
                    <a:path extrusionOk="0" h="72" w="140">
                      <a:moveTo>
                        <a:pt x="0" y="48"/>
                      </a:moveTo>
                      <a:lnTo>
                        <a:pt x="140" y="0"/>
                      </a:lnTo>
                      <a:lnTo>
                        <a:pt x="14" y="72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0" name="Google Shape;400;p3"/>
                <p:cNvSpPr/>
                <p:nvPr/>
              </p:nvSpPr>
              <p:spPr>
                <a:xfrm>
                  <a:off x="8095163" y="651438"/>
                  <a:ext cx="117475" cy="87313"/>
                </a:xfrm>
                <a:custGeom>
                  <a:rect b="b" l="l" r="r" t="t"/>
                  <a:pathLst>
                    <a:path extrusionOk="0" h="55" w="74">
                      <a:moveTo>
                        <a:pt x="0" y="40"/>
                      </a:moveTo>
                      <a:lnTo>
                        <a:pt x="74" y="0"/>
                      </a:lnTo>
                      <a:lnTo>
                        <a:pt x="5" y="55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1" name="Google Shape;401;p3"/>
                <p:cNvSpPr/>
                <p:nvPr/>
              </p:nvSpPr>
              <p:spPr>
                <a:xfrm>
                  <a:off x="7688763" y="903850"/>
                  <a:ext cx="90488" cy="41275"/>
                </a:xfrm>
                <a:custGeom>
                  <a:rect b="b" l="l" r="r" t="t"/>
                  <a:pathLst>
                    <a:path extrusionOk="0" h="26" w="57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7" y="21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2" name="Google Shape;402;p3"/>
                <p:cNvSpPr/>
                <p:nvPr/>
              </p:nvSpPr>
              <p:spPr>
                <a:xfrm>
                  <a:off x="7582400" y="1076888"/>
                  <a:ext cx="260350" cy="174625"/>
                </a:xfrm>
                <a:custGeom>
                  <a:rect b="b" l="l" r="r" t="t"/>
                  <a:pathLst>
                    <a:path extrusionOk="0" h="110" w="164">
                      <a:moveTo>
                        <a:pt x="152" y="0"/>
                      </a:moveTo>
                      <a:lnTo>
                        <a:pt x="0" y="110"/>
                      </a:lnTo>
                      <a:lnTo>
                        <a:pt x="164" y="36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3" name="Google Shape;403;p3"/>
                <p:cNvSpPr/>
                <p:nvPr/>
              </p:nvSpPr>
              <p:spPr>
                <a:xfrm>
                  <a:off x="7620500" y="986400"/>
                  <a:ext cx="180975" cy="84138"/>
                </a:xfrm>
                <a:custGeom>
                  <a:rect b="b" l="l" r="r" t="t"/>
                  <a:pathLst>
                    <a:path extrusionOk="0" h="53" w="114">
                      <a:moveTo>
                        <a:pt x="114" y="19"/>
                      </a:moveTo>
                      <a:lnTo>
                        <a:pt x="0" y="53"/>
                      </a:lnTo>
                      <a:lnTo>
                        <a:pt x="112" y="0"/>
                      </a:lnTo>
                      <a:lnTo>
                        <a:pt x="114" y="1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4" name="Google Shape;404;p3"/>
                <p:cNvSpPr/>
                <p:nvPr/>
              </p:nvSpPr>
              <p:spPr>
                <a:xfrm>
                  <a:off x="8155488" y="829238"/>
                  <a:ext cx="98425" cy="90488"/>
                </a:xfrm>
                <a:custGeom>
                  <a:rect b="b" l="l" r="r" t="t"/>
                  <a:pathLst>
                    <a:path extrusionOk="0" h="57" w="62">
                      <a:moveTo>
                        <a:pt x="0" y="42"/>
                      </a:moveTo>
                      <a:lnTo>
                        <a:pt x="62" y="0"/>
                      </a:lnTo>
                      <a:lnTo>
                        <a:pt x="10" y="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" name="Google Shape;405;p3"/>
                <p:cNvSpPr/>
                <p:nvPr/>
              </p:nvSpPr>
              <p:spPr>
                <a:xfrm>
                  <a:off x="8193588" y="862575"/>
                  <a:ext cx="236538" cy="161925"/>
                </a:xfrm>
                <a:custGeom>
                  <a:rect b="b" l="l" r="r" t="t"/>
                  <a:pathLst>
                    <a:path extrusionOk="0" h="102" w="149">
                      <a:moveTo>
                        <a:pt x="0" y="71"/>
                      </a:moveTo>
                      <a:lnTo>
                        <a:pt x="149" y="0"/>
                      </a:lnTo>
                      <a:lnTo>
                        <a:pt x="21" y="102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" name="Google Shape;406;p3"/>
                <p:cNvSpPr/>
                <p:nvPr/>
              </p:nvSpPr>
              <p:spPr>
                <a:xfrm>
                  <a:off x="7793538" y="1183250"/>
                  <a:ext cx="98425" cy="38100"/>
                </a:xfrm>
                <a:custGeom>
                  <a:rect b="b" l="l" r="r" t="t"/>
                  <a:pathLst>
                    <a:path extrusionOk="0" h="24" w="62">
                      <a:moveTo>
                        <a:pt x="52" y="0"/>
                      </a:moveTo>
                      <a:lnTo>
                        <a:pt x="0" y="21"/>
                      </a:lnTo>
                      <a:lnTo>
                        <a:pt x="62" y="24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" name="Google Shape;407;p3"/>
                <p:cNvSpPr/>
                <p:nvPr/>
              </p:nvSpPr>
              <p:spPr>
                <a:xfrm>
                  <a:off x="7815763" y="1311838"/>
                  <a:ext cx="155575" cy="211138"/>
                </a:xfrm>
                <a:custGeom>
                  <a:rect b="b" l="l" r="r" t="t"/>
                  <a:pathLst>
                    <a:path extrusionOk="0" h="133" w="98">
                      <a:moveTo>
                        <a:pt x="86" y="0"/>
                      </a:moveTo>
                      <a:lnTo>
                        <a:pt x="0" y="133"/>
                      </a:lnTo>
                      <a:lnTo>
                        <a:pt x="98" y="21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" name="Google Shape;408;p3"/>
                <p:cNvSpPr/>
                <p:nvPr/>
              </p:nvSpPr>
              <p:spPr>
                <a:xfrm>
                  <a:off x="8284075" y="1032438"/>
                  <a:ext cx="233363" cy="109538"/>
                </a:xfrm>
                <a:custGeom>
                  <a:rect b="b" l="l" r="r" t="t"/>
                  <a:pathLst>
                    <a:path extrusionOk="0" h="69" w="147">
                      <a:moveTo>
                        <a:pt x="0" y="45"/>
                      </a:moveTo>
                      <a:lnTo>
                        <a:pt x="147" y="0"/>
                      </a:lnTo>
                      <a:lnTo>
                        <a:pt x="16" y="69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" name="Google Shape;409;p3"/>
                <p:cNvSpPr/>
                <p:nvPr/>
              </p:nvSpPr>
              <p:spPr>
                <a:xfrm>
                  <a:off x="8347575" y="1213413"/>
                  <a:ext cx="161925" cy="52388"/>
                </a:xfrm>
                <a:custGeom>
                  <a:rect b="b" l="l" r="r" t="t"/>
                  <a:pathLst>
                    <a:path extrusionOk="0" h="33" w="102">
                      <a:moveTo>
                        <a:pt x="0" y="24"/>
                      </a:moveTo>
                      <a:lnTo>
                        <a:pt x="102" y="33"/>
                      </a:lnTo>
                      <a:lnTo>
                        <a:pt x="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0" name="Google Shape;410;p3"/>
                <p:cNvSpPr/>
                <p:nvPr/>
              </p:nvSpPr>
              <p:spPr>
                <a:xfrm>
                  <a:off x="8257088" y="1021325"/>
                  <a:ext cx="82550" cy="66675"/>
                </a:xfrm>
                <a:custGeom>
                  <a:rect b="b" l="l" r="r" t="t"/>
                  <a:pathLst>
                    <a:path extrusionOk="0" h="42" w="52">
                      <a:moveTo>
                        <a:pt x="0" y="31"/>
                      </a:moveTo>
                      <a:lnTo>
                        <a:pt x="52" y="0"/>
                      </a:lnTo>
                      <a:lnTo>
                        <a:pt x="12" y="4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3"/>
                <p:cNvSpPr/>
                <p:nvPr/>
              </p:nvSpPr>
              <p:spPr>
                <a:xfrm>
                  <a:off x="7845925" y="1273738"/>
                  <a:ext cx="98425" cy="71438"/>
                </a:xfrm>
                <a:custGeom>
                  <a:rect b="b" l="l" r="r" t="t"/>
                  <a:pathLst>
                    <a:path extrusionOk="0" h="45" w="62">
                      <a:moveTo>
                        <a:pt x="57" y="0"/>
                      </a:moveTo>
                      <a:lnTo>
                        <a:pt x="0" y="45"/>
                      </a:lnTo>
                      <a:lnTo>
                        <a:pt x="62" y="14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3"/>
                <p:cNvSpPr/>
                <p:nvPr/>
              </p:nvSpPr>
              <p:spPr>
                <a:xfrm>
                  <a:off x="7922125" y="1386450"/>
                  <a:ext cx="131763" cy="192088"/>
                </a:xfrm>
                <a:custGeom>
                  <a:rect b="b" l="l" r="r" t="t"/>
                  <a:pathLst>
                    <a:path extrusionOk="0" h="121" w="83">
                      <a:moveTo>
                        <a:pt x="62" y="0"/>
                      </a:moveTo>
                      <a:lnTo>
                        <a:pt x="0" y="121"/>
                      </a:lnTo>
                      <a:lnTo>
                        <a:pt x="83" y="1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3" name="Google Shape;413;p3"/>
                <p:cNvSpPr/>
                <p:nvPr/>
              </p:nvSpPr>
              <p:spPr>
                <a:xfrm>
                  <a:off x="8065000" y="1432488"/>
                  <a:ext cx="38100" cy="66675"/>
                </a:xfrm>
                <a:custGeom>
                  <a:rect b="b" l="l" r="r" t="t"/>
                  <a:pathLst>
                    <a:path extrusionOk="0" h="42" w="24">
                      <a:moveTo>
                        <a:pt x="12" y="0"/>
                      </a:moveTo>
                      <a:lnTo>
                        <a:pt x="0" y="42"/>
                      </a:lnTo>
                      <a:lnTo>
                        <a:pt x="24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4" name="Google Shape;414;p3"/>
                <p:cNvSpPr/>
                <p:nvPr/>
              </p:nvSpPr>
              <p:spPr>
                <a:xfrm>
                  <a:off x="8325350" y="1081650"/>
                  <a:ext cx="260350" cy="96838"/>
                </a:xfrm>
                <a:custGeom>
                  <a:rect b="b" l="l" r="r" t="t"/>
                  <a:pathLst>
                    <a:path extrusionOk="0" h="61" w="164">
                      <a:moveTo>
                        <a:pt x="0" y="47"/>
                      </a:moveTo>
                      <a:lnTo>
                        <a:pt x="164" y="0"/>
                      </a:lnTo>
                      <a:lnTo>
                        <a:pt x="5" y="61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5" name="Google Shape;415;p3"/>
                <p:cNvSpPr/>
                <p:nvPr/>
              </p:nvSpPr>
              <p:spPr>
                <a:xfrm>
                  <a:off x="7831638" y="538725"/>
                  <a:ext cx="52388" cy="63500"/>
                </a:xfrm>
                <a:custGeom>
                  <a:rect b="b" l="l" r="r" t="t"/>
                  <a:pathLst>
                    <a:path extrusionOk="0" h="17" w="14">
                      <a:moveTo>
                        <a:pt x="14" y="1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4" y="17"/>
                        <a:pt x="4" y="17"/>
                        <a:pt x="4" y="17"/>
                      </a:cubicBezTo>
                      <a:lnTo>
                        <a:pt x="1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" name="Google Shape;416;p3"/>
                <p:cNvSpPr/>
                <p:nvPr/>
              </p:nvSpPr>
              <p:spPr>
                <a:xfrm>
                  <a:off x="7741150" y="605400"/>
                  <a:ext cx="60325" cy="68262"/>
                </a:xfrm>
                <a:custGeom>
                  <a:rect b="b" l="l" r="r" t="t"/>
                  <a:pathLst>
                    <a:path extrusionOk="0" h="18" w="16">
                      <a:moveTo>
                        <a:pt x="16" y="8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2"/>
                        <a:pt x="2" y="5"/>
                        <a:pt x="0" y="7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lnTo>
                        <a:pt x="16" y="8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" name="Google Shape;417;p3"/>
                <p:cNvSpPr/>
                <p:nvPr/>
              </p:nvSpPr>
              <p:spPr>
                <a:xfrm>
                  <a:off x="7696700" y="719700"/>
                  <a:ext cx="47625" cy="41275"/>
                </a:xfrm>
                <a:custGeom>
                  <a:rect b="b" l="l" r="r" t="t"/>
                  <a:pathLst>
                    <a:path extrusionOk="0" h="11" w="13">
                      <a:moveTo>
                        <a:pt x="13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" name="Google Shape;418;p3"/>
                <p:cNvSpPr/>
                <p:nvPr/>
              </p:nvSpPr>
              <p:spPr>
                <a:xfrm>
                  <a:off x="7696700" y="835588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3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1" y="9"/>
                        <a:pt x="2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" name="Google Shape;419;p3"/>
                <p:cNvSpPr/>
                <p:nvPr/>
              </p:nvSpPr>
              <p:spPr>
                <a:xfrm>
                  <a:off x="7944350" y="522850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0" y="15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14"/>
                        <a:pt x="0" y="14"/>
                        <a:pt x="0" y="14"/>
                      </a:cubicBezTo>
                      <a:lnTo>
                        <a:pt x="10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3"/>
                <p:cNvSpPr/>
                <p:nvPr/>
              </p:nvSpPr>
              <p:spPr>
                <a:xfrm>
                  <a:off x="8057063" y="624450"/>
                  <a:ext cx="60325" cy="84138"/>
                </a:xfrm>
                <a:custGeom>
                  <a:rect b="b" l="l" r="r" t="t"/>
                  <a:pathLst>
                    <a:path extrusionOk="0" h="22" w="16">
                      <a:moveTo>
                        <a:pt x="3" y="22"/>
                      </a:move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4" y="4"/>
                        <a:pt x="13" y="2"/>
                        <a:pt x="12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lnTo>
                        <a:pt x="3" y="2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1" name="Google Shape;421;p3"/>
                <p:cNvSpPr/>
                <p:nvPr/>
              </p:nvSpPr>
              <p:spPr>
                <a:xfrm>
                  <a:off x="8012613" y="564125"/>
                  <a:ext cx="49213" cy="57150"/>
                </a:xfrm>
                <a:custGeom>
                  <a:rect b="b" l="l" r="r" t="t"/>
                  <a:pathLst>
                    <a:path extrusionOk="0" h="15" w="13">
                      <a:moveTo>
                        <a:pt x="5" y="15"/>
                      </a:move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0" y="10"/>
                        <a:pt x="0" y="10"/>
                        <a:pt x="0" y="10"/>
                      </a:cubicBezTo>
                      <a:lnTo>
                        <a:pt x="5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" name="Google Shape;422;p3"/>
                <p:cNvSpPr/>
                <p:nvPr/>
              </p:nvSpPr>
              <p:spPr>
                <a:xfrm>
                  <a:off x="7880850" y="530788"/>
                  <a:ext cx="33338" cy="49213"/>
                </a:xfrm>
                <a:custGeom>
                  <a:rect b="b" l="l" r="r" t="t"/>
                  <a:pathLst>
                    <a:path extrusionOk="0" h="31" w="21">
                      <a:moveTo>
                        <a:pt x="21" y="31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31"/>
                      </a:lnTo>
                      <a:lnTo>
                        <a:pt x="21" y="31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" name="Google Shape;423;p3"/>
                <p:cNvSpPr/>
                <p:nvPr/>
              </p:nvSpPr>
              <p:spPr>
                <a:xfrm>
                  <a:off x="8095163" y="753038"/>
                  <a:ext cx="71437" cy="57150"/>
                </a:xfrm>
                <a:custGeom>
                  <a:rect b="b" l="l" r="r" t="t"/>
                  <a:pathLst>
                    <a:path extrusionOk="0" h="15" w="19">
                      <a:moveTo>
                        <a:pt x="6" y="15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6"/>
                        <a:pt x="18" y="4"/>
                        <a:pt x="17" y="2"/>
                      </a:cubicBezTo>
                      <a:cubicBezTo>
                        <a:pt x="17" y="1"/>
                        <a:pt x="16" y="1"/>
                        <a:pt x="16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lnTo>
                        <a:pt x="6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" name="Google Shape;424;p3"/>
                <p:cNvSpPr/>
                <p:nvPr/>
              </p:nvSpPr>
              <p:spPr>
                <a:xfrm>
                  <a:off x="8095163" y="692713"/>
                  <a:ext cx="46037" cy="46037"/>
                </a:xfrm>
                <a:custGeom>
                  <a:rect b="b" l="l" r="r" t="t"/>
                  <a:pathLst>
                    <a:path extrusionOk="0" h="12" w="12">
                      <a:moveTo>
                        <a:pt x="2" y="12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3"/>
                        <a:pt x="11" y="2"/>
                        <a:pt x="1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" name="Google Shape;425;p3"/>
                <p:cNvSpPr/>
                <p:nvPr/>
              </p:nvSpPr>
              <p:spPr>
                <a:xfrm>
                  <a:off x="7714163" y="903850"/>
                  <a:ext cx="65088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9"/>
                        <a:pt x="1" y="10"/>
                      </a:cubicBezTo>
                      <a:cubicBezTo>
                        <a:pt x="17" y="9"/>
                        <a:pt x="17" y="9"/>
                        <a:pt x="17" y="9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" name="Google Shape;426;p3"/>
                <p:cNvSpPr/>
                <p:nvPr/>
              </p:nvSpPr>
              <p:spPr>
                <a:xfrm>
                  <a:off x="7782425" y="1076888"/>
                  <a:ext cx="60325" cy="76200"/>
                </a:xfrm>
                <a:custGeom>
                  <a:rect b="b" l="l" r="r" t="t"/>
                  <a:pathLst>
                    <a:path extrusionOk="0" h="20" w="16">
                      <a:moveTo>
                        <a:pt x="11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2"/>
                        <a:pt x="3" y="16"/>
                        <a:pt x="5" y="20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" name="Google Shape;427;p3"/>
                <p:cNvSpPr/>
                <p:nvPr/>
              </p:nvSpPr>
              <p:spPr>
                <a:xfrm>
                  <a:off x="7741150" y="986400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5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8"/>
                        <a:pt x="1" y="9"/>
                        <a:pt x="2" y="10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6" y="8"/>
                        <a:pt x="16" y="8"/>
                        <a:pt x="16" y="8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3"/>
                <p:cNvSpPr/>
                <p:nvPr/>
              </p:nvSpPr>
              <p:spPr>
                <a:xfrm>
                  <a:off x="8155488" y="865750"/>
                  <a:ext cx="52388" cy="53975"/>
                </a:xfrm>
                <a:custGeom>
                  <a:rect b="b" l="l" r="r" t="t"/>
                  <a:pathLst>
                    <a:path extrusionOk="0" h="14" w="14">
                      <a:moveTo>
                        <a:pt x="4" y="14"/>
                      </a:move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3" y="1"/>
                        <a:pt x="12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3"/>
                <p:cNvSpPr/>
                <p:nvPr/>
              </p:nvSpPr>
              <p:spPr>
                <a:xfrm>
                  <a:off x="8193588" y="953063"/>
                  <a:ext cx="74613" cy="71437"/>
                </a:xfrm>
                <a:custGeom>
                  <a:rect b="b" l="l" r="r" t="t"/>
                  <a:pathLst>
                    <a:path extrusionOk="0" h="19" w="20">
                      <a:moveTo>
                        <a:pt x="9" y="19"/>
                      </a:move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8" y="7"/>
                        <a:pt x="16" y="3"/>
                        <a:pt x="14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" name="Google Shape;430;p3"/>
                <p:cNvSpPr/>
                <p:nvPr/>
              </p:nvSpPr>
              <p:spPr>
                <a:xfrm>
                  <a:off x="7828463" y="1183250"/>
                  <a:ext cx="63500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7"/>
                        <a:pt x="2" y="8"/>
                        <a:pt x="2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" name="Google Shape;431;p3"/>
                <p:cNvSpPr/>
                <p:nvPr/>
              </p:nvSpPr>
              <p:spPr>
                <a:xfrm>
                  <a:off x="7922125" y="1311838"/>
                  <a:ext cx="49213" cy="63500"/>
                </a:xfrm>
                <a:custGeom>
                  <a:rect b="b" l="l" r="r" t="t"/>
                  <a:pathLst>
                    <a:path extrusionOk="0" h="17" w="13">
                      <a:moveTo>
                        <a:pt x="8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13"/>
                        <a:pt x="2" y="14"/>
                        <a:pt x="3" y="15"/>
                      </a:cubicBezTo>
                      <a:cubicBezTo>
                        <a:pt x="4" y="16"/>
                        <a:pt x="4" y="17"/>
                        <a:pt x="5" y="17"/>
                      </a:cubicBezTo>
                      <a:cubicBezTo>
                        <a:pt x="13" y="9"/>
                        <a:pt x="13" y="9"/>
                        <a:pt x="13" y="9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" name="Google Shape;432;p3"/>
                <p:cNvSpPr/>
                <p:nvPr/>
              </p:nvSpPr>
              <p:spPr>
                <a:xfrm>
                  <a:off x="8284075" y="1088000"/>
                  <a:ext cx="71437" cy="53975"/>
                </a:xfrm>
                <a:custGeom>
                  <a:rect b="b" l="l" r="r" t="t"/>
                  <a:pathLst>
                    <a:path extrusionOk="0" h="14" w="19">
                      <a:moveTo>
                        <a:pt x="7" y="14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5"/>
                        <a:pt x="16" y="2"/>
                        <a:pt x="14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3" name="Google Shape;433;p3"/>
                <p:cNvSpPr/>
                <p:nvPr/>
              </p:nvSpPr>
              <p:spPr>
                <a:xfrm>
                  <a:off x="8347575" y="1213413"/>
                  <a:ext cx="57150" cy="41275"/>
                </a:xfrm>
                <a:custGeom>
                  <a:rect b="b" l="l" r="r" t="t"/>
                  <a:pathLst>
                    <a:path extrusionOk="0" h="11" w="15">
                      <a:moveTo>
                        <a:pt x="0" y="10"/>
                      </a:move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5" y="10"/>
                        <a:pt x="15" y="9"/>
                      </a:cubicBezTo>
                      <a:cubicBezTo>
                        <a:pt x="15" y="7"/>
                        <a:pt x="15" y="6"/>
                        <a:pt x="14" y="5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4" name="Google Shape;434;p3"/>
                <p:cNvSpPr/>
                <p:nvPr/>
              </p:nvSpPr>
              <p:spPr>
                <a:xfrm>
                  <a:off x="8257088" y="1043550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5" y="12"/>
                      </a:move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3" y="1"/>
                        <a:pt x="12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5" name="Google Shape;435;p3"/>
                <p:cNvSpPr/>
                <p:nvPr/>
              </p:nvSpPr>
              <p:spPr>
                <a:xfrm>
                  <a:off x="7891963" y="1273738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12" y="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0"/>
                        <a:pt x="1" y="11"/>
                        <a:pt x="2" y="12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6" name="Google Shape;436;p3"/>
                <p:cNvSpPr/>
                <p:nvPr/>
              </p:nvSpPr>
              <p:spPr>
                <a:xfrm>
                  <a:off x="7996738" y="1386450"/>
                  <a:ext cx="57150" cy="63500"/>
                </a:xfrm>
                <a:custGeom>
                  <a:rect b="b" l="l" r="r" t="t"/>
                  <a:pathLst>
                    <a:path extrusionOk="0" h="17" w="15">
                      <a:moveTo>
                        <a:pt x="6" y="0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2" y="14"/>
                        <a:pt x="4" y="15"/>
                        <a:pt x="6" y="17"/>
                      </a:cubicBezTo>
                      <a:cubicBezTo>
                        <a:pt x="15" y="5"/>
                        <a:pt x="15" y="5"/>
                        <a:pt x="15" y="5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7" name="Google Shape;437;p3"/>
                <p:cNvSpPr/>
                <p:nvPr/>
              </p:nvSpPr>
              <p:spPr>
                <a:xfrm>
                  <a:off x="8068175" y="1432488"/>
                  <a:ext cx="34925" cy="47625"/>
                </a:xfrm>
                <a:custGeom>
                  <a:rect b="b" l="l" r="r" t="t"/>
                  <a:pathLst>
                    <a:path extrusionOk="0" h="13" w="9">
                      <a:moveTo>
                        <a:pt x="4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1" y="13"/>
                        <a:pt x="2" y="13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" name="Google Shape;438;p3"/>
                <p:cNvSpPr/>
                <p:nvPr/>
              </p:nvSpPr>
              <p:spPr>
                <a:xfrm>
                  <a:off x="8325350" y="1141975"/>
                  <a:ext cx="55563" cy="36513"/>
                </a:xfrm>
                <a:custGeom>
                  <a:rect b="b" l="l" r="r" t="t"/>
                  <a:pathLst>
                    <a:path extrusionOk="0" h="10" w="15">
                      <a:moveTo>
                        <a:pt x="2" y="10"/>
                      </a:move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4" y="3"/>
                        <a:pt x="13" y="2"/>
                        <a:pt x="12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" name="Google Shape;439;p3"/>
                <p:cNvSpPr/>
                <p:nvPr/>
              </p:nvSpPr>
              <p:spPr>
                <a:xfrm>
                  <a:off x="7710988" y="522850"/>
                  <a:ext cx="682625" cy="973137"/>
                </a:xfrm>
                <a:custGeom>
                  <a:rect b="b" l="l" r="r" t="t"/>
                  <a:pathLst>
                    <a:path extrusionOk="0" h="258" w="181">
                      <a:moveTo>
                        <a:pt x="69" y="218"/>
                      </a:moveTo>
                      <a:cubicBezTo>
                        <a:pt x="100" y="258"/>
                        <a:pt x="129" y="253"/>
                        <a:pt x="152" y="231"/>
                      </a:cubicBezTo>
                      <a:cubicBezTo>
                        <a:pt x="181" y="204"/>
                        <a:pt x="175" y="181"/>
                        <a:pt x="156" y="156"/>
                      </a:cubicBezTo>
                      <a:cubicBezTo>
                        <a:pt x="132" y="124"/>
                        <a:pt x="118" y="98"/>
                        <a:pt x="102" y="51"/>
                      </a:cubicBezTo>
                      <a:cubicBezTo>
                        <a:pt x="94" y="26"/>
                        <a:pt x="76" y="0"/>
                        <a:pt x="41" y="16"/>
                      </a:cubicBezTo>
                      <a:cubicBezTo>
                        <a:pt x="13" y="29"/>
                        <a:pt x="0" y="54"/>
                        <a:pt x="9" y="90"/>
                      </a:cubicBezTo>
                      <a:cubicBezTo>
                        <a:pt x="18" y="128"/>
                        <a:pt x="36" y="175"/>
                        <a:pt x="69" y="2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0" name="Google Shape;440;p3"/>
                <p:cNvSpPr/>
                <p:nvPr/>
              </p:nvSpPr>
              <p:spPr>
                <a:xfrm>
                  <a:off x="7718925" y="624450"/>
                  <a:ext cx="674688" cy="871538"/>
                </a:xfrm>
                <a:custGeom>
                  <a:rect b="b" l="l" r="r" t="t"/>
                  <a:pathLst>
                    <a:path extrusionOk="0" h="231" w="179">
                      <a:moveTo>
                        <a:pt x="136" y="162"/>
                      </a:moveTo>
                      <a:cubicBezTo>
                        <a:pt x="118" y="178"/>
                        <a:pt x="91" y="176"/>
                        <a:pt x="63" y="131"/>
                      </a:cubicBezTo>
                      <a:cubicBezTo>
                        <a:pt x="33" y="83"/>
                        <a:pt x="17" y="33"/>
                        <a:pt x="23" y="0"/>
                      </a:cubicBezTo>
                      <a:cubicBezTo>
                        <a:pt x="7" y="14"/>
                        <a:pt x="0" y="35"/>
                        <a:pt x="7" y="63"/>
                      </a:cubicBezTo>
                      <a:cubicBezTo>
                        <a:pt x="16" y="101"/>
                        <a:pt x="34" y="148"/>
                        <a:pt x="67" y="191"/>
                      </a:cubicBezTo>
                      <a:cubicBezTo>
                        <a:pt x="98" y="231"/>
                        <a:pt x="127" y="226"/>
                        <a:pt x="150" y="204"/>
                      </a:cubicBezTo>
                      <a:cubicBezTo>
                        <a:pt x="179" y="177"/>
                        <a:pt x="173" y="154"/>
                        <a:pt x="154" y="129"/>
                      </a:cubicBezTo>
                      <a:cubicBezTo>
                        <a:pt x="150" y="123"/>
                        <a:pt x="145" y="117"/>
                        <a:pt x="141" y="111"/>
                      </a:cubicBezTo>
                      <a:cubicBezTo>
                        <a:pt x="147" y="128"/>
                        <a:pt x="150" y="150"/>
                        <a:pt x="136" y="16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" name="Google Shape;441;p3"/>
                <p:cNvSpPr/>
                <p:nvPr/>
              </p:nvSpPr>
              <p:spPr>
                <a:xfrm>
                  <a:off x="7930063" y="594288"/>
                  <a:ext cx="161925" cy="276225"/>
                </a:xfrm>
                <a:custGeom>
                  <a:rect b="b" l="l" r="r" t="t"/>
                  <a:pathLst>
                    <a:path extrusionOk="0" h="73" w="43">
                      <a:moveTo>
                        <a:pt x="35" y="31"/>
                      </a:moveTo>
                      <a:cubicBezTo>
                        <a:pt x="43" y="49"/>
                        <a:pt x="43" y="67"/>
                        <a:pt x="36" y="70"/>
                      </a:cubicBezTo>
                      <a:cubicBezTo>
                        <a:pt x="29" y="73"/>
                        <a:pt x="17" y="60"/>
                        <a:pt x="9" y="42"/>
                      </a:cubicBezTo>
                      <a:cubicBezTo>
                        <a:pt x="1" y="23"/>
                        <a:pt x="0" y="6"/>
                        <a:pt x="8" y="3"/>
                      </a:cubicBezTo>
                      <a:cubicBezTo>
                        <a:pt x="15" y="0"/>
                        <a:pt x="27" y="12"/>
                        <a:pt x="35" y="31"/>
                      </a:cubicBezTo>
                      <a:close/>
                    </a:path>
                  </a:pathLst>
                </a:custGeom>
                <a:solidFill>
                  <a:srgbClr val="F8F8F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2" name="Google Shape;442;p3"/>
              <p:cNvGrpSpPr/>
              <p:nvPr/>
            </p:nvGrpSpPr>
            <p:grpSpPr>
              <a:xfrm rot="8272449">
                <a:off x="1764889" y="250848"/>
                <a:ext cx="852258" cy="1180819"/>
                <a:chOff x="8260675" y="2995400"/>
                <a:chExt cx="811213" cy="1123950"/>
              </a:xfrm>
            </p:grpSpPr>
            <p:sp>
              <p:nvSpPr>
                <p:cNvPr id="443" name="Google Shape;443;p3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3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3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3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3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3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" name="Google Shape;449;p3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" name="Google Shape;450;p3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3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3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3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3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3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3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7" name="Google Shape;457;p3"/>
              <p:cNvGrpSpPr/>
              <p:nvPr/>
            </p:nvGrpSpPr>
            <p:grpSpPr>
              <a:xfrm flipH="1" rot="10800000">
                <a:off x="605925" y="1320488"/>
                <a:ext cx="1352550" cy="1154113"/>
                <a:chOff x="-469100" y="3905588"/>
                <a:chExt cx="1352550" cy="1154113"/>
              </a:xfrm>
            </p:grpSpPr>
            <p:grpSp>
              <p:nvGrpSpPr>
                <p:cNvPr id="458" name="Google Shape;458;p3"/>
                <p:cNvGrpSpPr/>
                <p:nvPr/>
              </p:nvGrpSpPr>
              <p:grpSpPr>
                <a:xfrm>
                  <a:off x="-469100" y="3905588"/>
                  <a:ext cx="1352550" cy="1154113"/>
                  <a:chOff x="-469100" y="3905588"/>
                  <a:chExt cx="1352550" cy="1154113"/>
                </a:xfrm>
              </p:grpSpPr>
              <p:sp>
                <p:nvSpPr>
                  <p:cNvPr id="459" name="Google Shape;459;p3"/>
                  <p:cNvSpPr/>
                  <p:nvPr/>
                </p:nvSpPr>
                <p:spPr>
                  <a:xfrm>
                    <a:off x="-469100" y="3905588"/>
                    <a:ext cx="1352550" cy="1154113"/>
                  </a:xfrm>
                  <a:custGeom>
                    <a:rect b="b" l="l" r="r" t="t"/>
                    <a:pathLst>
                      <a:path extrusionOk="0" h="306" w="359">
                        <a:moveTo>
                          <a:pt x="197" y="261"/>
                        </a:moveTo>
                        <a:cubicBezTo>
                          <a:pt x="197" y="261"/>
                          <a:pt x="197" y="261"/>
                          <a:pt x="197" y="261"/>
                        </a:cubicBezTo>
                        <a:cubicBezTo>
                          <a:pt x="200" y="261"/>
                          <a:pt x="203" y="262"/>
                          <a:pt x="205" y="264"/>
                        </a:cubicBezTo>
                        <a:cubicBezTo>
                          <a:pt x="207" y="265"/>
                          <a:pt x="208" y="267"/>
                          <a:pt x="208" y="269"/>
                        </a:cubicBezTo>
                        <a:cubicBezTo>
                          <a:pt x="208" y="273"/>
                          <a:pt x="202" y="277"/>
                          <a:pt x="197" y="277"/>
                        </a:cubicBezTo>
                        <a:cubicBezTo>
                          <a:pt x="197" y="277"/>
                          <a:pt x="197" y="277"/>
                          <a:pt x="197" y="277"/>
                        </a:cubicBezTo>
                        <a:cubicBezTo>
                          <a:pt x="196" y="277"/>
                          <a:pt x="196" y="277"/>
                          <a:pt x="196" y="277"/>
                        </a:cubicBezTo>
                        <a:cubicBezTo>
                          <a:pt x="191" y="277"/>
                          <a:pt x="188" y="274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8"/>
                          <a:pt x="188" y="267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90" y="263"/>
                          <a:pt x="193" y="261"/>
                          <a:pt x="196" y="261"/>
                        </a:cubicBezTo>
                        <a:cubicBezTo>
                          <a:pt x="196" y="261"/>
                          <a:pt x="196" y="261"/>
                          <a:pt x="197" y="261"/>
                        </a:cubicBezTo>
                        <a:moveTo>
                          <a:pt x="308" y="170"/>
                        </a:moveTo>
                        <a:cubicBezTo>
                          <a:pt x="308" y="170"/>
                          <a:pt x="308" y="170"/>
                          <a:pt x="309" y="170"/>
                        </a:cubicBezTo>
                        <a:cubicBezTo>
                          <a:pt x="313" y="170"/>
                          <a:pt x="318" y="172"/>
                          <a:pt x="321" y="175"/>
                        </a:cubicBezTo>
                        <a:cubicBezTo>
                          <a:pt x="324" y="177"/>
                          <a:pt x="325" y="179"/>
                          <a:pt x="325" y="182"/>
                        </a:cubicBezTo>
                        <a:cubicBezTo>
                          <a:pt x="325" y="189"/>
                          <a:pt x="317" y="196"/>
                          <a:pt x="309" y="196"/>
                        </a:cubicBezTo>
                        <a:cubicBezTo>
                          <a:pt x="308" y="196"/>
                          <a:pt x="308" y="196"/>
                          <a:pt x="308" y="196"/>
                        </a:cubicBezTo>
                        <a:cubicBezTo>
                          <a:pt x="307" y="196"/>
                          <a:pt x="307" y="196"/>
                          <a:pt x="307" y="196"/>
                        </a:cubicBezTo>
                        <a:cubicBezTo>
                          <a:pt x="300" y="196"/>
                          <a:pt x="294" y="190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1"/>
                          <a:pt x="294" y="179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7" y="173"/>
                          <a:pt x="302" y="170"/>
                          <a:pt x="307" y="170"/>
                        </a:cubicBezTo>
                        <a:cubicBezTo>
                          <a:pt x="307" y="170"/>
                          <a:pt x="307" y="170"/>
                          <a:pt x="308" y="170"/>
                        </a:cubicBezTo>
                        <a:moveTo>
                          <a:pt x="41" y="150"/>
                        </a:moveTo>
                        <a:cubicBezTo>
                          <a:pt x="42" y="150"/>
                          <a:pt x="42" y="150"/>
                          <a:pt x="42" y="150"/>
                        </a:cubicBezTo>
                        <a:cubicBezTo>
                          <a:pt x="46" y="150"/>
                          <a:pt x="51" y="151"/>
                          <a:pt x="53" y="154"/>
                        </a:cubicBezTo>
                        <a:cubicBezTo>
                          <a:pt x="56" y="156"/>
                          <a:pt x="57" y="158"/>
                          <a:pt x="57" y="161"/>
                        </a:cubicBezTo>
                        <a:cubicBezTo>
                          <a:pt x="57" y="167"/>
                          <a:pt x="50" y="173"/>
                          <a:pt x="42" y="173"/>
                        </a:cubicBezTo>
                        <a:cubicBezTo>
                          <a:pt x="42" y="173"/>
                          <a:pt x="42" y="173"/>
                          <a:pt x="41" y="173"/>
                        </a:cubicBezTo>
                        <a:cubicBezTo>
                          <a:pt x="41" y="173"/>
                          <a:pt x="41" y="173"/>
                          <a:pt x="40" y="173"/>
                        </a:cubicBezTo>
                        <a:cubicBezTo>
                          <a:pt x="34" y="173"/>
                          <a:pt x="29" y="168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59"/>
                          <a:pt x="29" y="158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2" y="152"/>
                          <a:pt x="36" y="150"/>
                          <a:pt x="40" y="150"/>
                        </a:cubicBezTo>
                        <a:cubicBezTo>
                          <a:pt x="41" y="150"/>
                          <a:pt x="41" y="150"/>
                          <a:pt x="41" y="150"/>
                        </a:cubicBezTo>
                        <a:moveTo>
                          <a:pt x="285" y="133"/>
                        </a:moveTo>
                        <a:cubicBezTo>
                          <a:pt x="285" y="133"/>
                          <a:pt x="285" y="133"/>
                          <a:pt x="285" y="133"/>
                        </a:cubicBezTo>
                        <a:cubicBezTo>
                          <a:pt x="287" y="133"/>
                          <a:pt x="289" y="133"/>
                          <a:pt x="290" y="134"/>
                        </a:cubicBezTo>
                        <a:cubicBezTo>
                          <a:pt x="291" y="135"/>
                          <a:pt x="291" y="136"/>
                          <a:pt x="291" y="137"/>
                        </a:cubicBezTo>
                        <a:cubicBezTo>
                          <a:pt x="291" y="139"/>
                          <a:pt x="288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2" y="142"/>
                          <a:pt x="280" y="140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6"/>
                          <a:pt x="280" y="136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4"/>
                          <a:pt x="283" y="133"/>
                          <a:pt x="285" y="133"/>
                        </a:cubicBezTo>
                        <a:cubicBezTo>
                          <a:pt x="285" y="133"/>
                          <a:pt x="285" y="133"/>
                          <a:pt x="285" y="133"/>
                        </a:cubicBezTo>
                        <a:moveTo>
                          <a:pt x="33" y="122"/>
                        </a:moveTo>
                        <a:cubicBezTo>
                          <a:pt x="34" y="122"/>
                          <a:pt x="34" y="122"/>
                          <a:pt x="34" y="122"/>
                        </a:cubicBezTo>
                        <a:cubicBezTo>
                          <a:pt x="37" y="122"/>
                          <a:pt x="40" y="123"/>
                          <a:pt x="42" y="125"/>
                        </a:cubicBezTo>
                        <a:cubicBezTo>
                          <a:pt x="43" y="126"/>
                          <a:pt x="44" y="127"/>
                          <a:pt x="44" y="129"/>
                        </a:cubicBezTo>
                        <a:cubicBezTo>
                          <a:pt x="44" y="134"/>
                          <a:pt x="39" y="138"/>
                          <a:pt x="34" y="138"/>
                        </a:cubicBezTo>
                        <a:cubicBezTo>
                          <a:pt x="34" y="138"/>
                          <a:pt x="34" y="138"/>
                          <a:pt x="33" y="138"/>
                        </a:cubicBezTo>
                        <a:cubicBezTo>
                          <a:pt x="33" y="138"/>
                          <a:pt x="33" y="138"/>
                          <a:pt x="33" y="138"/>
                        </a:cubicBezTo>
                        <a:cubicBezTo>
                          <a:pt x="28" y="138"/>
                          <a:pt x="25" y="134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28"/>
                          <a:pt x="25" y="127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7" y="124"/>
                          <a:pt x="30" y="122"/>
                          <a:pt x="33" y="122"/>
                        </a:cubicBezTo>
                        <a:cubicBezTo>
                          <a:pt x="33" y="122"/>
                          <a:pt x="33" y="122"/>
                          <a:pt x="33" y="122"/>
                        </a:cubicBezTo>
                        <a:moveTo>
                          <a:pt x="43" y="101"/>
                        </a:moveTo>
                        <a:cubicBezTo>
                          <a:pt x="43" y="101"/>
                          <a:pt x="44" y="101"/>
                          <a:pt x="44" y="101"/>
                        </a:cubicBezTo>
                        <a:cubicBezTo>
                          <a:pt x="45" y="101"/>
                          <a:pt x="47" y="102"/>
                          <a:pt x="48" y="103"/>
                        </a:cubicBezTo>
                        <a:cubicBezTo>
                          <a:pt x="49" y="104"/>
                          <a:pt x="49" y="105"/>
                          <a:pt x="49" y="106"/>
                        </a:cubicBezTo>
                        <a:cubicBezTo>
                          <a:pt x="49" y="108"/>
                          <a:pt x="47" y="110"/>
                          <a:pt x="44" y="110"/>
                        </a:cubicBezTo>
                        <a:cubicBezTo>
                          <a:pt x="44" y="110"/>
                          <a:pt x="43" y="110"/>
                          <a:pt x="43" y="110"/>
                        </a:cubicBezTo>
                        <a:cubicBezTo>
                          <a:pt x="43" y="110"/>
                          <a:pt x="43" y="110"/>
                          <a:pt x="43" y="110"/>
                        </a:cubicBezTo>
                        <a:cubicBezTo>
                          <a:pt x="40" y="110"/>
                          <a:pt x="38" y="108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5"/>
                          <a:pt x="39" y="105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40" y="102"/>
                          <a:pt x="41" y="101"/>
                          <a:pt x="43" y="101"/>
                        </a:cubicBezTo>
                        <a:cubicBezTo>
                          <a:pt x="43" y="101"/>
                          <a:pt x="43" y="101"/>
                          <a:pt x="43" y="101"/>
                        </a:cubicBezTo>
                        <a:moveTo>
                          <a:pt x="164" y="239"/>
                        </a:moveTo>
                        <a:cubicBezTo>
                          <a:pt x="106" y="239"/>
                          <a:pt x="66" y="217"/>
                          <a:pt x="66" y="166"/>
                        </a:cubicBezTo>
                        <a:cubicBezTo>
                          <a:pt x="66" y="137"/>
                          <a:pt x="67" y="111"/>
                          <a:pt x="89" y="89"/>
                        </a:cubicBezTo>
                        <a:cubicBezTo>
                          <a:pt x="105" y="71"/>
                          <a:pt x="138" y="63"/>
                          <a:pt x="164" y="53"/>
                        </a:cubicBezTo>
                        <a:cubicBezTo>
                          <a:pt x="169" y="52"/>
                          <a:pt x="174" y="51"/>
                          <a:pt x="179" y="51"/>
                        </a:cubicBezTo>
                        <a:cubicBezTo>
                          <a:pt x="203" y="51"/>
                          <a:pt x="225" y="73"/>
                          <a:pt x="242" y="93"/>
                        </a:cubicBezTo>
                        <a:cubicBezTo>
                          <a:pt x="258" y="111"/>
                          <a:pt x="269" y="118"/>
                          <a:pt x="269" y="140"/>
                        </a:cubicBezTo>
                        <a:cubicBezTo>
                          <a:pt x="269" y="167"/>
                          <a:pt x="250" y="190"/>
                          <a:pt x="229" y="208"/>
                        </a:cubicBezTo>
                        <a:cubicBezTo>
                          <a:pt x="210" y="225"/>
                          <a:pt x="191" y="239"/>
                          <a:pt x="164" y="239"/>
                        </a:cubicBezTo>
                        <a:moveTo>
                          <a:pt x="106" y="44"/>
                        </a:moveTo>
                        <a:cubicBezTo>
                          <a:pt x="106" y="44"/>
                          <a:pt x="106" y="44"/>
                          <a:pt x="107" y="44"/>
                        </a:cubicBezTo>
                        <a:cubicBezTo>
                          <a:pt x="109" y="44"/>
                          <a:pt x="112" y="45"/>
                          <a:pt x="114" y="47"/>
                        </a:cubicBezTo>
                        <a:cubicBezTo>
                          <a:pt x="115" y="48"/>
                          <a:pt x="116" y="49"/>
                          <a:pt x="116" y="51"/>
                        </a:cubicBezTo>
                        <a:cubicBezTo>
                          <a:pt x="116" y="55"/>
                          <a:pt x="111" y="59"/>
                          <a:pt x="107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1" y="59"/>
                          <a:pt x="98" y="56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0"/>
                          <a:pt x="99" y="49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100" y="46"/>
                          <a:pt x="103" y="44"/>
                          <a:pt x="106" y="44"/>
                        </a:cubicBezTo>
                        <a:cubicBezTo>
                          <a:pt x="106" y="44"/>
                          <a:pt x="106" y="44"/>
                          <a:pt x="106" y="44"/>
                        </a:cubicBezTo>
                        <a:moveTo>
                          <a:pt x="200" y="0"/>
                        </a:moveTo>
                        <a:cubicBezTo>
                          <a:pt x="197" y="0"/>
                          <a:pt x="195" y="0"/>
                          <a:pt x="192" y="0"/>
                        </a:cubicBezTo>
                        <a:cubicBezTo>
                          <a:pt x="188" y="0"/>
                          <a:pt x="183" y="1"/>
                          <a:pt x="179" y="2"/>
                        </a:cubicBezTo>
                        <a:cubicBezTo>
                          <a:pt x="177" y="3"/>
                          <a:pt x="175" y="4"/>
                          <a:pt x="173" y="4"/>
                        </a:cubicBezTo>
                        <a:cubicBezTo>
                          <a:pt x="170" y="6"/>
                          <a:pt x="166" y="7"/>
                          <a:pt x="162" y="9"/>
                        </a:cubicBezTo>
                        <a:cubicBezTo>
                          <a:pt x="161" y="9"/>
                          <a:pt x="161" y="9"/>
                          <a:pt x="161" y="9"/>
                        </a:cubicBezTo>
                        <a:cubicBezTo>
                          <a:pt x="92" y="34"/>
                          <a:pt x="0" y="60"/>
                          <a:pt x="0" y="144"/>
                        </a:cubicBezTo>
                        <a:cubicBezTo>
                          <a:pt x="0" y="169"/>
                          <a:pt x="7" y="19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22" y="218"/>
                          <a:pt x="27" y="224"/>
                          <a:pt x="32" y="229"/>
                        </a:cubicBezTo>
                        <a:cubicBezTo>
                          <a:pt x="51" y="250"/>
                          <a:pt x="78" y="263"/>
                          <a:pt x="112" y="266"/>
                        </a:cubicBezTo>
                        <a:cubicBezTo>
                          <a:pt x="137" y="269"/>
                          <a:pt x="153" y="299"/>
                          <a:pt x="180" y="305"/>
                        </a:cubicBezTo>
                        <a:cubicBezTo>
                          <a:pt x="183" y="306"/>
                          <a:pt x="187" y="306"/>
                          <a:pt x="191" y="306"/>
                        </a:cubicBezTo>
                        <a:cubicBezTo>
                          <a:pt x="219" y="306"/>
                          <a:pt x="270" y="291"/>
                          <a:pt x="297" y="251"/>
                        </a:cubicBezTo>
                        <a:cubicBezTo>
                          <a:pt x="314" y="226"/>
                          <a:pt x="359" y="175"/>
                          <a:pt x="359" y="144"/>
                        </a:cubicBezTo>
                        <a:cubicBezTo>
                          <a:pt x="359" y="129"/>
                          <a:pt x="353" y="119"/>
                          <a:pt x="344" y="109"/>
                        </a:cubicBezTo>
                        <a:cubicBezTo>
                          <a:pt x="339" y="104"/>
                          <a:pt x="333" y="99"/>
                          <a:pt x="327" y="94"/>
                        </a:cubicBezTo>
                        <a:cubicBezTo>
                          <a:pt x="312" y="82"/>
                          <a:pt x="296" y="71"/>
                          <a:pt x="286" y="53"/>
                        </a:cubicBezTo>
                        <a:cubicBezTo>
                          <a:pt x="266" y="19"/>
                          <a:pt x="233" y="1"/>
                          <a:pt x="202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01" y="0"/>
                          <a:pt x="201" y="0"/>
                          <a:pt x="200" y="0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0" name="Google Shape;460;p3"/>
                  <p:cNvSpPr/>
                  <p:nvPr/>
                </p:nvSpPr>
                <p:spPr>
                  <a:xfrm>
                    <a:off x="-219862" y="4064338"/>
                    <a:ext cx="763588" cy="742950"/>
                  </a:xfrm>
                  <a:custGeom>
                    <a:rect b="b" l="l" r="r" t="t"/>
                    <a:pathLst>
                      <a:path extrusionOk="0" h="197" w="203">
                        <a:moveTo>
                          <a:pt x="203" y="98"/>
                        </a:moveTo>
                        <a:cubicBezTo>
                          <a:pt x="203" y="125"/>
                          <a:pt x="184" y="148"/>
                          <a:pt x="163" y="166"/>
                        </a:cubicBezTo>
                        <a:cubicBezTo>
                          <a:pt x="144" y="183"/>
                          <a:pt x="125" y="197"/>
                          <a:pt x="98" y="197"/>
                        </a:cubicBezTo>
                        <a:cubicBezTo>
                          <a:pt x="40" y="197"/>
                          <a:pt x="0" y="175"/>
                          <a:pt x="0" y="124"/>
                        </a:cubicBezTo>
                        <a:cubicBezTo>
                          <a:pt x="0" y="95"/>
                          <a:pt x="1" y="69"/>
                          <a:pt x="23" y="47"/>
                        </a:cubicBezTo>
                        <a:cubicBezTo>
                          <a:pt x="39" y="29"/>
                          <a:pt x="72" y="21"/>
                          <a:pt x="98" y="11"/>
                        </a:cubicBezTo>
                        <a:cubicBezTo>
                          <a:pt x="129" y="0"/>
                          <a:pt x="156" y="27"/>
                          <a:pt x="176" y="51"/>
                        </a:cubicBezTo>
                        <a:cubicBezTo>
                          <a:pt x="192" y="69"/>
                          <a:pt x="203" y="76"/>
                          <a:pt x="203" y="98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1" name="Google Shape;461;p3"/>
                  <p:cNvSpPr/>
                  <p:nvPr/>
                </p:nvSpPr>
                <p:spPr>
                  <a:xfrm>
                    <a:off x="-130962" y="4259600"/>
                    <a:ext cx="523875" cy="403225"/>
                  </a:xfrm>
                  <a:custGeom>
                    <a:rect b="b" l="l" r="r" t="t"/>
                    <a:pathLst>
                      <a:path extrusionOk="0" h="107" w="139">
                        <a:moveTo>
                          <a:pt x="33" y="74"/>
                        </a:moveTo>
                        <a:cubicBezTo>
                          <a:pt x="33" y="74"/>
                          <a:pt x="33" y="74"/>
                          <a:pt x="33" y="74"/>
                        </a:cubicBezTo>
                        <a:cubicBezTo>
                          <a:pt x="35" y="74"/>
                          <a:pt x="37" y="75"/>
                          <a:pt x="38" y="76"/>
                        </a:cubicBezTo>
                        <a:cubicBezTo>
                          <a:pt x="39" y="77"/>
                          <a:pt x="39" y="78"/>
                          <a:pt x="39" y="79"/>
                        </a:cubicBezTo>
                        <a:cubicBezTo>
                          <a:pt x="39" y="82"/>
                          <a:pt x="36" y="84"/>
                          <a:pt x="33" y="84"/>
                        </a:cubicBezTo>
                        <a:cubicBezTo>
                          <a:pt x="33" y="84"/>
                          <a:pt x="33" y="84"/>
                          <a:pt x="33" y="84"/>
                        </a:cubicBezTo>
                        <a:cubicBezTo>
                          <a:pt x="33" y="84"/>
                          <a:pt x="32" y="84"/>
                          <a:pt x="32" y="84"/>
                        </a:cubicBezTo>
                        <a:cubicBezTo>
                          <a:pt x="30" y="84"/>
                          <a:pt x="27" y="82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8"/>
                          <a:pt x="27" y="78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9" y="75"/>
                          <a:pt x="30" y="74"/>
                          <a:pt x="32" y="74"/>
                        </a:cubicBezTo>
                        <a:cubicBezTo>
                          <a:pt x="32" y="74"/>
                          <a:pt x="33" y="74"/>
                          <a:pt x="33" y="74"/>
                        </a:cubicBezTo>
                        <a:moveTo>
                          <a:pt x="79" y="87"/>
                        </a:moveTo>
                        <a:cubicBezTo>
                          <a:pt x="56" y="87"/>
                          <a:pt x="30" y="80"/>
                          <a:pt x="30" y="55"/>
                        </a:cubicBezTo>
                        <a:cubicBezTo>
                          <a:pt x="30" y="30"/>
                          <a:pt x="60" y="11"/>
                          <a:pt x="83" y="11"/>
                        </a:cubicBezTo>
                        <a:cubicBezTo>
                          <a:pt x="105" y="11"/>
                          <a:pt x="126" y="15"/>
                          <a:pt x="126" y="40"/>
                        </a:cubicBezTo>
                        <a:cubicBezTo>
                          <a:pt x="126" y="65"/>
                          <a:pt x="101" y="87"/>
                          <a:pt x="79" y="87"/>
                        </a:cubicBezTo>
                        <a:moveTo>
                          <a:pt x="76" y="0"/>
                        </a:moveTo>
                        <a:cubicBezTo>
                          <a:pt x="44" y="0"/>
                          <a:pt x="0" y="27"/>
                          <a:pt x="0" y="62"/>
                        </a:cubicBezTo>
                        <a:cubicBezTo>
                          <a:pt x="0" y="98"/>
                          <a:pt x="38" y="107"/>
                          <a:pt x="70" y="107"/>
                        </a:cubicBezTo>
                        <a:cubicBezTo>
                          <a:pt x="102" y="107"/>
                          <a:pt x="139" y="76"/>
                          <a:pt x="139" y="41"/>
                        </a:cubicBezTo>
                        <a:cubicBezTo>
                          <a:pt x="139" y="5"/>
                          <a:pt x="108" y="0"/>
                          <a:pt x="76" y="0"/>
                        </a:cubicBezTo>
                      </a:path>
                    </a:pathLst>
                  </a:custGeom>
                  <a:solidFill>
                    <a:schemeClr val="accent3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2" name="Google Shape;462;p3"/>
                  <p:cNvSpPr/>
                  <p:nvPr/>
                </p:nvSpPr>
                <p:spPr>
                  <a:xfrm>
                    <a:off x="-16662" y="4300875"/>
                    <a:ext cx="361950" cy="287338"/>
                  </a:xfrm>
                  <a:custGeom>
                    <a:rect b="b" l="l" r="r" t="t"/>
                    <a:pathLst>
                      <a:path extrusionOk="0" h="76" w="96">
                        <a:moveTo>
                          <a:pt x="74" y="31"/>
                        </a:moveTo>
                        <a:cubicBezTo>
                          <a:pt x="74" y="31"/>
                          <a:pt x="74" y="31"/>
                          <a:pt x="75" y="31"/>
                        </a:cubicBezTo>
                        <a:cubicBezTo>
                          <a:pt x="79" y="31"/>
                          <a:pt x="84" y="33"/>
                          <a:pt x="87" y="36"/>
                        </a:cubicBezTo>
                        <a:cubicBezTo>
                          <a:pt x="89" y="38"/>
                          <a:pt x="91" y="40"/>
                          <a:pt x="91" y="43"/>
                        </a:cubicBezTo>
                        <a:cubicBezTo>
                          <a:pt x="91" y="51"/>
                          <a:pt x="83" y="57"/>
                          <a:pt x="75" y="57"/>
                        </a:cubicBezTo>
                        <a:cubicBezTo>
                          <a:pt x="74" y="57"/>
                          <a:pt x="74" y="57"/>
                          <a:pt x="73" y="57"/>
                        </a:cubicBezTo>
                        <a:cubicBezTo>
                          <a:pt x="73" y="57"/>
                          <a:pt x="73" y="57"/>
                          <a:pt x="73" y="57"/>
                        </a:cubicBezTo>
                        <a:cubicBezTo>
                          <a:pt x="65" y="57"/>
                          <a:pt x="60" y="51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2"/>
                          <a:pt x="60" y="40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3" y="34"/>
                          <a:pt x="68" y="31"/>
                          <a:pt x="73" y="31"/>
                        </a:cubicBezTo>
                        <a:cubicBezTo>
                          <a:pt x="73" y="31"/>
                          <a:pt x="73" y="31"/>
                          <a:pt x="74" y="31"/>
                        </a:cubicBezTo>
                        <a:moveTo>
                          <a:pt x="25" y="24"/>
                        </a:moveTo>
                        <a:cubicBezTo>
                          <a:pt x="25" y="24"/>
                          <a:pt x="25" y="24"/>
                          <a:pt x="26" y="24"/>
                        </a:cubicBezTo>
                        <a:cubicBezTo>
                          <a:pt x="29" y="24"/>
                          <a:pt x="32" y="25"/>
                          <a:pt x="34" y="27"/>
                        </a:cubicBezTo>
                        <a:cubicBezTo>
                          <a:pt x="35" y="29"/>
                          <a:pt x="36" y="30"/>
                          <a:pt x="36" y="32"/>
                        </a:cubicBezTo>
                        <a:cubicBezTo>
                          <a:pt x="36" y="37"/>
                          <a:pt x="31" y="41"/>
                          <a:pt x="26" y="41"/>
                        </a:cubicBezTo>
                        <a:cubicBezTo>
                          <a:pt x="25" y="41"/>
                          <a:pt x="25" y="41"/>
                          <a:pt x="25" y="41"/>
                        </a:cubicBezTo>
                        <a:cubicBezTo>
                          <a:pt x="25" y="41"/>
                          <a:pt x="25" y="41"/>
                          <a:pt x="24" y="41"/>
                        </a:cubicBezTo>
                        <a:cubicBezTo>
                          <a:pt x="20" y="41"/>
                          <a:pt x="16" y="37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1"/>
                          <a:pt x="17" y="30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8" y="26"/>
                          <a:pt x="21" y="24"/>
                          <a:pt x="24" y="24"/>
                        </a:cubicBezTo>
                        <a:cubicBezTo>
                          <a:pt x="25" y="24"/>
                          <a:pt x="25" y="24"/>
                          <a:pt x="25" y="24"/>
                        </a:cubicBezTo>
                        <a:moveTo>
                          <a:pt x="53" y="0"/>
                        </a:moveTo>
                        <a:cubicBezTo>
                          <a:pt x="30" y="0"/>
                          <a:pt x="0" y="19"/>
                          <a:pt x="0" y="44"/>
                        </a:cubicBezTo>
                        <a:cubicBezTo>
                          <a:pt x="0" y="69"/>
                          <a:pt x="26" y="76"/>
                          <a:pt x="49" y="76"/>
                        </a:cubicBezTo>
                        <a:cubicBezTo>
                          <a:pt x="71" y="76"/>
                          <a:pt x="96" y="54"/>
                          <a:pt x="96" y="29"/>
                        </a:cubicBezTo>
                        <a:cubicBezTo>
                          <a:pt x="96" y="4"/>
                          <a:pt x="75" y="0"/>
                          <a:pt x="53" y="0"/>
                        </a:cubicBezTo>
                      </a:path>
                    </a:pathLst>
                  </a:custGeom>
                  <a:solidFill>
                    <a:srgbClr val="191919">
                      <a:alpha val="25000"/>
                    </a:srgbClr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63" name="Google Shape;463;p3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" name="Google Shape;464;p3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rgbClr val="191919">
                    <a:alpha val="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" name="Google Shape;465;p3"/>
                <p:cNvSpPr/>
                <p:nvPr/>
              </p:nvSpPr>
              <p:spPr>
                <a:xfrm>
                  <a:off x="638975" y="4546938"/>
                  <a:ext cx="115888" cy="96838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4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19"/>
                        <a:pt x="31" y="12"/>
                      </a:cubicBezTo>
                      <a:cubicBezTo>
                        <a:pt x="31" y="9"/>
                        <a:pt x="30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3"/>
                <p:cNvSpPr/>
                <p:nvPr/>
              </p:nvSpPr>
              <p:spPr>
                <a:xfrm>
                  <a:off x="638975" y="4546938"/>
                  <a:ext cx="101600" cy="96838"/>
                </a:xfrm>
                <a:custGeom>
                  <a:rect b="b" l="l" r="r" t="t"/>
                  <a:pathLst>
                    <a:path extrusionOk="0" h="26" w="27">
                      <a:moveTo>
                        <a:pt x="27" y="12"/>
                      </a:moveTo>
                      <a:cubicBezTo>
                        <a:pt x="27" y="19"/>
                        <a:pt x="20" y="26"/>
                        <a:pt x="13" y="26"/>
                      </a:cubicBezTo>
                      <a:cubicBezTo>
                        <a:pt x="6" y="26"/>
                        <a:pt x="0" y="20"/>
                        <a:pt x="0" y="13"/>
                      </a:cubicBezTo>
                      <a:cubicBezTo>
                        <a:pt x="0" y="11"/>
                        <a:pt x="0" y="9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3" y="3"/>
                        <a:pt x="8" y="0"/>
                        <a:pt x="13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3"/>
                <p:cNvSpPr/>
                <p:nvPr/>
              </p:nvSpPr>
              <p:spPr>
                <a:xfrm>
                  <a:off x="642150" y="4546938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23" y="8"/>
                      </a:moveTo>
                      <a:cubicBezTo>
                        <a:pt x="23" y="14"/>
                        <a:pt x="17" y="19"/>
                        <a:pt x="11" y="19"/>
                      </a:cubicBezTo>
                      <a:cubicBezTo>
                        <a:pt x="5" y="19"/>
                        <a:pt x="0" y="14"/>
                        <a:pt x="0" y="8"/>
                      </a:cubicBezTo>
                      <a:cubicBezTo>
                        <a:pt x="0" y="8"/>
                        <a:pt x="0" y="8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3"/>
                        <a:pt x="7" y="0"/>
                        <a:pt x="12" y="0"/>
                      </a:cubicBezTo>
                      <a:cubicBezTo>
                        <a:pt x="16" y="0"/>
                        <a:pt x="20" y="2"/>
                        <a:pt x="23" y="5"/>
                      </a:cubicBezTo>
                      <a:cubicBezTo>
                        <a:pt x="23" y="6"/>
                        <a:pt x="23" y="7"/>
                        <a:pt x="23" y="8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3"/>
                <p:cNvSpPr/>
                <p:nvPr/>
              </p:nvSpPr>
              <p:spPr>
                <a:xfrm>
                  <a:off x="664375" y="4572338"/>
                  <a:ext cx="348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" name="Google Shape;469;p3"/>
                <p:cNvSpPr/>
                <p:nvPr/>
              </p:nvSpPr>
              <p:spPr>
                <a:xfrm>
                  <a:off x="604050" y="440723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0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2"/>
                        <a:pt x="5" y="3"/>
                        <a:pt x="5" y="4"/>
                      </a:cubicBezTo>
                      <a:cubicBezTo>
                        <a:pt x="5" y="6"/>
                        <a:pt x="2" y="8"/>
                        <a:pt x="0" y="9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3" y="9"/>
                        <a:pt x="6" y="6"/>
                        <a:pt x="6" y="4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" name="Google Shape;470;p3"/>
                <p:cNvSpPr/>
                <p:nvPr/>
              </p:nvSpPr>
              <p:spPr>
                <a:xfrm>
                  <a:off x="585000" y="440723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4"/>
                      </a:moveTo>
                      <a:cubicBezTo>
                        <a:pt x="10" y="6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4"/>
                      </a:cubicBezTo>
                      <a:cubicBezTo>
                        <a:pt x="0" y="3"/>
                        <a:pt x="0" y="3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3" y="0"/>
                        <a:pt x="5" y="0"/>
                      </a:cubicBezTo>
                      <a:cubicBezTo>
                        <a:pt x="6" y="0"/>
                        <a:pt x="8" y="0"/>
                        <a:pt x="8" y="1"/>
                      </a:cubicBezTo>
                      <a:cubicBezTo>
                        <a:pt x="9" y="2"/>
                        <a:pt x="10" y="3"/>
                        <a:pt x="10" y="4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1" name="Google Shape;471;p3"/>
                <p:cNvSpPr/>
                <p:nvPr/>
              </p:nvSpPr>
              <p:spPr>
                <a:xfrm>
                  <a:off x="589763" y="4407238"/>
                  <a:ext cx="30163" cy="22225"/>
                </a:xfrm>
                <a:custGeom>
                  <a:rect b="b" l="l" r="r" t="t"/>
                  <a:pathLst>
                    <a:path extrusionOk="0" h="6" w="8">
                      <a:moveTo>
                        <a:pt x="8" y="2"/>
                      </a:moveTo>
                      <a:cubicBezTo>
                        <a:pt x="8" y="4"/>
                        <a:pt x="6" y="6"/>
                        <a:pt x="3" y="6"/>
                      </a:cubicBezTo>
                      <a:cubicBezTo>
                        <a:pt x="1" y="6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5" y="0"/>
                        <a:pt x="7" y="0"/>
                        <a:pt x="7" y="1"/>
                      </a:cubicBezTo>
                      <a:cubicBezTo>
                        <a:pt x="8" y="2"/>
                        <a:pt x="8" y="2"/>
                        <a:pt x="8" y="2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" name="Google Shape;472;p3"/>
                <p:cNvSpPr/>
                <p:nvPr/>
              </p:nvSpPr>
              <p:spPr>
                <a:xfrm>
                  <a:off x="597700" y="4415175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" name="Google Shape;473;p3"/>
                <p:cNvSpPr/>
                <p:nvPr/>
              </p:nvSpPr>
              <p:spPr>
                <a:xfrm>
                  <a:off x="272263" y="4889838"/>
                  <a:ext cx="42862" cy="60325"/>
                </a:xfrm>
                <a:custGeom>
                  <a:rect b="b" l="l" r="r" t="t"/>
                  <a:pathLst>
                    <a:path extrusionOk="0" h="16" w="1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5" y="16"/>
                        <a:pt x="11" y="12"/>
                        <a:pt x="11" y="8"/>
                      </a:cubicBezTo>
                      <a:cubicBezTo>
                        <a:pt x="11" y="6"/>
                        <a:pt x="10" y="4"/>
                        <a:pt x="8" y="3"/>
                      </a:cubicBezTo>
                      <a:cubicBezTo>
                        <a:pt x="6" y="1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" name="Google Shape;474;p3"/>
                <p:cNvSpPr/>
                <p:nvPr/>
              </p:nvSpPr>
              <p:spPr>
                <a:xfrm>
                  <a:off x="238925" y="4889838"/>
                  <a:ext cx="63500" cy="60325"/>
                </a:xfrm>
                <a:custGeom>
                  <a:rect b="b" l="l" r="r" t="t"/>
                  <a:pathLst>
                    <a:path extrusionOk="0" h="16" w="17">
                      <a:moveTo>
                        <a:pt x="17" y="8"/>
                      </a:moveTo>
                      <a:cubicBezTo>
                        <a:pt x="17" y="12"/>
                        <a:pt x="12" y="16"/>
                        <a:pt x="8" y="16"/>
                      </a:cubicBezTo>
                      <a:cubicBezTo>
                        <a:pt x="3" y="16"/>
                        <a:pt x="0" y="13"/>
                        <a:pt x="0" y="8"/>
                      </a:cubicBezTo>
                      <a:cubicBezTo>
                        <a:pt x="0" y="7"/>
                        <a:pt x="0" y="6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1" y="0"/>
                        <a:pt x="13" y="1"/>
                        <a:pt x="15" y="3"/>
                      </a:cubicBezTo>
                      <a:cubicBezTo>
                        <a:pt x="16" y="4"/>
                        <a:pt x="17" y="6"/>
                        <a:pt x="17" y="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" name="Google Shape;475;p3"/>
                <p:cNvSpPr/>
                <p:nvPr/>
              </p:nvSpPr>
              <p:spPr>
                <a:xfrm>
                  <a:off x="242100" y="4889838"/>
                  <a:ext cx="53975" cy="44450"/>
                </a:xfrm>
                <a:custGeom>
                  <a:rect b="b" l="l" r="r" t="t"/>
                  <a:pathLst>
                    <a:path extrusionOk="0" h="12" w="14">
                      <a:moveTo>
                        <a:pt x="14" y="5"/>
                      </a:moveTo>
                      <a:cubicBezTo>
                        <a:pt x="14" y="9"/>
                        <a:pt x="10" y="12"/>
                        <a:pt x="7" y="12"/>
                      </a:cubicBezTo>
                      <a:cubicBezTo>
                        <a:pt x="3" y="12"/>
                        <a:pt x="0" y="9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4" y="4"/>
                        <a:pt x="14" y="4"/>
                        <a:pt x="14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" name="Google Shape;476;p3"/>
                <p:cNvSpPr/>
                <p:nvPr/>
              </p:nvSpPr>
              <p:spPr>
                <a:xfrm>
                  <a:off x="254800" y="4904125"/>
                  <a:ext cx="22200" cy="237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" name="Google Shape;477;p3"/>
                <p:cNvSpPr/>
                <p:nvPr/>
              </p:nvSpPr>
              <p:spPr>
                <a:xfrm>
                  <a:off x="-315112" y="4470738"/>
                  <a:ext cx="60325" cy="87312"/>
                </a:xfrm>
                <a:custGeom>
                  <a:rect b="b" l="l" r="r" t="t"/>
                  <a:pathLst>
                    <a:path extrusionOk="0" h="23" w="16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4" y="0"/>
                        <a:pt x="7" y="1"/>
                        <a:pt x="9" y="4"/>
                      </a:cubicBezTo>
                      <a:cubicBezTo>
                        <a:pt x="9" y="4"/>
                        <a:pt x="9" y="4"/>
                        <a:pt x="9" y="4"/>
                      </a:cubicBezTo>
                      <a:cubicBezTo>
                        <a:pt x="11" y="6"/>
                        <a:pt x="12" y="8"/>
                        <a:pt x="12" y="11"/>
                      </a:cubicBezTo>
                      <a:cubicBezTo>
                        <a:pt x="12" y="17"/>
                        <a:pt x="6" y="22"/>
                        <a:pt x="0" y="23"/>
                      </a:cubicBezTo>
                      <a:cubicBezTo>
                        <a:pt x="1" y="23"/>
                        <a:pt x="1" y="23"/>
                        <a:pt x="1" y="23"/>
                      </a:cubicBezTo>
                      <a:cubicBezTo>
                        <a:pt x="9" y="23"/>
                        <a:pt x="16" y="17"/>
                        <a:pt x="16" y="11"/>
                      </a:cubicBezTo>
                      <a:cubicBezTo>
                        <a:pt x="16" y="8"/>
                        <a:pt x="15" y="6"/>
                        <a:pt x="12" y="4"/>
                      </a:cubicBezTo>
                      <a:cubicBezTo>
                        <a:pt x="10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" name="Google Shape;478;p3"/>
                <p:cNvSpPr/>
                <p:nvPr/>
              </p:nvSpPr>
              <p:spPr>
                <a:xfrm>
                  <a:off x="-359562" y="4470738"/>
                  <a:ext cx="90488" cy="87312"/>
                </a:xfrm>
                <a:custGeom>
                  <a:rect b="b" l="l" r="r" t="t"/>
                  <a:pathLst>
                    <a:path extrusionOk="0" h="23" w="24">
                      <a:moveTo>
                        <a:pt x="24" y="11"/>
                      </a:moveTo>
                      <a:cubicBezTo>
                        <a:pt x="24" y="17"/>
                        <a:pt x="18" y="23"/>
                        <a:pt x="11" y="23"/>
                      </a:cubicBezTo>
                      <a:cubicBezTo>
                        <a:pt x="5" y="23"/>
                        <a:pt x="0" y="18"/>
                        <a:pt x="0" y="11"/>
                      </a:cubicBezTo>
                      <a:cubicBezTo>
                        <a:pt x="0" y="9"/>
                        <a:pt x="0" y="8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3" y="2"/>
                        <a:pt x="7" y="0"/>
                        <a:pt x="11" y="0"/>
                      </a:cubicBezTo>
                      <a:cubicBezTo>
                        <a:pt x="15" y="0"/>
                        <a:pt x="19" y="1"/>
                        <a:pt x="21" y="4"/>
                      </a:cubicBezTo>
                      <a:cubicBezTo>
                        <a:pt x="23" y="6"/>
                        <a:pt x="24" y="8"/>
                        <a:pt x="24" y="1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" name="Google Shape;479;p3"/>
                <p:cNvSpPr/>
                <p:nvPr/>
              </p:nvSpPr>
              <p:spPr>
                <a:xfrm>
                  <a:off x="-356387" y="4470738"/>
                  <a:ext cx="79375" cy="65088"/>
                </a:xfrm>
                <a:custGeom>
                  <a:rect b="b" l="l" r="r" t="t"/>
                  <a:pathLst>
                    <a:path extrusionOk="0" h="17" w="21">
                      <a:moveTo>
                        <a:pt x="21" y="7"/>
                      </a:moveTo>
                      <a:cubicBezTo>
                        <a:pt x="21" y="12"/>
                        <a:pt x="15" y="17"/>
                        <a:pt x="10" y="17"/>
                      </a:cubicBezTo>
                      <a:cubicBezTo>
                        <a:pt x="5" y="17"/>
                        <a:pt x="0" y="12"/>
                        <a:pt x="0" y="7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2" y="2"/>
                        <a:pt x="6" y="0"/>
                        <a:pt x="10" y="0"/>
                      </a:cubicBezTo>
                      <a:cubicBezTo>
                        <a:pt x="14" y="0"/>
                        <a:pt x="18" y="1"/>
                        <a:pt x="20" y="4"/>
                      </a:cubicBezTo>
                      <a:cubicBezTo>
                        <a:pt x="21" y="5"/>
                        <a:pt x="21" y="6"/>
                        <a:pt x="21" y="7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" name="Google Shape;480;p3"/>
                <p:cNvSpPr/>
                <p:nvPr/>
              </p:nvSpPr>
              <p:spPr>
                <a:xfrm>
                  <a:off x="-337337" y="4492963"/>
                  <a:ext cx="33300" cy="270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" name="Google Shape;481;p3"/>
                <p:cNvSpPr/>
                <p:nvPr/>
              </p:nvSpPr>
              <p:spPr>
                <a:xfrm>
                  <a:off x="-345275" y="4365963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6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5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" name="Google Shape;482;p3"/>
                <p:cNvSpPr/>
                <p:nvPr/>
              </p:nvSpPr>
              <p:spPr>
                <a:xfrm>
                  <a:off x="-375437" y="4365963"/>
                  <a:ext cx="60325" cy="60325"/>
                </a:xfrm>
                <a:custGeom>
                  <a:rect b="b" l="l" r="r" t="t"/>
                  <a:pathLst>
                    <a:path extrusionOk="0" h="16" w="16">
                      <a:moveTo>
                        <a:pt x="16" y="7"/>
                      </a:moveTo>
                      <a:cubicBezTo>
                        <a:pt x="16" y="12"/>
                        <a:pt x="12" y="16"/>
                        <a:pt x="8" y="16"/>
                      </a:cubicBezTo>
                      <a:cubicBezTo>
                        <a:pt x="3" y="16"/>
                        <a:pt x="0" y="12"/>
                        <a:pt x="0" y="8"/>
                      </a:cubicBezTo>
                      <a:cubicBezTo>
                        <a:pt x="0" y="6"/>
                        <a:pt x="0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3" y="1"/>
                        <a:pt x="14" y="3"/>
                      </a:cubicBezTo>
                      <a:cubicBezTo>
                        <a:pt x="16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" name="Google Shape;483;p3"/>
                <p:cNvSpPr/>
                <p:nvPr/>
              </p:nvSpPr>
              <p:spPr>
                <a:xfrm>
                  <a:off x="-370675" y="4365963"/>
                  <a:ext cx="52388" cy="41275"/>
                </a:xfrm>
                <a:custGeom>
                  <a:rect b="b" l="l" r="r" t="t"/>
                  <a:pathLst>
                    <a:path extrusionOk="0" h="11" w="14">
                      <a:moveTo>
                        <a:pt x="14" y="4"/>
                      </a:moveTo>
                      <a:cubicBezTo>
                        <a:pt x="14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2" y="1"/>
                        <a:pt x="13" y="3"/>
                      </a:cubicBezTo>
                      <a:cubicBezTo>
                        <a:pt x="14" y="3"/>
                        <a:pt x="14" y="4"/>
                        <a:pt x="14" y="4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" name="Google Shape;484;p3"/>
                <p:cNvSpPr/>
                <p:nvPr/>
              </p:nvSpPr>
              <p:spPr>
                <a:xfrm>
                  <a:off x="-307175" y="428658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1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7"/>
                        <a:pt x="3" y="9"/>
                        <a:pt x="0" y="9"/>
                      </a:cubicBezTo>
                      <a:cubicBezTo>
                        <a:pt x="0" y="9"/>
                        <a:pt x="1" y="9"/>
                        <a:pt x="1" y="9"/>
                      </a:cubicBezTo>
                      <a:cubicBezTo>
                        <a:pt x="4" y="9"/>
                        <a:pt x="6" y="7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" name="Google Shape;485;p3"/>
                <p:cNvSpPr/>
                <p:nvPr/>
              </p:nvSpPr>
              <p:spPr>
                <a:xfrm>
                  <a:off x="-326225" y="428658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5"/>
                      </a:moveTo>
                      <a:cubicBezTo>
                        <a:pt x="10" y="7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5"/>
                      </a:cubicBezTo>
                      <a:cubicBezTo>
                        <a:pt x="0" y="4"/>
                        <a:pt x="1" y="4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1"/>
                        <a:pt x="3" y="0"/>
                        <a:pt x="5" y="0"/>
                      </a:cubicBezTo>
                      <a:cubicBezTo>
                        <a:pt x="6" y="0"/>
                        <a:pt x="8" y="1"/>
                        <a:pt x="9" y="2"/>
                      </a:cubicBezTo>
                      <a:cubicBezTo>
                        <a:pt x="9" y="3"/>
                        <a:pt x="10" y="4"/>
                        <a:pt x="10" y="5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6" name="Google Shape;486;p3"/>
                <p:cNvSpPr/>
                <p:nvPr/>
              </p:nvSpPr>
              <p:spPr>
                <a:xfrm>
                  <a:off x="-323050" y="4286588"/>
                  <a:ext cx="30163" cy="25400"/>
                </a:xfrm>
                <a:custGeom>
                  <a:rect b="b" l="l" r="r" t="t"/>
                  <a:pathLst>
                    <a:path extrusionOk="0" h="7" w="8">
                      <a:moveTo>
                        <a:pt x="8" y="3"/>
                      </a:moveTo>
                      <a:cubicBezTo>
                        <a:pt x="8" y="5"/>
                        <a:pt x="6" y="7"/>
                        <a:pt x="4" y="7"/>
                      </a:cubicBezTo>
                      <a:cubicBezTo>
                        <a:pt x="2" y="7"/>
                        <a:pt x="0" y="5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5" y="0"/>
                        <a:pt x="7" y="1"/>
                        <a:pt x="8" y="2"/>
                      </a:cubicBezTo>
                      <a:cubicBezTo>
                        <a:pt x="8" y="2"/>
                        <a:pt x="8" y="3"/>
                        <a:pt x="8" y="3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" name="Google Shape;487;p3"/>
                <p:cNvSpPr/>
                <p:nvPr/>
              </p:nvSpPr>
              <p:spPr>
                <a:xfrm>
                  <a:off x="-315112" y="4297700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" name="Google Shape;488;p3"/>
                <p:cNvSpPr/>
                <p:nvPr/>
              </p:nvSpPr>
              <p:spPr>
                <a:xfrm>
                  <a:off x="-70637" y="4070688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5"/>
                      </a:cubicBezTo>
                      <a:cubicBezTo>
                        <a:pt x="0" y="15"/>
                        <a:pt x="0" y="15"/>
                        <a:pt x="1" y="15"/>
                      </a:cubicBezTo>
                      <a:cubicBezTo>
                        <a:pt x="5" y="15"/>
                        <a:pt x="10" y="11"/>
                        <a:pt x="10" y="7"/>
                      </a:cubicBezTo>
                      <a:cubicBezTo>
                        <a:pt x="10" y="5"/>
                        <a:pt x="9" y="4"/>
                        <a:pt x="8" y="3"/>
                      </a:cubicBezTo>
                      <a:cubicBezTo>
                        <a:pt x="6" y="1"/>
                        <a:pt x="3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" name="Google Shape;489;p3"/>
                <p:cNvSpPr/>
                <p:nvPr/>
              </p:nvSpPr>
              <p:spPr>
                <a:xfrm>
                  <a:off x="-100800" y="4070688"/>
                  <a:ext cx="60325" cy="57150"/>
                </a:xfrm>
                <a:custGeom>
                  <a:rect b="b" l="l" r="r" t="t"/>
                  <a:pathLst>
                    <a:path extrusionOk="0" h="15" w="16">
                      <a:moveTo>
                        <a:pt x="16" y="7"/>
                      </a:moveTo>
                      <a:cubicBezTo>
                        <a:pt x="16" y="11"/>
                        <a:pt x="12" y="15"/>
                        <a:pt x="8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ubicBezTo>
                        <a:pt x="0" y="6"/>
                        <a:pt x="1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5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" name="Google Shape;490;p3"/>
                <p:cNvSpPr/>
                <p:nvPr/>
              </p:nvSpPr>
              <p:spPr>
                <a:xfrm>
                  <a:off x="-96037" y="4070688"/>
                  <a:ext cx="49213" cy="42862"/>
                </a:xfrm>
                <a:custGeom>
                  <a:rect b="b" l="l" r="r" t="t"/>
                  <a:pathLst>
                    <a:path extrusionOk="0" h="11" w="13">
                      <a:moveTo>
                        <a:pt x="13" y="5"/>
                      </a:moveTo>
                      <a:cubicBezTo>
                        <a:pt x="13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1" y="1"/>
                        <a:pt x="13" y="3"/>
                      </a:cubicBezTo>
                      <a:cubicBezTo>
                        <a:pt x="13" y="3"/>
                        <a:pt x="13" y="4"/>
                        <a:pt x="13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" name="Google Shape;491;p3"/>
                <p:cNvSpPr/>
                <p:nvPr/>
              </p:nvSpPr>
              <p:spPr>
                <a:xfrm>
                  <a:off x="-84925" y="4086563"/>
                  <a:ext cx="19200" cy="192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" name="Google Shape;492;p3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" name="Google Shape;493;p3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3"/>
                <p:cNvSpPr/>
                <p:nvPr/>
              </p:nvSpPr>
              <p:spPr>
                <a:xfrm>
                  <a:off x="208763" y="4418350"/>
                  <a:ext cx="117475" cy="98425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3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20"/>
                        <a:pt x="31" y="12"/>
                      </a:cubicBezTo>
                      <a:cubicBezTo>
                        <a:pt x="31" y="9"/>
                        <a:pt x="29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5" name="Google Shape;495;p3"/>
                <p:cNvSpPr/>
                <p:nvPr/>
              </p:nvSpPr>
              <p:spPr>
                <a:xfrm>
                  <a:off x="208763" y="4445338"/>
                  <a:ext cx="49213" cy="71437"/>
                </a:xfrm>
                <a:custGeom>
                  <a:rect b="b" l="l" r="r" t="t"/>
                  <a:pathLst>
                    <a:path extrusionOk="0" h="19" w="13">
                      <a:moveTo>
                        <a:pt x="0" y="6"/>
                      </a:moveTo>
                      <a:cubicBezTo>
                        <a:pt x="0" y="13"/>
                        <a:pt x="5" y="19"/>
                        <a:pt x="13" y="19"/>
                      </a:cubicBezTo>
                      <a:cubicBezTo>
                        <a:pt x="13" y="19"/>
                        <a:pt x="13" y="19"/>
                        <a:pt x="13" y="19"/>
                      </a:cubicBezTo>
                      <a:cubicBezTo>
                        <a:pt x="6" y="18"/>
                        <a:pt x="0" y="13"/>
                        <a:pt x="0" y="6"/>
                      </a:cubicBezTo>
                      <a:moveTo>
                        <a:pt x="1" y="0"/>
                      </a:moveTo>
                      <a:cubicBezTo>
                        <a:pt x="0" y="2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4"/>
                        <a:pt x="0" y="2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6" name="Google Shape;496;p3"/>
                <p:cNvSpPr/>
                <p:nvPr/>
              </p:nvSpPr>
              <p:spPr>
                <a:xfrm>
                  <a:off x="208763" y="4437400"/>
                  <a:ext cx="101600" cy="79375"/>
                </a:xfrm>
                <a:custGeom>
                  <a:rect b="b" l="l" r="r" t="t"/>
                  <a:pathLst>
                    <a:path extrusionOk="0" h="21" w="27">
                      <a:moveTo>
                        <a:pt x="24" y="0"/>
                      </a:moveTo>
                      <a:cubicBezTo>
                        <a:pt x="24" y="1"/>
                        <a:pt x="24" y="2"/>
                        <a:pt x="24" y="3"/>
                      </a:cubicBezTo>
                      <a:cubicBezTo>
                        <a:pt x="24" y="9"/>
                        <a:pt x="18" y="14"/>
                        <a:pt x="12" y="14"/>
                      </a:cubicBezTo>
                      <a:cubicBezTo>
                        <a:pt x="6" y="14"/>
                        <a:pt x="1" y="9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4"/>
                        <a:pt x="0" y="6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5"/>
                        <a:pt x="6" y="20"/>
                        <a:pt x="13" y="21"/>
                      </a:cubicBezTo>
                      <a:cubicBezTo>
                        <a:pt x="20" y="20"/>
                        <a:pt x="27" y="14"/>
                        <a:pt x="27" y="7"/>
                      </a:cubicBezTo>
                      <a:cubicBezTo>
                        <a:pt x="27" y="4"/>
                        <a:pt x="26" y="2"/>
                        <a:pt x="24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7" name="Google Shape;497;p3"/>
                <p:cNvSpPr/>
                <p:nvPr/>
              </p:nvSpPr>
              <p:spPr>
                <a:xfrm>
                  <a:off x="211938" y="4418350"/>
                  <a:ext cx="49213" cy="30163"/>
                </a:xfrm>
                <a:custGeom>
                  <a:rect b="b" l="l" r="r" t="t"/>
                  <a:pathLst>
                    <a:path extrusionOk="0" h="8" w="13">
                      <a:moveTo>
                        <a:pt x="12" y="0"/>
                      </a:moveTo>
                      <a:cubicBezTo>
                        <a:pt x="7" y="0"/>
                        <a:pt x="2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3" y="3"/>
                        <a:pt x="7" y="1"/>
                        <a:pt x="13" y="0"/>
                      </a:cubicBezTo>
                      <a:cubicBezTo>
                        <a:pt x="12" y="0"/>
                        <a:pt x="12" y="0"/>
                        <a:pt x="12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" name="Google Shape;498;p3"/>
                <p:cNvSpPr/>
                <p:nvPr/>
              </p:nvSpPr>
              <p:spPr>
                <a:xfrm>
                  <a:off x="211938" y="4418350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10" y="15"/>
                      </a:moveTo>
                      <a:cubicBezTo>
                        <a:pt x="8" y="15"/>
                        <a:pt x="5" y="13"/>
                        <a:pt x="5" y="11"/>
                      </a:cubicBezTo>
                      <a:cubicBezTo>
                        <a:pt x="5" y="9"/>
                        <a:pt x="8" y="7"/>
                        <a:pt x="10" y="7"/>
                      </a:cubicBezTo>
                      <a:cubicBezTo>
                        <a:pt x="13" y="7"/>
                        <a:pt x="15" y="9"/>
                        <a:pt x="15" y="11"/>
                      </a:cubicBezTo>
                      <a:cubicBezTo>
                        <a:pt x="15" y="13"/>
                        <a:pt x="13" y="15"/>
                        <a:pt x="10" y="15"/>
                      </a:cubicBezTo>
                      <a:moveTo>
                        <a:pt x="13" y="0"/>
                      </a:moveTo>
                      <a:cubicBezTo>
                        <a:pt x="7" y="1"/>
                        <a:pt x="3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4"/>
                        <a:pt x="5" y="19"/>
                        <a:pt x="11" y="19"/>
                      </a:cubicBezTo>
                      <a:cubicBezTo>
                        <a:pt x="17" y="19"/>
                        <a:pt x="23" y="14"/>
                        <a:pt x="23" y="8"/>
                      </a:cubicBezTo>
                      <a:cubicBezTo>
                        <a:pt x="23" y="7"/>
                        <a:pt x="23" y="6"/>
                        <a:pt x="23" y="5"/>
                      </a:cubicBezTo>
                      <a:cubicBezTo>
                        <a:pt x="23" y="5"/>
                        <a:pt x="23" y="5"/>
                        <a:pt x="23" y="5"/>
                      </a:cubicBezTo>
                      <a:cubicBezTo>
                        <a:pt x="20" y="2"/>
                        <a:pt x="16" y="0"/>
                        <a:pt x="13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9" name="Google Shape;499;p3"/>
                <p:cNvSpPr/>
                <p:nvPr/>
              </p:nvSpPr>
              <p:spPr>
                <a:xfrm>
                  <a:off x="230988" y="4445338"/>
                  <a:ext cx="381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0" name="Google Shape;500;p3"/>
                <p:cNvSpPr/>
                <p:nvPr/>
              </p:nvSpPr>
              <p:spPr>
                <a:xfrm>
                  <a:off x="77000" y="4391363"/>
                  <a:ext cx="41275" cy="65088"/>
                </a:xfrm>
                <a:custGeom>
                  <a:rect b="b" l="l" r="r" t="t"/>
                  <a:pathLst>
                    <a:path extrusionOk="0" h="17" w="1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1"/>
                        <a:pt x="5" y="2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5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7"/>
                      </a:cubicBezTo>
                      <a:cubicBezTo>
                        <a:pt x="0" y="17"/>
                        <a:pt x="0" y="17"/>
                        <a:pt x="1" y="17"/>
                      </a:cubicBezTo>
                      <a:cubicBezTo>
                        <a:pt x="6" y="17"/>
                        <a:pt x="11" y="13"/>
                        <a:pt x="11" y="8"/>
                      </a:cubicBezTo>
                      <a:cubicBezTo>
                        <a:pt x="11" y="6"/>
                        <a:pt x="10" y="5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" name="Google Shape;501;p3"/>
                <p:cNvSpPr/>
                <p:nvPr/>
              </p:nvSpPr>
              <p:spPr>
                <a:xfrm>
                  <a:off x="43663" y="4410413"/>
                  <a:ext cx="33338" cy="46037"/>
                </a:xfrm>
                <a:custGeom>
                  <a:rect b="b" l="l" r="r" t="t"/>
                  <a:pathLst>
                    <a:path extrusionOk="0" h="12" w="9">
                      <a:moveTo>
                        <a:pt x="0" y="4"/>
                      </a:moveTo>
                      <a:cubicBezTo>
                        <a:pt x="0" y="8"/>
                        <a:pt x="4" y="12"/>
                        <a:pt x="8" y="12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4" y="11"/>
                        <a:pt x="0" y="8"/>
                        <a:pt x="0" y="4"/>
                      </a:cubicBezTo>
                      <a:moveTo>
                        <a:pt x="1" y="0"/>
                      </a:moveTo>
                      <a:cubicBezTo>
                        <a:pt x="1" y="1"/>
                        <a:pt x="0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" name="Google Shape;502;p3"/>
                <p:cNvSpPr/>
                <p:nvPr/>
              </p:nvSpPr>
              <p:spPr>
                <a:xfrm>
                  <a:off x="43663" y="4402475"/>
                  <a:ext cx="63500" cy="53975"/>
                </a:xfrm>
                <a:custGeom>
                  <a:rect b="b" l="l" r="r" t="t"/>
                  <a:pathLst>
                    <a:path extrusionOk="0" h="14" w="17">
                      <a:moveTo>
                        <a:pt x="15" y="0"/>
                      </a:moveTo>
                      <a:cubicBezTo>
                        <a:pt x="16" y="1"/>
                        <a:pt x="16" y="2"/>
                        <a:pt x="16" y="2"/>
                      </a:cubicBezTo>
                      <a:cubicBezTo>
                        <a:pt x="16" y="6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0"/>
                        <a:pt x="4" y="13"/>
                        <a:pt x="9" y="14"/>
                      </a:cubicBezTo>
                      <a:cubicBezTo>
                        <a:pt x="13" y="13"/>
                        <a:pt x="17" y="9"/>
                        <a:pt x="17" y="5"/>
                      </a:cubicBezTo>
                      <a:cubicBezTo>
                        <a:pt x="17" y="3"/>
                        <a:pt x="17" y="2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" name="Google Shape;503;p3"/>
                <p:cNvSpPr/>
                <p:nvPr/>
              </p:nvSpPr>
              <p:spPr>
                <a:xfrm>
                  <a:off x="46838" y="4391363"/>
                  <a:ext cx="30163" cy="19050"/>
                </a:xfrm>
                <a:custGeom>
                  <a:rect b="b" l="l" r="r" t="t"/>
                  <a:pathLst>
                    <a:path extrusionOk="0" h="5" w="8">
                      <a:moveTo>
                        <a:pt x="7" y="0"/>
                      </a:moveTo>
                      <a:cubicBezTo>
                        <a:pt x="4" y="0"/>
                        <a:pt x="1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2" y="2"/>
                        <a:pt x="5" y="1"/>
                        <a:pt x="8" y="0"/>
                      </a:cubicBezTo>
                      <a:cubicBezTo>
                        <a:pt x="8" y="0"/>
                        <a:pt x="8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4" name="Google Shape;504;p3"/>
                <p:cNvSpPr/>
                <p:nvPr/>
              </p:nvSpPr>
              <p:spPr>
                <a:xfrm>
                  <a:off x="46838" y="4391363"/>
                  <a:ext cx="57150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10"/>
                      </a:move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5"/>
                        <a:pt x="7" y="5"/>
                      </a:cubicBezTo>
                      <a:cubicBezTo>
                        <a:pt x="8" y="5"/>
                        <a:pt x="10" y="6"/>
                        <a:pt x="10" y="7"/>
                      </a:cubicBezTo>
                      <a:cubicBezTo>
                        <a:pt x="10" y="9"/>
                        <a:pt x="8" y="10"/>
                        <a:pt x="7" y="10"/>
                      </a:cubicBezTo>
                      <a:moveTo>
                        <a:pt x="8" y="0"/>
                      </a:moveTo>
                      <a:cubicBezTo>
                        <a:pt x="5" y="1"/>
                        <a:pt x="2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9"/>
                        <a:pt x="15" y="5"/>
                      </a:cubicBezTo>
                      <a:cubicBezTo>
                        <a:pt x="15" y="5"/>
                        <a:pt x="15" y="4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0" y="1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5" name="Google Shape;505;p3"/>
                <p:cNvSpPr/>
                <p:nvPr/>
              </p:nvSpPr>
              <p:spPr>
                <a:xfrm>
                  <a:off x="62713" y="441041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6" name="Google Shape;506;p3"/>
                <p:cNvSpPr/>
                <p:nvPr/>
              </p:nvSpPr>
              <p:spPr>
                <a:xfrm>
                  <a:off x="299250" y="4229438"/>
                  <a:ext cx="79375" cy="60325"/>
                </a:xfrm>
                <a:custGeom>
                  <a:rect b="b" l="l" r="r" t="t"/>
                  <a:pathLst>
                    <a:path extrusionOk="0" h="16" w="21">
                      <a:moveTo>
                        <a:pt x="19" y="0"/>
                      </a:moveTo>
                      <a:cubicBezTo>
                        <a:pt x="19" y="0"/>
                        <a:pt x="19" y="1"/>
                        <a:pt x="19" y="2"/>
                      </a:cubicBezTo>
                      <a:cubicBezTo>
                        <a:pt x="19" y="7"/>
                        <a:pt x="15" y="11"/>
                        <a:pt x="10" y="11"/>
                      </a:cubicBezTo>
                      <a:cubicBezTo>
                        <a:pt x="5" y="11"/>
                        <a:pt x="1" y="7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5" y="16"/>
                        <a:pt x="11" y="16"/>
                      </a:cubicBezTo>
                      <a:cubicBezTo>
                        <a:pt x="16" y="16"/>
                        <a:pt x="21" y="11"/>
                        <a:pt x="21" y="6"/>
                      </a:cubicBezTo>
                      <a:cubicBezTo>
                        <a:pt x="21" y="3"/>
                        <a:pt x="20" y="1"/>
                        <a:pt x="19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7" name="Google Shape;507;p3"/>
                <p:cNvSpPr/>
                <p:nvPr/>
              </p:nvSpPr>
              <p:spPr>
                <a:xfrm>
                  <a:off x="302425" y="4215150"/>
                  <a:ext cx="68262" cy="55563"/>
                </a:xfrm>
                <a:custGeom>
                  <a:rect b="b" l="l" r="r" t="t"/>
                  <a:pathLst>
                    <a:path extrusionOk="0" h="15" w="18">
                      <a:moveTo>
                        <a:pt x="8" y="12"/>
                      </a:moveTo>
                      <a:cubicBezTo>
                        <a:pt x="6" y="12"/>
                        <a:pt x="4" y="10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0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6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8" y="11"/>
                        <a:pt x="18" y="6"/>
                      </a:cubicBezTo>
                      <a:cubicBezTo>
                        <a:pt x="18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2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" name="Google Shape;508;p3"/>
                <p:cNvSpPr/>
                <p:nvPr/>
              </p:nvSpPr>
              <p:spPr>
                <a:xfrm>
                  <a:off x="318300" y="4234200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9" name="Google Shape;509;p3"/>
                <p:cNvSpPr/>
                <p:nvPr/>
              </p:nvSpPr>
              <p:spPr>
                <a:xfrm>
                  <a:off x="340525" y="4215150"/>
                  <a:ext cx="52388" cy="74613"/>
                </a:xfrm>
                <a:custGeom>
                  <a:rect b="b" l="l" r="r" t="t"/>
                  <a:pathLst>
                    <a:path extrusionOk="0" h="20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2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9" y="5"/>
                        <a:pt x="10" y="7"/>
                        <a:pt x="10" y="10"/>
                      </a:cubicBezTo>
                      <a:cubicBezTo>
                        <a:pt x="10" y="15"/>
                        <a:pt x="5" y="20"/>
                        <a:pt x="0" y="20"/>
                      </a:cubicBezTo>
                      <a:cubicBezTo>
                        <a:pt x="0" y="20"/>
                        <a:pt x="0" y="20"/>
                        <a:pt x="1" y="20"/>
                      </a:cubicBezTo>
                      <a:cubicBezTo>
                        <a:pt x="7" y="20"/>
                        <a:pt x="14" y="15"/>
                        <a:pt x="14" y="10"/>
                      </a:cubicBezTo>
                      <a:cubicBezTo>
                        <a:pt x="14" y="7"/>
                        <a:pt x="12" y="5"/>
                        <a:pt x="11" y="4"/>
                      </a:cubicBezTo>
                      <a:cubicBezTo>
                        <a:pt x="8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" name="Google Shape;510;p3"/>
                <p:cNvSpPr/>
                <p:nvPr/>
              </p:nvSpPr>
              <p:spPr>
                <a:xfrm>
                  <a:off x="-5550" y="4539000"/>
                  <a:ext cx="22225" cy="3810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8"/>
                        <a:pt x="2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3" y="10"/>
                        <a:pt x="6" y="8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1" name="Google Shape;511;p3"/>
                <p:cNvSpPr/>
                <p:nvPr/>
              </p:nvSpPr>
              <p:spPr>
                <a:xfrm>
                  <a:off x="-27775" y="4546938"/>
                  <a:ext cx="41275" cy="30163"/>
                </a:xfrm>
                <a:custGeom>
                  <a:rect b="b" l="l" r="r" t="t"/>
                  <a:pathLst>
                    <a:path extrusionOk="0" h="8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7" y="6"/>
                        <a:pt x="5" y="6"/>
                      </a:cubicBezTo>
                      <a:cubicBezTo>
                        <a:pt x="3" y="6"/>
                        <a:pt x="1" y="4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3" y="8"/>
                        <a:pt x="6" y="8"/>
                      </a:cubicBezTo>
                      <a:cubicBezTo>
                        <a:pt x="8" y="8"/>
                        <a:pt x="11" y="6"/>
                        <a:pt x="11" y="3"/>
                      </a:cubicBezTo>
                      <a:cubicBezTo>
                        <a:pt x="11" y="2"/>
                        <a:pt x="10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2" name="Google Shape;512;p3"/>
                <p:cNvSpPr/>
                <p:nvPr/>
              </p:nvSpPr>
              <p:spPr>
                <a:xfrm>
                  <a:off x="-24600" y="4539000"/>
                  <a:ext cx="33338" cy="30163"/>
                </a:xfrm>
                <a:custGeom>
                  <a:rect b="b" l="l" r="r" t="t"/>
                  <a:pathLst>
                    <a:path extrusionOk="0" h="8" w="9">
                      <a:moveTo>
                        <a:pt x="4" y="6"/>
                      </a:moveTo>
                      <a:cubicBezTo>
                        <a:pt x="3" y="6"/>
                        <a:pt x="2" y="5"/>
                        <a:pt x="2" y="4"/>
                      </a:cubicBezTo>
                      <a:cubicBezTo>
                        <a:pt x="2" y="4"/>
                        <a:pt x="3" y="3"/>
                        <a:pt x="4" y="3"/>
                      </a:cubicBezTo>
                      <a:cubicBezTo>
                        <a:pt x="5" y="3"/>
                        <a:pt x="6" y="4"/>
                        <a:pt x="6" y="4"/>
                      </a:cubicBezTo>
                      <a:cubicBezTo>
                        <a:pt x="6" y="5"/>
                        <a:pt x="5" y="6"/>
                        <a:pt x="4" y="6"/>
                      </a:cubicBezTo>
                      <a:moveTo>
                        <a:pt x="5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6" y="8"/>
                        <a:pt x="9" y="6"/>
                        <a:pt x="9" y="3"/>
                      </a:cubicBezTo>
                      <a:cubicBezTo>
                        <a:pt x="9" y="3"/>
                        <a:pt x="9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8" y="1"/>
                        <a:pt x="6" y="0"/>
                        <a:pt x="5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" name="Google Shape;513;p3"/>
                <p:cNvSpPr/>
                <p:nvPr/>
              </p:nvSpPr>
              <p:spPr>
                <a:xfrm>
                  <a:off x="-16662" y="455011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4" name="Google Shape;514;p3"/>
                <p:cNvSpPr/>
                <p:nvPr/>
              </p:nvSpPr>
              <p:spPr>
                <a:xfrm>
                  <a:off x="-107150" y="4311988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9" y="6"/>
                        <a:pt x="9" y="7"/>
                      </a:cubicBezTo>
                      <a:cubicBezTo>
                        <a:pt x="9" y="12"/>
                        <a:pt x="4" y="16"/>
                        <a:pt x="0" y="16"/>
                      </a:cubicBezTo>
                      <a:cubicBezTo>
                        <a:pt x="0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6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5" name="Google Shape;515;p3"/>
                <p:cNvSpPr/>
                <p:nvPr/>
              </p:nvSpPr>
              <p:spPr>
                <a:xfrm>
                  <a:off x="-142075" y="4324688"/>
                  <a:ext cx="68262" cy="47625"/>
                </a:xfrm>
                <a:custGeom>
                  <a:rect b="b" l="l" r="r" t="t"/>
                  <a:pathLst>
                    <a:path extrusionOk="0" h="13" w="18">
                      <a:moveTo>
                        <a:pt x="15" y="0"/>
                      </a:moveTo>
                      <a:cubicBezTo>
                        <a:pt x="16" y="0"/>
                        <a:pt x="16" y="1"/>
                        <a:pt x="16" y="1"/>
                      </a:cubicBezTo>
                      <a:cubicBezTo>
                        <a:pt x="16" y="5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0" y="4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4" y="13"/>
                        <a:pt x="9" y="13"/>
                      </a:cubicBezTo>
                      <a:cubicBezTo>
                        <a:pt x="13" y="13"/>
                        <a:pt x="18" y="9"/>
                        <a:pt x="18" y="4"/>
                      </a:cubicBezTo>
                      <a:cubicBezTo>
                        <a:pt x="18" y="3"/>
                        <a:pt x="17" y="1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" name="Google Shape;516;p3"/>
                <p:cNvSpPr/>
                <p:nvPr/>
              </p:nvSpPr>
              <p:spPr>
                <a:xfrm>
                  <a:off x="-137312" y="4311988"/>
                  <a:ext cx="55563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9"/>
                      </a:moveTo>
                      <a:cubicBezTo>
                        <a:pt x="5" y="9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8" y="4"/>
                        <a:pt x="10" y="5"/>
                        <a:pt x="10" y="7"/>
                      </a:cubicBezTo>
                      <a:cubicBezTo>
                        <a:pt x="10" y="8"/>
                        <a:pt x="8" y="9"/>
                        <a:pt x="7" y="9"/>
                      </a:cubicBezTo>
                      <a:moveTo>
                        <a:pt x="8" y="0"/>
                      </a:moveTo>
                      <a:cubicBezTo>
                        <a:pt x="5" y="0"/>
                        <a:pt x="2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8"/>
                        <a:pt x="15" y="4"/>
                      </a:cubicBezTo>
                      <a:cubicBezTo>
                        <a:pt x="15" y="4"/>
                        <a:pt x="15" y="3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1"/>
                        <a:pt x="11" y="0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" name="Google Shape;517;p3"/>
                <p:cNvSpPr/>
                <p:nvPr/>
              </p:nvSpPr>
              <p:spPr>
                <a:xfrm>
                  <a:off x="-123025" y="432786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" name="Google Shape;518;p3"/>
                <p:cNvSpPr/>
                <p:nvPr/>
              </p:nvSpPr>
              <p:spPr>
                <a:xfrm>
                  <a:off x="-24600" y="4215150"/>
                  <a:ext cx="26988" cy="41275"/>
                </a:xfrm>
                <a:custGeom>
                  <a:rect b="b" l="l" r="r" t="t"/>
                  <a:pathLst>
                    <a:path extrusionOk="0" h="11" w="7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3"/>
                        <a:pt x="5" y="4"/>
                        <a:pt x="5" y="5"/>
                      </a:cubicBezTo>
                      <a:cubicBezTo>
                        <a:pt x="5" y="8"/>
                        <a:pt x="2" y="11"/>
                        <a:pt x="0" y="1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4" y="11"/>
                        <a:pt x="7" y="8"/>
                        <a:pt x="7" y="5"/>
                      </a:cubicBezTo>
                      <a:cubicBezTo>
                        <a:pt x="7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" name="Google Shape;519;p3"/>
                <p:cNvSpPr/>
                <p:nvPr/>
              </p:nvSpPr>
              <p:spPr>
                <a:xfrm>
                  <a:off x="-46825" y="4221500"/>
                  <a:ext cx="41275" cy="34925"/>
                </a:xfrm>
                <a:custGeom>
                  <a:rect b="b" l="l" r="r" t="t"/>
                  <a:pathLst>
                    <a:path extrusionOk="0" h="9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8" y="6"/>
                        <a:pt x="5" y="6"/>
                      </a:cubicBezTo>
                      <a:cubicBezTo>
                        <a:pt x="2" y="6"/>
                        <a:pt x="0" y="4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9"/>
                        <a:pt x="6" y="9"/>
                      </a:cubicBezTo>
                      <a:cubicBezTo>
                        <a:pt x="8" y="9"/>
                        <a:pt x="11" y="6"/>
                        <a:pt x="11" y="3"/>
                      </a:cubicBezTo>
                      <a:cubicBezTo>
                        <a:pt x="11" y="2"/>
                        <a:pt x="11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" name="Google Shape;520;p3"/>
                <p:cNvSpPr/>
                <p:nvPr/>
              </p:nvSpPr>
              <p:spPr>
                <a:xfrm>
                  <a:off x="-46825" y="4215150"/>
                  <a:ext cx="36513" cy="30163"/>
                </a:xfrm>
                <a:custGeom>
                  <a:rect b="b" l="l" r="r" t="t"/>
                  <a:pathLst>
                    <a:path extrusionOk="0" h="8" w="10">
                      <a:moveTo>
                        <a:pt x="5" y="6"/>
                      </a:moveTo>
                      <a:cubicBezTo>
                        <a:pt x="4" y="6"/>
                        <a:pt x="3" y="5"/>
                        <a:pt x="3" y="4"/>
                      </a:cubicBezTo>
                      <a:cubicBezTo>
                        <a:pt x="3" y="4"/>
                        <a:pt x="4" y="3"/>
                        <a:pt x="5" y="3"/>
                      </a:cubicBezTo>
                      <a:cubicBezTo>
                        <a:pt x="6" y="3"/>
                        <a:pt x="7" y="4"/>
                        <a:pt x="7" y="4"/>
                      </a:cubicBezTo>
                      <a:cubicBezTo>
                        <a:pt x="7" y="5"/>
                        <a:pt x="6" y="6"/>
                        <a:pt x="5" y="6"/>
                      </a:cubicBezTo>
                      <a:moveTo>
                        <a:pt x="6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5" y="8"/>
                      </a:cubicBezTo>
                      <a:cubicBezTo>
                        <a:pt x="8" y="8"/>
                        <a:pt x="10" y="6"/>
                        <a:pt x="10" y="3"/>
                      </a:cubicBezTo>
                      <a:cubicBezTo>
                        <a:pt x="10" y="3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9" y="1"/>
                        <a:pt x="7" y="0"/>
                        <a:pt x="6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" name="Google Shape;521;p3"/>
                <p:cNvSpPr/>
                <p:nvPr/>
              </p:nvSpPr>
              <p:spPr>
                <a:xfrm>
                  <a:off x="-35712" y="422626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3"/>
                <p:cNvSpPr/>
                <p:nvPr/>
              </p:nvSpPr>
              <p:spPr>
                <a:xfrm>
                  <a:off x="219875" y="4154825"/>
                  <a:ext cx="34925" cy="49213"/>
                </a:xfrm>
                <a:custGeom>
                  <a:rect b="b" l="l" r="r" t="t"/>
                  <a:pathLst>
                    <a:path extrusionOk="0" h="13" w="9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3"/>
                        <a:pt x="7" y="4"/>
                        <a:pt x="7" y="6"/>
                      </a:cubicBezTo>
                      <a:cubicBezTo>
                        <a:pt x="7" y="10"/>
                        <a:pt x="3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5" y="13"/>
                        <a:pt x="9" y="10"/>
                        <a:pt x="9" y="6"/>
                      </a:cubicBezTo>
                      <a:cubicBezTo>
                        <a:pt x="9" y="4"/>
                        <a:pt x="8" y="3"/>
                        <a:pt x="7" y="2"/>
                      </a:cubicBezTo>
                      <a:cubicBezTo>
                        <a:pt x="5" y="0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3"/>
                <p:cNvSpPr/>
                <p:nvPr/>
              </p:nvSpPr>
              <p:spPr>
                <a:xfrm>
                  <a:off x="194475" y="4161175"/>
                  <a:ext cx="52388" cy="42862"/>
                </a:xfrm>
                <a:custGeom>
                  <a:rect b="b" l="l" r="r" t="t"/>
                  <a:pathLst>
                    <a:path extrusionOk="0" h="11" w="14">
                      <a:moveTo>
                        <a:pt x="12" y="0"/>
                      </a:moveTo>
                      <a:cubicBezTo>
                        <a:pt x="12" y="0"/>
                        <a:pt x="12" y="1"/>
                        <a:pt x="12" y="2"/>
                      </a:cubicBezTo>
                      <a:cubicBezTo>
                        <a:pt x="12" y="5"/>
                        <a:pt x="9" y="8"/>
                        <a:pt x="6" y="8"/>
                      </a:cubicBezTo>
                      <a:cubicBezTo>
                        <a:pt x="3" y="8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8"/>
                        <a:pt x="3" y="11"/>
                        <a:pt x="7" y="11"/>
                      </a:cubicBezTo>
                      <a:cubicBezTo>
                        <a:pt x="10" y="11"/>
                        <a:pt x="14" y="8"/>
                        <a:pt x="14" y="4"/>
                      </a:cubicBezTo>
                      <a:cubicBezTo>
                        <a:pt x="14" y="2"/>
                        <a:pt x="13" y="1"/>
                        <a:pt x="12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4" name="Google Shape;524;p3"/>
                <p:cNvSpPr/>
                <p:nvPr/>
              </p:nvSpPr>
              <p:spPr>
                <a:xfrm>
                  <a:off x="194475" y="4154825"/>
                  <a:ext cx="44450" cy="36513"/>
                </a:xfrm>
                <a:custGeom>
                  <a:rect b="b" l="l" r="r" t="t"/>
                  <a:pathLst>
                    <a:path extrusionOk="0" h="10" w="12">
                      <a:moveTo>
                        <a:pt x="6" y="7"/>
                      </a:moveTo>
                      <a:cubicBezTo>
                        <a:pt x="4" y="7"/>
                        <a:pt x="3" y="6"/>
                        <a:pt x="3" y="5"/>
                      </a:cubicBezTo>
                      <a:cubicBezTo>
                        <a:pt x="3" y="4"/>
                        <a:pt x="4" y="3"/>
                        <a:pt x="6" y="3"/>
                      </a:cubicBezTo>
                      <a:cubicBezTo>
                        <a:pt x="7" y="3"/>
                        <a:pt x="8" y="4"/>
                        <a:pt x="8" y="5"/>
                      </a:cubicBezTo>
                      <a:cubicBezTo>
                        <a:pt x="8" y="6"/>
                        <a:pt x="7" y="7"/>
                        <a:pt x="6" y="7"/>
                      </a:cubicBezTo>
                      <a:moveTo>
                        <a:pt x="7" y="0"/>
                      </a:moveTo>
                      <a:cubicBezTo>
                        <a:pt x="4" y="0"/>
                        <a:pt x="2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7"/>
                        <a:pt x="3" y="10"/>
                        <a:pt x="6" y="10"/>
                      </a:cubicBezTo>
                      <a:cubicBezTo>
                        <a:pt x="9" y="10"/>
                        <a:pt x="12" y="7"/>
                        <a:pt x="12" y="4"/>
                      </a:cubicBezTo>
                      <a:cubicBezTo>
                        <a:pt x="12" y="3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1" y="1"/>
                        <a:pt x="9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5" name="Google Shape;525;p3"/>
                <p:cNvSpPr/>
                <p:nvPr/>
              </p:nvSpPr>
              <p:spPr>
                <a:xfrm>
                  <a:off x="205588" y="4165938"/>
                  <a:ext cx="19200" cy="144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3"/>
                <p:cNvSpPr/>
                <p:nvPr/>
              </p:nvSpPr>
              <p:spPr>
                <a:xfrm>
                  <a:off x="189713" y="4667588"/>
                  <a:ext cx="52388" cy="79375"/>
                </a:xfrm>
                <a:custGeom>
                  <a:rect b="b" l="l" r="r" t="t"/>
                  <a:pathLst>
                    <a:path extrusionOk="0" h="21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1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10" y="5"/>
                        <a:pt x="11" y="7"/>
                        <a:pt x="11" y="10"/>
                      </a:cubicBezTo>
                      <a:cubicBezTo>
                        <a:pt x="11" y="16"/>
                        <a:pt x="5" y="21"/>
                        <a:pt x="0" y="21"/>
                      </a:cubicBezTo>
                      <a:cubicBezTo>
                        <a:pt x="0" y="21"/>
                        <a:pt x="0" y="21"/>
                        <a:pt x="1" y="21"/>
                      </a:cubicBezTo>
                      <a:cubicBezTo>
                        <a:pt x="7" y="21"/>
                        <a:pt x="14" y="16"/>
                        <a:pt x="14" y="10"/>
                      </a:cubicBezTo>
                      <a:cubicBezTo>
                        <a:pt x="14" y="7"/>
                        <a:pt x="13" y="5"/>
                        <a:pt x="11" y="4"/>
                      </a:cubicBezTo>
                      <a:cubicBezTo>
                        <a:pt x="8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7" name="Google Shape;527;p3"/>
                <p:cNvSpPr/>
                <p:nvPr/>
              </p:nvSpPr>
              <p:spPr>
                <a:xfrm>
                  <a:off x="145263" y="4681875"/>
                  <a:ext cx="85725" cy="65088"/>
                </a:xfrm>
                <a:custGeom>
                  <a:rect b="b" l="l" r="r" t="t"/>
                  <a:pathLst>
                    <a:path extrusionOk="0" h="17" w="23">
                      <a:moveTo>
                        <a:pt x="20" y="0"/>
                      </a:moveTo>
                      <a:cubicBezTo>
                        <a:pt x="20" y="0"/>
                        <a:pt x="21" y="1"/>
                        <a:pt x="21" y="2"/>
                      </a:cubicBezTo>
                      <a:cubicBezTo>
                        <a:pt x="21" y="7"/>
                        <a:pt x="16" y="11"/>
                        <a:pt x="11" y="11"/>
                      </a:cubicBezTo>
                      <a:cubicBezTo>
                        <a:pt x="6" y="11"/>
                        <a:pt x="2" y="7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2"/>
                        <a:pt x="5" y="17"/>
                        <a:pt x="12" y="17"/>
                      </a:cubicBezTo>
                      <a:cubicBezTo>
                        <a:pt x="17" y="17"/>
                        <a:pt x="23" y="12"/>
                        <a:pt x="23" y="6"/>
                      </a:cubicBezTo>
                      <a:cubicBezTo>
                        <a:pt x="23" y="3"/>
                        <a:pt x="22" y="1"/>
                        <a:pt x="2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8" name="Google Shape;528;p3"/>
                <p:cNvSpPr/>
                <p:nvPr/>
              </p:nvSpPr>
              <p:spPr>
                <a:xfrm>
                  <a:off x="151613" y="4667588"/>
                  <a:ext cx="73025" cy="55563"/>
                </a:xfrm>
                <a:custGeom>
                  <a:rect b="b" l="l" r="r" t="t"/>
                  <a:pathLst>
                    <a:path extrusionOk="0" h="15" w="19">
                      <a:moveTo>
                        <a:pt x="8" y="12"/>
                      </a:moveTo>
                      <a:cubicBezTo>
                        <a:pt x="6" y="12"/>
                        <a:pt x="4" y="11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1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5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9" y="11"/>
                        <a:pt x="19" y="6"/>
                      </a:cubicBezTo>
                      <a:cubicBezTo>
                        <a:pt x="19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1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9" name="Google Shape;529;p3"/>
                <p:cNvSpPr/>
                <p:nvPr/>
              </p:nvSpPr>
              <p:spPr>
                <a:xfrm>
                  <a:off x="167488" y="4686638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0" name="Google Shape;530;p3"/>
              <p:cNvGrpSpPr/>
              <p:nvPr/>
            </p:nvGrpSpPr>
            <p:grpSpPr>
              <a:xfrm>
                <a:off x="1987350" y="2197606"/>
                <a:ext cx="1017325" cy="1237732"/>
                <a:chOff x="7491913" y="372038"/>
                <a:chExt cx="1503363" cy="1828800"/>
              </a:xfrm>
            </p:grpSpPr>
            <p:sp>
              <p:nvSpPr>
                <p:cNvPr id="531" name="Google Shape;531;p3"/>
                <p:cNvSpPr/>
                <p:nvPr/>
              </p:nvSpPr>
              <p:spPr>
                <a:xfrm>
                  <a:off x="8117388" y="1383275"/>
                  <a:ext cx="746125" cy="700088"/>
                </a:xfrm>
                <a:custGeom>
                  <a:rect b="b" l="l" r="r" t="t"/>
                  <a:pathLst>
                    <a:path extrusionOk="0" h="186" w="198">
                      <a:moveTo>
                        <a:pt x="12" y="0"/>
                      </a:moveTo>
                      <a:cubicBezTo>
                        <a:pt x="13" y="13"/>
                        <a:pt x="15" y="26"/>
                        <a:pt x="20" y="38"/>
                      </a:cubicBezTo>
                      <a:cubicBezTo>
                        <a:pt x="25" y="50"/>
                        <a:pt x="32" y="61"/>
                        <a:pt x="43" y="67"/>
                      </a:cubicBezTo>
                      <a:cubicBezTo>
                        <a:pt x="54" y="73"/>
                        <a:pt x="68" y="74"/>
                        <a:pt x="81" y="74"/>
                      </a:cubicBezTo>
                      <a:cubicBezTo>
                        <a:pt x="88" y="73"/>
                        <a:pt x="94" y="73"/>
                        <a:pt x="101" y="72"/>
                      </a:cubicBezTo>
                      <a:cubicBezTo>
                        <a:pt x="108" y="72"/>
                        <a:pt x="116" y="72"/>
                        <a:pt x="123" y="74"/>
                      </a:cubicBezTo>
                      <a:cubicBezTo>
                        <a:pt x="127" y="75"/>
                        <a:pt x="130" y="77"/>
                        <a:pt x="133" y="80"/>
                      </a:cubicBezTo>
                      <a:cubicBezTo>
                        <a:pt x="136" y="83"/>
                        <a:pt x="137" y="86"/>
                        <a:pt x="139" y="90"/>
                      </a:cubicBezTo>
                      <a:cubicBezTo>
                        <a:pt x="141" y="97"/>
                        <a:pt x="142" y="104"/>
                        <a:pt x="142" y="111"/>
                      </a:cubicBezTo>
                      <a:cubicBezTo>
                        <a:pt x="143" y="125"/>
                        <a:pt x="142" y="138"/>
                        <a:pt x="142" y="152"/>
                      </a:cubicBezTo>
                      <a:cubicBezTo>
                        <a:pt x="142" y="155"/>
                        <a:pt x="142" y="159"/>
                        <a:pt x="142" y="162"/>
                      </a:cubicBezTo>
                      <a:cubicBezTo>
                        <a:pt x="142" y="166"/>
                        <a:pt x="142" y="169"/>
                        <a:pt x="144" y="172"/>
                      </a:cubicBezTo>
                      <a:cubicBezTo>
                        <a:pt x="144" y="173"/>
                        <a:pt x="144" y="173"/>
                        <a:pt x="145" y="174"/>
                      </a:cubicBezTo>
                      <a:cubicBezTo>
                        <a:pt x="145" y="174"/>
                        <a:pt x="146" y="175"/>
                        <a:pt x="147" y="175"/>
                      </a:cubicBezTo>
                      <a:cubicBezTo>
                        <a:pt x="148" y="176"/>
                        <a:pt x="149" y="177"/>
                        <a:pt x="151" y="178"/>
                      </a:cubicBezTo>
                      <a:cubicBezTo>
                        <a:pt x="154" y="179"/>
                        <a:pt x="157" y="179"/>
                        <a:pt x="160" y="179"/>
                      </a:cubicBezTo>
                      <a:cubicBezTo>
                        <a:pt x="167" y="178"/>
                        <a:pt x="174" y="175"/>
                        <a:pt x="181" y="175"/>
                      </a:cubicBezTo>
                      <a:cubicBezTo>
                        <a:pt x="184" y="175"/>
                        <a:pt x="188" y="177"/>
                        <a:pt x="190" y="178"/>
                      </a:cubicBezTo>
                      <a:cubicBezTo>
                        <a:pt x="193" y="180"/>
                        <a:pt x="196" y="183"/>
                        <a:pt x="198" y="186"/>
                      </a:cubicBezTo>
                      <a:cubicBezTo>
                        <a:pt x="196" y="183"/>
                        <a:pt x="193" y="180"/>
                        <a:pt x="190" y="179"/>
                      </a:cubicBezTo>
                      <a:cubicBezTo>
                        <a:pt x="187" y="177"/>
                        <a:pt x="184" y="176"/>
                        <a:pt x="181" y="176"/>
                      </a:cubicBezTo>
                      <a:cubicBezTo>
                        <a:pt x="174" y="176"/>
                        <a:pt x="167" y="179"/>
                        <a:pt x="161" y="180"/>
                      </a:cubicBezTo>
                      <a:cubicBezTo>
                        <a:pt x="157" y="181"/>
                        <a:pt x="153" y="181"/>
                        <a:pt x="150" y="180"/>
                      </a:cubicBezTo>
                      <a:cubicBezTo>
                        <a:pt x="148" y="179"/>
                        <a:pt x="147" y="178"/>
                        <a:pt x="145" y="177"/>
                      </a:cubicBezTo>
                      <a:cubicBezTo>
                        <a:pt x="145" y="176"/>
                        <a:pt x="144" y="176"/>
                        <a:pt x="143" y="175"/>
                      </a:cubicBezTo>
                      <a:cubicBezTo>
                        <a:pt x="143" y="175"/>
                        <a:pt x="142" y="174"/>
                        <a:pt x="141" y="173"/>
                      </a:cubicBezTo>
                      <a:cubicBezTo>
                        <a:pt x="140" y="169"/>
                        <a:pt x="139" y="166"/>
                        <a:pt x="139" y="162"/>
                      </a:cubicBezTo>
                      <a:cubicBezTo>
                        <a:pt x="139" y="159"/>
                        <a:pt x="139" y="155"/>
                        <a:pt x="139" y="152"/>
                      </a:cubicBezTo>
                      <a:cubicBezTo>
                        <a:pt x="139" y="138"/>
                        <a:pt x="139" y="125"/>
                        <a:pt x="138" y="111"/>
                      </a:cubicBezTo>
                      <a:cubicBezTo>
                        <a:pt x="137" y="104"/>
                        <a:pt x="136" y="98"/>
                        <a:pt x="134" y="92"/>
                      </a:cubicBezTo>
                      <a:cubicBezTo>
                        <a:pt x="132" y="89"/>
                        <a:pt x="131" y="86"/>
                        <a:pt x="129" y="84"/>
                      </a:cubicBezTo>
                      <a:cubicBezTo>
                        <a:pt x="127" y="82"/>
                        <a:pt x="124" y="81"/>
                        <a:pt x="121" y="80"/>
                      </a:cubicBezTo>
                      <a:cubicBezTo>
                        <a:pt x="115" y="78"/>
                        <a:pt x="109" y="79"/>
                        <a:pt x="102" y="79"/>
                      </a:cubicBezTo>
                      <a:cubicBezTo>
                        <a:pt x="95" y="80"/>
                        <a:pt x="88" y="81"/>
                        <a:pt x="81" y="81"/>
                      </a:cubicBezTo>
                      <a:cubicBezTo>
                        <a:pt x="74" y="82"/>
                        <a:pt x="67" y="82"/>
                        <a:pt x="60" y="81"/>
                      </a:cubicBezTo>
                      <a:cubicBezTo>
                        <a:pt x="53" y="81"/>
                        <a:pt x="46" y="79"/>
                        <a:pt x="39" y="75"/>
                      </a:cubicBezTo>
                      <a:cubicBezTo>
                        <a:pt x="32" y="72"/>
                        <a:pt x="26" y="67"/>
                        <a:pt x="21" y="61"/>
                      </a:cubicBezTo>
                      <a:cubicBezTo>
                        <a:pt x="17" y="56"/>
                        <a:pt x="13" y="49"/>
                        <a:pt x="10" y="43"/>
                      </a:cubicBezTo>
                      <a:cubicBezTo>
                        <a:pt x="7" y="36"/>
                        <a:pt x="5" y="29"/>
                        <a:pt x="3" y="22"/>
                      </a:cubicBezTo>
                      <a:cubicBezTo>
                        <a:pt x="2" y="15"/>
                        <a:pt x="0" y="8"/>
                        <a:pt x="0" y="1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3"/>
                <p:cNvSpPr/>
                <p:nvPr/>
              </p:nvSpPr>
              <p:spPr>
                <a:xfrm>
                  <a:off x="8234863" y="1394388"/>
                  <a:ext cx="387350" cy="806450"/>
                </a:xfrm>
                <a:custGeom>
                  <a:rect b="b" l="l" r="r" t="t"/>
                  <a:pathLst>
                    <a:path extrusionOk="0" h="214" w="103">
                      <a:moveTo>
                        <a:pt x="13" y="0"/>
                      </a:moveTo>
                      <a:cubicBezTo>
                        <a:pt x="14" y="9"/>
                        <a:pt x="17" y="18"/>
                        <a:pt x="22" y="26"/>
                      </a:cubicBezTo>
                      <a:cubicBezTo>
                        <a:pt x="27" y="35"/>
                        <a:pt x="34" y="43"/>
                        <a:pt x="40" y="50"/>
                      </a:cubicBezTo>
                      <a:cubicBezTo>
                        <a:pt x="44" y="54"/>
                        <a:pt x="47" y="58"/>
                        <a:pt x="50" y="63"/>
                      </a:cubicBezTo>
                      <a:cubicBezTo>
                        <a:pt x="52" y="65"/>
                        <a:pt x="53" y="67"/>
                        <a:pt x="55" y="69"/>
                      </a:cubicBezTo>
                      <a:cubicBezTo>
                        <a:pt x="56" y="71"/>
                        <a:pt x="58" y="74"/>
                        <a:pt x="59" y="76"/>
                      </a:cubicBezTo>
                      <a:cubicBezTo>
                        <a:pt x="63" y="87"/>
                        <a:pt x="63" y="98"/>
                        <a:pt x="63" y="108"/>
                      </a:cubicBezTo>
                      <a:cubicBezTo>
                        <a:pt x="62" y="119"/>
                        <a:pt x="60" y="129"/>
                        <a:pt x="59" y="139"/>
                      </a:cubicBezTo>
                      <a:cubicBezTo>
                        <a:pt x="59" y="144"/>
                        <a:pt x="59" y="149"/>
                        <a:pt x="59" y="154"/>
                      </a:cubicBezTo>
                      <a:cubicBezTo>
                        <a:pt x="59" y="159"/>
                        <a:pt x="60" y="164"/>
                        <a:pt x="62" y="169"/>
                      </a:cubicBezTo>
                      <a:cubicBezTo>
                        <a:pt x="66" y="178"/>
                        <a:pt x="74" y="185"/>
                        <a:pt x="82" y="192"/>
                      </a:cubicBezTo>
                      <a:cubicBezTo>
                        <a:pt x="86" y="195"/>
                        <a:pt x="90" y="198"/>
                        <a:pt x="93" y="202"/>
                      </a:cubicBezTo>
                      <a:cubicBezTo>
                        <a:pt x="97" y="205"/>
                        <a:pt x="100" y="209"/>
                        <a:pt x="103" y="214"/>
                      </a:cubicBezTo>
                      <a:cubicBezTo>
                        <a:pt x="100" y="209"/>
                        <a:pt x="97" y="206"/>
                        <a:pt x="93" y="202"/>
                      </a:cubicBezTo>
                      <a:cubicBezTo>
                        <a:pt x="89" y="199"/>
                        <a:pt x="85" y="196"/>
                        <a:pt x="81" y="193"/>
                      </a:cubicBezTo>
                      <a:cubicBezTo>
                        <a:pt x="73" y="186"/>
                        <a:pt x="64" y="179"/>
                        <a:pt x="60" y="170"/>
                      </a:cubicBezTo>
                      <a:cubicBezTo>
                        <a:pt x="57" y="165"/>
                        <a:pt x="56" y="160"/>
                        <a:pt x="55" y="155"/>
                      </a:cubicBezTo>
                      <a:cubicBezTo>
                        <a:pt x="55" y="149"/>
                        <a:pt x="55" y="144"/>
                        <a:pt x="55" y="139"/>
                      </a:cubicBezTo>
                      <a:cubicBezTo>
                        <a:pt x="55" y="128"/>
                        <a:pt x="56" y="118"/>
                        <a:pt x="56" y="108"/>
                      </a:cubicBezTo>
                      <a:cubicBezTo>
                        <a:pt x="56" y="98"/>
                        <a:pt x="56" y="88"/>
                        <a:pt x="52" y="80"/>
                      </a:cubicBezTo>
                      <a:cubicBezTo>
                        <a:pt x="51" y="77"/>
                        <a:pt x="50" y="76"/>
                        <a:pt x="48" y="74"/>
                      </a:cubicBezTo>
                      <a:cubicBezTo>
                        <a:pt x="47" y="72"/>
                        <a:pt x="45" y="70"/>
                        <a:pt x="43" y="68"/>
                      </a:cubicBezTo>
                      <a:cubicBezTo>
                        <a:pt x="40" y="64"/>
                        <a:pt x="37" y="60"/>
                        <a:pt x="33" y="57"/>
                      </a:cubicBezTo>
                      <a:cubicBezTo>
                        <a:pt x="26" y="49"/>
                        <a:pt x="19" y="41"/>
                        <a:pt x="13" y="32"/>
                      </a:cubicBezTo>
                      <a:cubicBezTo>
                        <a:pt x="7" y="23"/>
                        <a:pt x="3" y="13"/>
                        <a:pt x="0" y="2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3" name="Google Shape;533;p3"/>
                <p:cNvSpPr/>
                <p:nvPr/>
              </p:nvSpPr>
              <p:spPr>
                <a:xfrm>
                  <a:off x="8292013" y="1295963"/>
                  <a:ext cx="703263" cy="709613"/>
                </a:xfrm>
                <a:custGeom>
                  <a:rect b="b" l="l" r="r" t="t"/>
                  <a:pathLst>
                    <a:path extrusionOk="0" h="188" w="187">
                      <a:moveTo>
                        <a:pt x="10" y="0"/>
                      </a:moveTo>
                      <a:cubicBezTo>
                        <a:pt x="14" y="7"/>
                        <a:pt x="15" y="13"/>
                        <a:pt x="17" y="19"/>
                      </a:cubicBezTo>
                      <a:cubicBezTo>
                        <a:pt x="19" y="25"/>
                        <a:pt x="21" y="30"/>
                        <a:pt x="24" y="35"/>
                      </a:cubicBezTo>
                      <a:cubicBezTo>
                        <a:pt x="27" y="41"/>
                        <a:pt x="30" y="46"/>
                        <a:pt x="34" y="50"/>
                      </a:cubicBezTo>
                      <a:cubicBezTo>
                        <a:pt x="36" y="52"/>
                        <a:pt x="38" y="53"/>
                        <a:pt x="40" y="55"/>
                      </a:cubicBezTo>
                      <a:cubicBezTo>
                        <a:pt x="42" y="56"/>
                        <a:pt x="45" y="57"/>
                        <a:pt x="48" y="58"/>
                      </a:cubicBezTo>
                      <a:cubicBezTo>
                        <a:pt x="59" y="62"/>
                        <a:pt x="71" y="62"/>
                        <a:pt x="84" y="63"/>
                      </a:cubicBezTo>
                      <a:cubicBezTo>
                        <a:pt x="90" y="63"/>
                        <a:pt x="96" y="64"/>
                        <a:pt x="103" y="65"/>
                      </a:cubicBezTo>
                      <a:cubicBezTo>
                        <a:pt x="106" y="65"/>
                        <a:pt x="109" y="66"/>
                        <a:pt x="112" y="67"/>
                      </a:cubicBezTo>
                      <a:cubicBezTo>
                        <a:pt x="116" y="68"/>
                        <a:pt x="119" y="70"/>
                        <a:pt x="121" y="73"/>
                      </a:cubicBezTo>
                      <a:cubicBezTo>
                        <a:pt x="123" y="76"/>
                        <a:pt x="125" y="79"/>
                        <a:pt x="127" y="82"/>
                      </a:cubicBezTo>
                      <a:cubicBezTo>
                        <a:pt x="128" y="85"/>
                        <a:pt x="129" y="88"/>
                        <a:pt x="130" y="91"/>
                      </a:cubicBezTo>
                      <a:cubicBezTo>
                        <a:pt x="132" y="97"/>
                        <a:pt x="133" y="104"/>
                        <a:pt x="134" y="110"/>
                      </a:cubicBezTo>
                      <a:cubicBezTo>
                        <a:pt x="135" y="113"/>
                        <a:pt x="136" y="116"/>
                        <a:pt x="137" y="118"/>
                      </a:cubicBezTo>
                      <a:cubicBezTo>
                        <a:pt x="138" y="121"/>
                        <a:pt x="139" y="124"/>
                        <a:pt x="140" y="127"/>
                      </a:cubicBezTo>
                      <a:cubicBezTo>
                        <a:pt x="141" y="129"/>
                        <a:pt x="143" y="131"/>
                        <a:pt x="146" y="132"/>
                      </a:cubicBezTo>
                      <a:cubicBezTo>
                        <a:pt x="148" y="134"/>
                        <a:pt x="151" y="134"/>
                        <a:pt x="154" y="134"/>
                      </a:cubicBezTo>
                      <a:cubicBezTo>
                        <a:pt x="161" y="135"/>
                        <a:pt x="167" y="135"/>
                        <a:pt x="173" y="138"/>
                      </a:cubicBezTo>
                      <a:cubicBezTo>
                        <a:pt x="175" y="138"/>
                        <a:pt x="176" y="139"/>
                        <a:pt x="177" y="140"/>
                      </a:cubicBezTo>
                      <a:cubicBezTo>
                        <a:pt x="179" y="141"/>
                        <a:pt x="180" y="142"/>
                        <a:pt x="181" y="143"/>
                      </a:cubicBezTo>
                      <a:cubicBezTo>
                        <a:pt x="183" y="144"/>
                        <a:pt x="184" y="146"/>
                        <a:pt x="184" y="148"/>
                      </a:cubicBezTo>
                      <a:cubicBezTo>
                        <a:pt x="184" y="149"/>
                        <a:pt x="184" y="151"/>
                        <a:pt x="184" y="152"/>
                      </a:cubicBezTo>
                      <a:cubicBezTo>
                        <a:pt x="183" y="159"/>
                        <a:pt x="181" y="165"/>
                        <a:pt x="181" y="171"/>
                      </a:cubicBezTo>
                      <a:cubicBezTo>
                        <a:pt x="182" y="177"/>
                        <a:pt x="184" y="183"/>
                        <a:pt x="187" y="188"/>
                      </a:cubicBezTo>
                      <a:cubicBezTo>
                        <a:pt x="184" y="183"/>
                        <a:pt x="181" y="177"/>
                        <a:pt x="181" y="171"/>
                      </a:cubicBezTo>
                      <a:cubicBezTo>
                        <a:pt x="180" y="165"/>
                        <a:pt x="181" y="158"/>
                        <a:pt x="182" y="152"/>
                      </a:cubicBezTo>
                      <a:cubicBezTo>
                        <a:pt x="183" y="149"/>
                        <a:pt x="182" y="146"/>
                        <a:pt x="180" y="144"/>
                      </a:cubicBezTo>
                      <a:cubicBezTo>
                        <a:pt x="179" y="144"/>
                        <a:pt x="178" y="143"/>
                        <a:pt x="176" y="142"/>
                      </a:cubicBezTo>
                      <a:cubicBezTo>
                        <a:pt x="175" y="141"/>
                        <a:pt x="174" y="140"/>
                        <a:pt x="172" y="140"/>
                      </a:cubicBezTo>
                      <a:cubicBezTo>
                        <a:pt x="167" y="138"/>
                        <a:pt x="161" y="138"/>
                        <a:pt x="154" y="137"/>
                      </a:cubicBezTo>
                      <a:cubicBezTo>
                        <a:pt x="151" y="137"/>
                        <a:pt x="148" y="137"/>
                        <a:pt x="144" y="136"/>
                      </a:cubicBezTo>
                      <a:cubicBezTo>
                        <a:pt x="141" y="134"/>
                        <a:pt x="139" y="132"/>
                        <a:pt x="137" y="129"/>
                      </a:cubicBezTo>
                      <a:cubicBezTo>
                        <a:pt x="135" y="126"/>
                        <a:pt x="134" y="123"/>
                        <a:pt x="133" y="120"/>
                      </a:cubicBezTo>
                      <a:cubicBezTo>
                        <a:pt x="132" y="117"/>
                        <a:pt x="131" y="114"/>
                        <a:pt x="130" y="111"/>
                      </a:cubicBezTo>
                      <a:cubicBezTo>
                        <a:pt x="128" y="105"/>
                        <a:pt x="127" y="98"/>
                        <a:pt x="125" y="93"/>
                      </a:cubicBezTo>
                      <a:cubicBezTo>
                        <a:pt x="123" y="87"/>
                        <a:pt x="120" y="82"/>
                        <a:pt x="117" y="77"/>
                      </a:cubicBezTo>
                      <a:cubicBezTo>
                        <a:pt x="113" y="74"/>
                        <a:pt x="108" y="72"/>
                        <a:pt x="102" y="71"/>
                      </a:cubicBezTo>
                      <a:cubicBezTo>
                        <a:pt x="96" y="71"/>
                        <a:pt x="90" y="71"/>
                        <a:pt x="83" y="71"/>
                      </a:cubicBezTo>
                      <a:cubicBezTo>
                        <a:pt x="71" y="70"/>
                        <a:pt x="58" y="71"/>
                        <a:pt x="45" y="67"/>
                      </a:cubicBezTo>
                      <a:cubicBezTo>
                        <a:pt x="42" y="66"/>
                        <a:pt x="38" y="65"/>
                        <a:pt x="35" y="63"/>
                      </a:cubicBezTo>
                      <a:cubicBezTo>
                        <a:pt x="32" y="61"/>
                        <a:pt x="29" y="59"/>
                        <a:pt x="27" y="57"/>
                      </a:cubicBezTo>
                      <a:cubicBezTo>
                        <a:pt x="22" y="52"/>
                        <a:pt x="18" y="46"/>
                        <a:pt x="15" y="41"/>
                      </a:cubicBezTo>
                      <a:cubicBezTo>
                        <a:pt x="11" y="35"/>
                        <a:pt x="9" y="29"/>
                        <a:pt x="7" y="23"/>
                      </a:cubicBezTo>
                      <a:cubicBezTo>
                        <a:pt x="4" y="17"/>
                        <a:pt x="2" y="11"/>
                        <a:pt x="0" y="7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" name="Google Shape;534;p3"/>
                <p:cNvSpPr/>
                <p:nvPr/>
              </p:nvSpPr>
              <p:spPr>
                <a:xfrm>
                  <a:off x="8117388" y="1383275"/>
                  <a:ext cx="109537" cy="222250"/>
                </a:xfrm>
                <a:custGeom>
                  <a:rect b="b" l="l" r="r" t="t"/>
                  <a:pathLst>
                    <a:path extrusionOk="0" h="59" w="29">
                      <a:moveTo>
                        <a:pt x="20" y="38"/>
                      </a:moveTo>
                      <a:cubicBezTo>
                        <a:pt x="15" y="26"/>
                        <a:pt x="13" y="13"/>
                        <a:pt x="1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8"/>
                        <a:pt x="2" y="15"/>
                        <a:pt x="3" y="22"/>
                      </a:cubicBezTo>
                      <a:cubicBezTo>
                        <a:pt x="5" y="29"/>
                        <a:pt x="7" y="36"/>
                        <a:pt x="10" y="43"/>
                      </a:cubicBezTo>
                      <a:cubicBezTo>
                        <a:pt x="13" y="48"/>
                        <a:pt x="16" y="54"/>
                        <a:pt x="19" y="59"/>
                      </a:cubicBezTo>
                      <a:cubicBezTo>
                        <a:pt x="23" y="58"/>
                        <a:pt x="26" y="57"/>
                        <a:pt x="29" y="55"/>
                      </a:cubicBezTo>
                      <a:cubicBezTo>
                        <a:pt x="26" y="50"/>
                        <a:pt x="22" y="44"/>
                        <a:pt x="20" y="3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5" name="Google Shape;535;p3"/>
                <p:cNvSpPr/>
                <p:nvPr/>
              </p:nvSpPr>
              <p:spPr>
                <a:xfrm>
                  <a:off x="8234863" y="1394388"/>
                  <a:ext cx="98425" cy="146050"/>
                </a:xfrm>
                <a:custGeom>
                  <a:rect b="b" l="l" r="r" t="t"/>
                  <a:pathLst>
                    <a:path extrusionOk="0" h="39" w="26">
                      <a:moveTo>
                        <a:pt x="13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3"/>
                        <a:pt x="7" y="23"/>
                        <a:pt x="13" y="32"/>
                      </a:cubicBezTo>
                      <a:cubicBezTo>
                        <a:pt x="15" y="35"/>
                        <a:pt x="16" y="37"/>
                        <a:pt x="18" y="39"/>
                      </a:cubicBezTo>
                      <a:cubicBezTo>
                        <a:pt x="21" y="37"/>
                        <a:pt x="23" y="34"/>
                        <a:pt x="26" y="32"/>
                      </a:cubicBezTo>
                      <a:cubicBezTo>
                        <a:pt x="25" y="30"/>
                        <a:pt x="23" y="28"/>
                        <a:pt x="22" y="26"/>
                      </a:cubicBezTo>
                      <a:cubicBezTo>
                        <a:pt x="17" y="18"/>
                        <a:pt x="14" y="9"/>
                        <a:pt x="13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6" name="Google Shape;536;p3"/>
                <p:cNvSpPr/>
                <p:nvPr/>
              </p:nvSpPr>
              <p:spPr>
                <a:xfrm>
                  <a:off x="8292013" y="1295963"/>
                  <a:ext cx="96838" cy="180975"/>
                </a:xfrm>
                <a:custGeom>
                  <a:rect b="b" l="l" r="r" t="t"/>
                  <a:pathLst>
                    <a:path extrusionOk="0" h="48" w="26">
                      <a:moveTo>
                        <a:pt x="24" y="35"/>
                      </a:moveTo>
                      <a:cubicBezTo>
                        <a:pt x="21" y="30"/>
                        <a:pt x="19" y="25"/>
                        <a:pt x="17" y="19"/>
                      </a:cubicBezTo>
                      <a:cubicBezTo>
                        <a:pt x="15" y="13"/>
                        <a:pt x="14" y="7"/>
                        <a:pt x="10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1"/>
                        <a:pt x="4" y="17"/>
                        <a:pt x="7" y="23"/>
                      </a:cubicBezTo>
                      <a:cubicBezTo>
                        <a:pt x="9" y="29"/>
                        <a:pt x="11" y="35"/>
                        <a:pt x="15" y="41"/>
                      </a:cubicBezTo>
                      <a:cubicBezTo>
                        <a:pt x="16" y="43"/>
                        <a:pt x="17" y="46"/>
                        <a:pt x="19" y="48"/>
                      </a:cubicBezTo>
                      <a:cubicBezTo>
                        <a:pt x="21" y="45"/>
                        <a:pt x="24" y="42"/>
                        <a:pt x="26" y="38"/>
                      </a:cubicBezTo>
                      <a:cubicBezTo>
                        <a:pt x="25" y="37"/>
                        <a:pt x="25" y="36"/>
                        <a:pt x="24" y="3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7" name="Google Shape;537;p3"/>
                <p:cNvSpPr/>
                <p:nvPr/>
              </p:nvSpPr>
              <p:spPr>
                <a:xfrm>
                  <a:off x="7801475" y="432363"/>
                  <a:ext cx="82550" cy="169863"/>
                </a:xfrm>
                <a:custGeom>
                  <a:rect b="b" l="l" r="r" t="t"/>
                  <a:pathLst>
                    <a:path extrusionOk="0" h="107" w="52">
                      <a:moveTo>
                        <a:pt x="28" y="107"/>
                      </a:moveTo>
                      <a:lnTo>
                        <a:pt x="0" y="0"/>
                      </a:lnTo>
                      <a:lnTo>
                        <a:pt x="52" y="100"/>
                      </a:lnTo>
                      <a:lnTo>
                        <a:pt x="28" y="1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8" name="Google Shape;538;p3"/>
                <p:cNvSpPr/>
                <p:nvPr/>
              </p:nvSpPr>
              <p:spPr>
                <a:xfrm>
                  <a:off x="7598275" y="481575"/>
                  <a:ext cx="203200" cy="192088"/>
                </a:xfrm>
                <a:custGeom>
                  <a:rect b="b" l="l" r="r" t="t"/>
                  <a:pathLst>
                    <a:path extrusionOk="0" h="121" w="128">
                      <a:moveTo>
                        <a:pt x="128" y="97"/>
                      </a:moveTo>
                      <a:lnTo>
                        <a:pt x="0" y="0"/>
                      </a:lnTo>
                      <a:lnTo>
                        <a:pt x="116" y="121"/>
                      </a:lnTo>
                      <a:lnTo>
                        <a:pt x="128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9" name="Google Shape;539;p3"/>
                <p:cNvSpPr/>
                <p:nvPr/>
              </p:nvSpPr>
              <p:spPr>
                <a:xfrm>
                  <a:off x="7620500" y="708588"/>
                  <a:ext cx="123825" cy="52388"/>
                </a:xfrm>
                <a:custGeom>
                  <a:rect b="b" l="l" r="r" t="t"/>
                  <a:pathLst>
                    <a:path extrusionOk="0" h="33" w="78">
                      <a:moveTo>
                        <a:pt x="78" y="11"/>
                      </a:moveTo>
                      <a:lnTo>
                        <a:pt x="0" y="0"/>
                      </a:lnTo>
                      <a:lnTo>
                        <a:pt x="78" y="33"/>
                      </a:lnTo>
                      <a:lnTo>
                        <a:pt x="78" y="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0" name="Google Shape;540;p3"/>
                <p:cNvSpPr/>
                <p:nvPr/>
              </p:nvSpPr>
              <p:spPr>
                <a:xfrm>
                  <a:off x="7491913" y="835588"/>
                  <a:ext cx="265113" cy="65088"/>
                </a:xfrm>
                <a:custGeom>
                  <a:rect b="b" l="l" r="r" t="t"/>
                  <a:pathLst>
                    <a:path extrusionOk="0" h="41" w="167">
                      <a:moveTo>
                        <a:pt x="159" y="0"/>
                      </a:moveTo>
                      <a:lnTo>
                        <a:pt x="0" y="41"/>
                      </a:lnTo>
                      <a:lnTo>
                        <a:pt x="167" y="26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1" name="Google Shape;541;p3"/>
                <p:cNvSpPr/>
                <p:nvPr/>
              </p:nvSpPr>
              <p:spPr>
                <a:xfrm>
                  <a:off x="7944350" y="372038"/>
                  <a:ext cx="38100" cy="207963"/>
                </a:xfrm>
                <a:custGeom>
                  <a:rect b="b" l="l" r="r" t="t"/>
                  <a:pathLst>
                    <a:path extrusionOk="0" h="131" w="24">
                      <a:moveTo>
                        <a:pt x="0" y="128"/>
                      </a:moveTo>
                      <a:lnTo>
                        <a:pt x="22" y="0"/>
                      </a:lnTo>
                      <a:lnTo>
                        <a:pt x="24" y="131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2" name="Google Shape;542;p3"/>
                <p:cNvSpPr/>
                <p:nvPr/>
              </p:nvSpPr>
              <p:spPr>
                <a:xfrm>
                  <a:off x="8057063" y="511738"/>
                  <a:ext cx="169863" cy="196850"/>
                </a:xfrm>
                <a:custGeom>
                  <a:rect b="b" l="l" r="r" t="t"/>
                  <a:pathLst>
                    <a:path extrusionOk="0" h="124" w="107">
                      <a:moveTo>
                        <a:pt x="0" y="97"/>
                      </a:moveTo>
                      <a:lnTo>
                        <a:pt x="107" y="0"/>
                      </a:lnTo>
                      <a:lnTo>
                        <a:pt x="7" y="124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3" name="Google Shape;543;p3"/>
                <p:cNvSpPr/>
                <p:nvPr/>
              </p:nvSpPr>
              <p:spPr>
                <a:xfrm>
                  <a:off x="8012613" y="541900"/>
                  <a:ext cx="63500" cy="79375"/>
                </a:xfrm>
                <a:custGeom>
                  <a:rect b="b" l="l" r="r" t="t"/>
                  <a:pathLst>
                    <a:path extrusionOk="0" h="50" w="40">
                      <a:moveTo>
                        <a:pt x="0" y="38"/>
                      </a:moveTo>
                      <a:lnTo>
                        <a:pt x="40" y="0"/>
                      </a:lnTo>
                      <a:lnTo>
                        <a:pt x="12" y="5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4" name="Google Shape;544;p3"/>
                <p:cNvSpPr/>
                <p:nvPr/>
              </p:nvSpPr>
              <p:spPr>
                <a:xfrm>
                  <a:off x="7880850" y="527613"/>
                  <a:ext cx="33338" cy="52388"/>
                </a:xfrm>
                <a:custGeom>
                  <a:rect b="b" l="l" r="r" t="t"/>
                  <a:pathLst>
                    <a:path extrusionOk="0" h="33" w="21">
                      <a:moveTo>
                        <a:pt x="7" y="33"/>
                      </a:moveTo>
                      <a:lnTo>
                        <a:pt x="0" y="0"/>
                      </a:lnTo>
                      <a:lnTo>
                        <a:pt x="21" y="33"/>
                      </a:lnTo>
                      <a:lnTo>
                        <a:pt x="7" y="3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5" name="Google Shape;545;p3"/>
                <p:cNvSpPr/>
                <p:nvPr/>
              </p:nvSpPr>
              <p:spPr>
                <a:xfrm>
                  <a:off x="8095163" y="695888"/>
                  <a:ext cx="222250" cy="114300"/>
                </a:xfrm>
                <a:custGeom>
                  <a:rect b="b" l="l" r="r" t="t"/>
                  <a:pathLst>
                    <a:path extrusionOk="0" h="72" w="140">
                      <a:moveTo>
                        <a:pt x="0" y="48"/>
                      </a:moveTo>
                      <a:lnTo>
                        <a:pt x="140" y="0"/>
                      </a:lnTo>
                      <a:lnTo>
                        <a:pt x="14" y="72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6" name="Google Shape;546;p3"/>
                <p:cNvSpPr/>
                <p:nvPr/>
              </p:nvSpPr>
              <p:spPr>
                <a:xfrm>
                  <a:off x="8095163" y="651438"/>
                  <a:ext cx="117475" cy="87313"/>
                </a:xfrm>
                <a:custGeom>
                  <a:rect b="b" l="l" r="r" t="t"/>
                  <a:pathLst>
                    <a:path extrusionOk="0" h="55" w="74">
                      <a:moveTo>
                        <a:pt x="0" y="40"/>
                      </a:moveTo>
                      <a:lnTo>
                        <a:pt x="74" y="0"/>
                      </a:lnTo>
                      <a:lnTo>
                        <a:pt x="5" y="55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7" name="Google Shape;547;p3"/>
                <p:cNvSpPr/>
                <p:nvPr/>
              </p:nvSpPr>
              <p:spPr>
                <a:xfrm>
                  <a:off x="7688763" y="903850"/>
                  <a:ext cx="90488" cy="41275"/>
                </a:xfrm>
                <a:custGeom>
                  <a:rect b="b" l="l" r="r" t="t"/>
                  <a:pathLst>
                    <a:path extrusionOk="0" h="26" w="57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7" y="21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8" name="Google Shape;548;p3"/>
                <p:cNvSpPr/>
                <p:nvPr/>
              </p:nvSpPr>
              <p:spPr>
                <a:xfrm>
                  <a:off x="7582400" y="1076888"/>
                  <a:ext cx="260350" cy="174625"/>
                </a:xfrm>
                <a:custGeom>
                  <a:rect b="b" l="l" r="r" t="t"/>
                  <a:pathLst>
                    <a:path extrusionOk="0" h="110" w="164">
                      <a:moveTo>
                        <a:pt x="152" y="0"/>
                      </a:moveTo>
                      <a:lnTo>
                        <a:pt x="0" y="110"/>
                      </a:lnTo>
                      <a:lnTo>
                        <a:pt x="164" y="36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9" name="Google Shape;549;p3"/>
                <p:cNvSpPr/>
                <p:nvPr/>
              </p:nvSpPr>
              <p:spPr>
                <a:xfrm>
                  <a:off x="7620500" y="986400"/>
                  <a:ext cx="180975" cy="84138"/>
                </a:xfrm>
                <a:custGeom>
                  <a:rect b="b" l="l" r="r" t="t"/>
                  <a:pathLst>
                    <a:path extrusionOk="0" h="53" w="114">
                      <a:moveTo>
                        <a:pt x="114" y="19"/>
                      </a:moveTo>
                      <a:lnTo>
                        <a:pt x="0" y="53"/>
                      </a:lnTo>
                      <a:lnTo>
                        <a:pt x="112" y="0"/>
                      </a:lnTo>
                      <a:lnTo>
                        <a:pt x="114" y="1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" name="Google Shape;550;p3"/>
                <p:cNvSpPr/>
                <p:nvPr/>
              </p:nvSpPr>
              <p:spPr>
                <a:xfrm>
                  <a:off x="8155488" y="829238"/>
                  <a:ext cx="98425" cy="90488"/>
                </a:xfrm>
                <a:custGeom>
                  <a:rect b="b" l="l" r="r" t="t"/>
                  <a:pathLst>
                    <a:path extrusionOk="0" h="57" w="62">
                      <a:moveTo>
                        <a:pt x="0" y="42"/>
                      </a:moveTo>
                      <a:lnTo>
                        <a:pt x="62" y="0"/>
                      </a:lnTo>
                      <a:lnTo>
                        <a:pt x="10" y="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1" name="Google Shape;551;p3"/>
                <p:cNvSpPr/>
                <p:nvPr/>
              </p:nvSpPr>
              <p:spPr>
                <a:xfrm>
                  <a:off x="8193588" y="862575"/>
                  <a:ext cx="236538" cy="161925"/>
                </a:xfrm>
                <a:custGeom>
                  <a:rect b="b" l="l" r="r" t="t"/>
                  <a:pathLst>
                    <a:path extrusionOk="0" h="102" w="149">
                      <a:moveTo>
                        <a:pt x="0" y="71"/>
                      </a:moveTo>
                      <a:lnTo>
                        <a:pt x="149" y="0"/>
                      </a:lnTo>
                      <a:lnTo>
                        <a:pt x="21" y="102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2" name="Google Shape;552;p3"/>
                <p:cNvSpPr/>
                <p:nvPr/>
              </p:nvSpPr>
              <p:spPr>
                <a:xfrm>
                  <a:off x="7793538" y="1183250"/>
                  <a:ext cx="98425" cy="38100"/>
                </a:xfrm>
                <a:custGeom>
                  <a:rect b="b" l="l" r="r" t="t"/>
                  <a:pathLst>
                    <a:path extrusionOk="0" h="24" w="62">
                      <a:moveTo>
                        <a:pt x="52" y="0"/>
                      </a:moveTo>
                      <a:lnTo>
                        <a:pt x="0" y="21"/>
                      </a:lnTo>
                      <a:lnTo>
                        <a:pt x="62" y="24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" name="Google Shape;553;p3"/>
                <p:cNvSpPr/>
                <p:nvPr/>
              </p:nvSpPr>
              <p:spPr>
                <a:xfrm>
                  <a:off x="7815763" y="1311838"/>
                  <a:ext cx="155575" cy="211138"/>
                </a:xfrm>
                <a:custGeom>
                  <a:rect b="b" l="l" r="r" t="t"/>
                  <a:pathLst>
                    <a:path extrusionOk="0" h="133" w="98">
                      <a:moveTo>
                        <a:pt x="86" y="0"/>
                      </a:moveTo>
                      <a:lnTo>
                        <a:pt x="0" y="133"/>
                      </a:lnTo>
                      <a:lnTo>
                        <a:pt x="98" y="21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4" name="Google Shape;554;p3"/>
                <p:cNvSpPr/>
                <p:nvPr/>
              </p:nvSpPr>
              <p:spPr>
                <a:xfrm>
                  <a:off x="8284075" y="1032438"/>
                  <a:ext cx="233363" cy="109538"/>
                </a:xfrm>
                <a:custGeom>
                  <a:rect b="b" l="l" r="r" t="t"/>
                  <a:pathLst>
                    <a:path extrusionOk="0" h="69" w="147">
                      <a:moveTo>
                        <a:pt x="0" y="45"/>
                      </a:moveTo>
                      <a:lnTo>
                        <a:pt x="147" y="0"/>
                      </a:lnTo>
                      <a:lnTo>
                        <a:pt x="16" y="69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5" name="Google Shape;555;p3"/>
                <p:cNvSpPr/>
                <p:nvPr/>
              </p:nvSpPr>
              <p:spPr>
                <a:xfrm>
                  <a:off x="8347575" y="1213413"/>
                  <a:ext cx="161925" cy="52388"/>
                </a:xfrm>
                <a:custGeom>
                  <a:rect b="b" l="l" r="r" t="t"/>
                  <a:pathLst>
                    <a:path extrusionOk="0" h="33" w="102">
                      <a:moveTo>
                        <a:pt x="0" y="24"/>
                      </a:moveTo>
                      <a:lnTo>
                        <a:pt x="102" y="33"/>
                      </a:lnTo>
                      <a:lnTo>
                        <a:pt x="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6" name="Google Shape;556;p3"/>
                <p:cNvSpPr/>
                <p:nvPr/>
              </p:nvSpPr>
              <p:spPr>
                <a:xfrm>
                  <a:off x="8257088" y="1021325"/>
                  <a:ext cx="82550" cy="66675"/>
                </a:xfrm>
                <a:custGeom>
                  <a:rect b="b" l="l" r="r" t="t"/>
                  <a:pathLst>
                    <a:path extrusionOk="0" h="42" w="52">
                      <a:moveTo>
                        <a:pt x="0" y="31"/>
                      </a:moveTo>
                      <a:lnTo>
                        <a:pt x="52" y="0"/>
                      </a:lnTo>
                      <a:lnTo>
                        <a:pt x="12" y="4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7" name="Google Shape;557;p3"/>
                <p:cNvSpPr/>
                <p:nvPr/>
              </p:nvSpPr>
              <p:spPr>
                <a:xfrm>
                  <a:off x="7845925" y="1273738"/>
                  <a:ext cx="98425" cy="71438"/>
                </a:xfrm>
                <a:custGeom>
                  <a:rect b="b" l="l" r="r" t="t"/>
                  <a:pathLst>
                    <a:path extrusionOk="0" h="45" w="62">
                      <a:moveTo>
                        <a:pt x="57" y="0"/>
                      </a:moveTo>
                      <a:lnTo>
                        <a:pt x="0" y="45"/>
                      </a:lnTo>
                      <a:lnTo>
                        <a:pt x="62" y="14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8" name="Google Shape;558;p3"/>
                <p:cNvSpPr/>
                <p:nvPr/>
              </p:nvSpPr>
              <p:spPr>
                <a:xfrm>
                  <a:off x="7922125" y="1386450"/>
                  <a:ext cx="131763" cy="192088"/>
                </a:xfrm>
                <a:custGeom>
                  <a:rect b="b" l="l" r="r" t="t"/>
                  <a:pathLst>
                    <a:path extrusionOk="0" h="121" w="83">
                      <a:moveTo>
                        <a:pt x="62" y="0"/>
                      </a:moveTo>
                      <a:lnTo>
                        <a:pt x="0" y="121"/>
                      </a:lnTo>
                      <a:lnTo>
                        <a:pt x="83" y="1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3"/>
                <p:cNvSpPr/>
                <p:nvPr/>
              </p:nvSpPr>
              <p:spPr>
                <a:xfrm>
                  <a:off x="8065000" y="1432488"/>
                  <a:ext cx="38100" cy="66675"/>
                </a:xfrm>
                <a:custGeom>
                  <a:rect b="b" l="l" r="r" t="t"/>
                  <a:pathLst>
                    <a:path extrusionOk="0" h="42" w="24">
                      <a:moveTo>
                        <a:pt x="12" y="0"/>
                      </a:moveTo>
                      <a:lnTo>
                        <a:pt x="0" y="42"/>
                      </a:lnTo>
                      <a:lnTo>
                        <a:pt x="24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3"/>
                <p:cNvSpPr/>
                <p:nvPr/>
              </p:nvSpPr>
              <p:spPr>
                <a:xfrm>
                  <a:off x="8325350" y="1081650"/>
                  <a:ext cx="260350" cy="96838"/>
                </a:xfrm>
                <a:custGeom>
                  <a:rect b="b" l="l" r="r" t="t"/>
                  <a:pathLst>
                    <a:path extrusionOk="0" h="61" w="164">
                      <a:moveTo>
                        <a:pt x="0" y="47"/>
                      </a:moveTo>
                      <a:lnTo>
                        <a:pt x="164" y="0"/>
                      </a:lnTo>
                      <a:lnTo>
                        <a:pt x="5" y="61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3"/>
                <p:cNvSpPr/>
                <p:nvPr/>
              </p:nvSpPr>
              <p:spPr>
                <a:xfrm>
                  <a:off x="7831638" y="538725"/>
                  <a:ext cx="52388" cy="63500"/>
                </a:xfrm>
                <a:custGeom>
                  <a:rect b="b" l="l" r="r" t="t"/>
                  <a:pathLst>
                    <a:path extrusionOk="0" h="17" w="14">
                      <a:moveTo>
                        <a:pt x="14" y="1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4" y="17"/>
                        <a:pt x="4" y="17"/>
                        <a:pt x="4" y="17"/>
                      </a:cubicBezTo>
                      <a:lnTo>
                        <a:pt x="1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" name="Google Shape;562;p3"/>
                <p:cNvSpPr/>
                <p:nvPr/>
              </p:nvSpPr>
              <p:spPr>
                <a:xfrm>
                  <a:off x="7741150" y="605400"/>
                  <a:ext cx="60325" cy="68262"/>
                </a:xfrm>
                <a:custGeom>
                  <a:rect b="b" l="l" r="r" t="t"/>
                  <a:pathLst>
                    <a:path extrusionOk="0" h="18" w="16">
                      <a:moveTo>
                        <a:pt x="16" y="8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2"/>
                        <a:pt x="2" y="5"/>
                        <a:pt x="0" y="7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lnTo>
                        <a:pt x="16" y="8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3" name="Google Shape;563;p3"/>
                <p:cNvSpPr/>
                <p:nvPr/>
              </p:nvSpPr>
              <p:spPr>
                <a:xfrm>
                  <a:off x="7696700" y="719700"/>
                  <a:ext cx="47625" cy="41275"/>
                </a:xfrm>
                <a:custGeom>
                  <a:rect b="b" l="l" r="r" t="t"/>
                  <a:pathLst>
                    <a:path extrusionOk="0" h="11" w="13">
                      <a:moveTo>
                        <a:pt x="13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4" name="Google Shape;564;p3"/>
                <p:cNvSpPr/>
                <p:nvPr/>
              </p:nvSpPr>
              <p:spPr>
                <a:xfrm>
                  <a:off x="7696700" y="835588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3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1" y="9"/>
                        <a:pt x="2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3"/>
                <p:cNvSpPr/>
                <p:nvPr/>
              </p:nvSpPr>
              <p:spPr>
                <a:xfrm>
                  <a:off x="7944350" y="522850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0" y="15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14"/>
                        <a:pt x="0" y="14"/>
                        <a:pt x="0" y="14"/>
                      </a:cubicBezTo>
                      <a:lnTo>
                        <a:pt x="10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" name="Google Shape;566;p3"/>
                <p:cNvSpPr/>
                <p:nvPr/>
              </p:nvSpPr>
              <p:spPr>
                <a:xfrm>
                  <a:off x="8057063" y="624450"/>
                  <a:ext cx="60325" cy="84138"/>
                </a:xfrm>
                <a:custGeom>
                  <a:rect b="b" l="l" r="r" t="t"/>
                  <a:pathLst>
                    <a:path extrusionOk="0" h="22" w="16">
                      <a:moveTo>
                        <a:pt x="3" y="22"/>
                      </a:move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4" y="4"/>
                        <a:pt x="13" y="2"/>
                        <a:pt x="12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lnTo>
                        <a:pt x="3" y="2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7" name="Google Shape;567;p3"/>
                <p:cNvSpPr/>
                <p:nvPr/>
              </p:nvSpPr>
              <p:spPr>
                <a:xfrm>
                  <a:off x="8012613" y="564125"/>
                  <a:ext cx="49213" cy="57150"/>
                </a:xfrm>
                <a:custGeom>
                  <a:rect b="b" l="l" r="r" t="t"/>
                  <a:pathLst>
                    <a:path extrusionOk="0" h="15" w="13">
                      <a:moveTo>
                        <a:pt x="5" y="15"/>
                      </a:move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0" y="10"/>
                        <a:pt x="0" y="10"/>
                        <a:pt x="0" y="10"/>
                      </a:cubicBezTo>
                      <a:lnTo>
                        <a:pt x="5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8" name="Google Shape;568;p3"/>
                <p:cNvSpPr/>
                <p:nvPr/>
              </p:nvSpPr>
              <p:spPr>
                <a:xfrm>
                  <a:off x="7880850" y="530788"/>
                  <a:ext cx="33338" cy="49213"/>
                </a:xfrm>
                <a:custGeom>
                  <a:rect b="b" l="l" r="r" t="t"/>
                  <a:pathLst>
                    <a:path extrusionOk="0" h="31" w="21">
                      <a:moveTo>
                        <a:pt x="21" y="31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31"/>
                      </a:lnTo>
                      <a:lnTo>
                        <a:pt x="21" y="31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" name="Google Shape;569;p3"/>
                <p:cNvSpPr/>
                <p:nvPr/>
              </p:nvSpPr>
              <p:spPr>
                <a:xfrm>
                  <a:off x="8095163" y="753038"/>
                  <a:ext cx="71437" cy="57150"/>
                </a:xfrm>
                <a:custGeom>
                  <a:rect b="b" l="l" r="r" t="t"/>
                  <a:pathLst>
                    <a:path extrusionOk="0" h="15" w="19">
                      <a:moveTo>
                        <a:pt x="6" y="15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6"/>
                        <a:pt x="18" y="4"/>
                        <a:pt x="17" y="2"/>
                      </a:cubicBezTo>
                      <a:cubicBezTo>
                        <a:pt x="17" y="1"/>
                        <a:pt x="16" y="1"/>
                        <a:pt x="16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lnTo>
                        <a:pt x="6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0" name="Google Shape;570;p3"/>
                <p:cNvSpPr/>
                <p:nvPr/>
              </p:nvSpPr>
              <p:spPr>
                <a:xfrm>
                  <a:off x="8095163" y="692713"/>
                  <a:ext cx="46037" cy="46037"/>
                </a:xfrm>
                <a:custGeom>
                  <a:rect b="b" l="l" r="r" t="t"/>
                  <a:pathLst>
                    <a:path extrusionOk="0" h="12" w="12">
                      <a:moveTo>
                        <a:pt x="2" y="12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3"/>
                        <a:pt x="11" y="2"/>
                        <a:pt x="1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1" name="Google Shape;571;p3"/>
                <p:cNvSpPr/>
                <p:nvPr/>
              </p:nvSpPr>
              <p:spPr>
                <a:xfrm>
                  <a:off x="7714163" y="903850"/>
                  <a:ext cx="65088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9"/>
                        <a:pt x="1" y="10"/>
                      </a:cubicBezTo>
                      <a:cubicBezTo>
                        <a:pt x="17" y="9"/>
                        <a:pt x="17" y="9"/>
                        <a:pt x="17" y="9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2" name="Google Shape;572;p3"/>
                <p:cNvSpPr/>
                <p:nvPr/>
              </p:nvSpPr>
              <p:spPr>
                <a:xfrm>
                  <a:off x="7782425" y="1076888"/>
                  <a:ext cx="60325" cy="76200"/>
                </a:xfrm>
                <a:custGeom>
                  <a:rect b="b" l="l" r="r" t="t"/>
                  <a:pathLst>
                    <a:path extrusionOk="0" h="20" w="16">
                      <a:moveTo>
                        <a:pt x="11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2"/>
                        <a:pt x="3" y="16"/>
                        <a:pt x="5" y="20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" name="Google Shape;573;p3"/>
                <p:cNvSpPr/>
                <p:nvPr/>
              </p:nvSpPr>
              <p:spPr>
                <a:xfrm>
                  <a:off x="7741150" y="986400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5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8"/>
                        <a:pt x="1" y="9"/>
                        <a:pt x="2" y="10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6" y="8"/>
                        <a:pt x="16" y="8"/>
                        <a:pt x="16" y="8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" name="Google Shape;574;p3"/>
                <p:cNvSpPr/>
                <p:nvPr/>
              </p:nvSpPr>
              <p:spPr>
                <a:xfrm>
                  <a:off x="8155488" y="865750"/>
                  <a:ext cx="52388" cy="53975"/>
                </a:xfrm>
                <a:custGeom>
                  <a:rect b="b" l="l" r="r" t="t"/>
                  <a:pathLst>
                    <a:path extrusionOk="0" h="14" w="14">
                      <a:moveTo>
                        <a:pt x="4" y="14"/>
                      </a:move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3" y="1"/>
                        <a:pt x="12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3"/>
                <p:cNvSpPr/>
                <p:nvPr/>
              </p:nvSpPr>
              <p:spPr>
                <a:xfrm>
                  <a:off x="8193588" y="953063"/>
                  <a:ext cx="74613" cy="71437"/>
                </a:xfrm>
                <a:custGeom>
                  <a:rect b="b" l="l" r="r" t="t"/>
                  <a:pathLst>
                    <a:path extrusionOk="0" h="19" w="20">
                      <a:moveTo>
                        <a:pt x="9" y="19"/>
                      </a:move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8" y="7"/>
                        <a:pt x="16" y="3"/>
                        <a:pt x="14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6" name="Google Shape;576;p3"/>
                <p:cNvSpPr/>
                <p:nvPr/>
              </p:nvSpPr>
              <p:spPr>
                <a:xfrm>
                  <a:off x="7828463" y="1183250"/>
                  <a:ext cx="63500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7"/>
                        <a:pt x="2" y="8"/>
                        <a:pt x="2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7" name="Google Shape;577;p3"/>
                <p:cNvSpPr/>
                <p:nvPr/>
              </p:nvSpPr>
              <p:spPr>
                <a:xfrm>
                  <a:off x="7922125" y="1311838"/>
                  <a:ext cx="49213" cy="63500"/>
                </a:xfrm>
                <a:custGeom>
                  <a:rect b="b" l="l" r="r" t="t"/>
                  <a:pathLst>
                    <a:path extrusionOk="0" h="17" w="13">
                      <a:moveTo>
                        <a:pt x="8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13"/>
                        <a:pt x="2" y="14"/>
                        <a:pt x="3" y="15"/>
                      </a:cubicBezTo>
                      <a:cubicBezTo>
                        <a:pt x="4" y="16"/>
                        <a:pt x="4" y="17"/>
                        <a:pt x="5" y="17"/>
                      </a:cubicBezTo>
                      <a:cubicBezTo>
                        <a:pt x="13" y="9"/>
                        <a:pt x="13" y="9"/>
                        <a:pt x="13" y="9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" name="Google Shape;578;p3"/>
                <p:cNvSpPr/>
                <p:nvPr/>
              </p:nvSpPr>
              <p:spPr>
                <a:xfrm>
                  <a:off x="8284075" y="1088000"/>
                  <a:ext cx="71437" cy="53975"/>
                </a:xfrm>
                <a:custGeom>
                  <a:rect b="b" l="l" r="r" t="t"/>
                  <a:pathLst>
                    <a:path extrusionOk="0" h="14" w="19">
                      <a:moveTo>
                        <a:pt x="7" y="14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5"/>
                        <a:pt x="16" y="2"/>
                        <a:pt x="14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9" name="Google Shape;579;p3"/>
                <p:cNvSpPr/>
                <p:nvPr/>
              </p:nvSpPr>
              <p:spPr>
                <a:xfrm>
                  <a:off x="8347575" y="1213413"/>
                  <a:ext cx="57150" cy="41275"/>
                </a:xfrm>
                <a:custGeom>
                  <a:rect b="b" l="l" r="r" t="t"/>
                  <a:pathLst>
                    <a:path extrusionOk="0" h="11" w="15">
                      <a:moveTo>
                        <a:pt x="0" y="10"/>
                      </a:move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5" y="10"/>
                        <a:pt x="15" y="9"/>
                      </a:cubicBezTo>
                      <a:cubicBezTo>
                        <a:pt x="15" y="7"/>
                        <a:pt x="15" y="6"/>
                        <a:pt x="14" y="5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0" name="Google Shape;580;p3"/>
                <p:cNvSpPr/>
                <p:nvPr/>
              </p:nvSpPr>
              <p:spPr>
                <a:xfrm>
                  <a:off x="8257088" y="1043550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5" y="12"/>
                      </a:move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3" y="1"/>
                        <a:pt x="12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" name="Google Shape;581;p3"/>
                <p:cNvSpPr/>
                <p:nvPr/>
              </p:nvSpPr>
              <p:spPr>
                <a:xfrm>
                  <a:off x="7891963" y="1273738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12" y="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0"/>
                        <a:pt x="1" y="11"/>
                        <a:pt x="2" y="12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2" name="Google Shape;582;p3"/>
                <p:cNvSpPr/>
                <p:nvPr/>
              </p:nvSpPr>
              <p:spPr>
                <a:xfrm>
                  <a:off x="7996738" y="1386450"/>
                  <a:ext cx="57150" cy="63500"/>
                </a:xfrm>
                <a:custGeom>
                  <a:rect b="b" l="l" r="r" t="t"/>
                  <a:pathLst>
                    <a:path extrusionOk="0" h="17" w="15">
                      <a:moveTo>
                        <a:pt x="6" y="0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2" y="14"/>
                        <a:pt x="4" y="15"/>
                        <a:pt x="6" y="17"/>
                      </a:cubicBezTo>
                      <a:cubicBezTo>
                        <a:pt x="15" y="5"/>
                        <a:pt x="15" y="5"/>
                        <a:pt x="15" y="5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3" name="Google Shape;583;p3"/>
                <p:cNvSpPr/>
                <p:nvPr/>
              </p:nvSpPr>
              <p:spPr>
                <a:xfrm>
                  <a:off x="8068175" y="1432488"/>
                  <a:ext cx="34925" cy="47625"/>
                </a:xfrm>
                <a:custGeom>
                  <a:rect b="b" l="l" r="r" t="t"/>
                  <a:pathLst>
                    <a:path extrusionOk="0" h="13" w="9">
                      <a:moveTo>
                        <a:pt x="4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1" y="13"/>
                        <a:pt x="2" y="13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" name="Google Shape;584;p3"/>
                <p:cNvSpPr/>
                <p:nvPr/>
              </p:nvSpPr>
              <p:spPr>
                <a:xfrm>
                  <a:off x="8325350" y="1141975"/>
                  <a:ext cx="55563" cy="36513"/>
                </a:xfrm>
                <a:custGeom>
                  <a:rect b="b" l="l" r="r" t="t"/>
                  <a:pathLst>
                    <a:path extrusionOk="0" h="10" w="15">
                      <a:moveTo>
                        <a:pt x="2" y="10"/>
                      </a:move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4" y="3"/>
                        <a:pt x="13" y="2"/>
                        <a:pt x="12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5" name="Google Shape;585;p3"/>
                <p:cNvSpPr/>
                <p:nvPr/>
              </p:nvSpPr>
              <p:spPr>
                <a:xfrm>
                  <a:off x="7710988" y="522850"/>
                  <a:ext cx="682625" cy="973137"/>
                </a:xfrm>
                <a:custGeom>
                  <a:rect b="b" l="l" r="r" t="t"/>
                  <a:pathLst>
                    <a:path extrusionOk="0" h="258" w="181">
                      <a:moveTo>
                        <a:pt x="69" y="218"/>
                      </a:moveTo>
                      <a:cubicBezTo>
                        <a:pt x="100" y="258"/>
                        <a:pt x="129" y="253"/>
                        <a:pt x="152" y="231"/>
                      </a:cubicBezTo>
                      <a:cubicBezTo>
                        <a:pt x="181" y="204"/>
                        <a:pt x="175" y="181"/>
                        <a:pt x="156" y="156"/>
                      </a:cubicBezTo>
                      <a:cubicBezTo>
                        <a:pt x="132" y="124"/>
                        <a:pt x="118" y="98"/>
                        <a:pt x="102" y="51"/>
                      </a:cubicBezTo>
                      <a:cubicBezTo>
                        <a:pt x="94" y="26"/>
                        <a:pt x="76" y="0"/>
                        <a:pt x="41" y="16"/>
                      </a:cubicBezTo>
                      <a:cubicBezTo>
                        <a:pt x="13" y="29"/>
                        <a:pt x="0" y="54"/>
                        <a:pt x="9" y="90"/>
                      </a:cubicBezTo>
                      <a:cubicBezTo>
                        <a:pt x="18" y="128"/>
                        <a:pt x="36" y="175"/>
                        <a:pt x="69" y="2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6" name="Google Shape;586;p3"/>
                <p:cNvSpPr/>
                <p:nvPr/>
              </p:nvSpPr>
              <p:spPr>
                <a:xfrm>
                  <a:off x="7718925" y="624450"/>
                  <a:ext cx="674688" cy="871538"/>
                </a:xfrm>
                <a:custGeom>
                  <a:rect b="b" l="l" r="r" t="t"/>
                  <a:pathLst>
                    <a:path extrusionOk="0" h="231" w="179">
                      <a:moveTo>
                        <a:pt x="136" y="162"/>
                      </a:moveTo>
                      <a:cubicBezTo>
                        <a:pt x="118" y="178"/>
                        <a:pt x="91" y="176"/>
                        <a:pt x="63" y="131"/>
                      </a:cubicBezTo>
                      <a:cubicBezTo>
                        <a:pt x="33" y="83"/>
                        <a:pt x="17" y="33"/>
                        <a:pt x="23" y="0"/>
                      </a:cubicBezTo>
                      <a:cubicBezTo>
                        <a:pt x="7" y="14"/>
                        <a:pt x="0" y="35"/>
                        <a:pt x="7" y="63"/>
                      </a:cubicBezTo>
                      <a:cubicBezTo>
                        <a:pt x="16" y="101"/>
                        <a:pt x="34" y="148"/>
                        <a:pt x="67" y="191"/>
                      </a:cubicBezTo>
                      <a:cubicBezTo>
                        <a:pt x="98" y="231"/>
                        <a:pt x="127" y="226"/>
                        <a:pt x="150" y="204"/>
                      </a:cubicBezTo>
                      <a:cubicBezTo>
                        <a:pt x="179" y="177"/>
                        <a:pt x="173" y="154"/>
                        <a:pt x="154" y="129"/>
                      </a:cubicBezTo>
                      <a:cubicBezTo>
                        <a:pt x="150" y="123"/>
                        <a:pt x="145" y="117"/>
                        <a:pt x="141" y="111"/>
                      </a:cubicBezTo>
                      <a:cubicBezTo>
                        <a:pt x="147" y="128"/>
                        <a:pt x="150" y="150"/>
                        <a:pt x="136" y="16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7" name="Google Shape;587;p3"/>
                <p:cNvSpPr/>
                <p:nvPr/>
              </p:nvSpPr>
              <p:spPr>
                <a:xfrm>
                  <a:off x="7930063" y="594288"/>
                  <a:ext cx="161925" cy="276225"/>
                </a:xfrm>
                <a:custGeom>
                  <a:rect b="b" l="l" r="r" t="t"/>
                  <a:pathLst>
                    <a:path extrusionOk="0" h="73" w="43">
                      <a:moveTo>
                        <a:pt x="35" y="31"/>
                      </a:moveTo>
                      <a:cubicBezTo>
                        <a:pt x="43" y="49"/>
                        <a:pt x="43" y="67"/>
                        <a:pt x="36" y="70"/>
                      </a:cubicBezTo>
                      <a:cubicBezTo>
                        <a:pt x="29" y="73"/>
                        <a:pt x="17" y="60"/>
                        <a:pt x="9" y="42"/>
                      </a:cubicBezTo>
                      <a:cubicBezTo>
                        <a:pt x="1" y="23"/>
                        <a:pt x="0" y="6"/>
                        <a:pt x="8" y="3"/>
                      </a:cubicBezTo>
                      <a:cubicBezTo>
                        <a:pt x="15" y="0"/>
                        <a:pt x="27" y="12"/>
                        <a:pt x="35" y="31"/>
                      </a:cubicBezTo>
                      <a:close/>
                    </a:path>
                  </a:pathLst>
                </a:custGeom>
                <a:solidFill>
                  <a:srgbClr val="F8F8F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88" name="Google Shape;588;p3"/>
              <p:cNvGrpSpPr/>
              <p:nvPr/>
            </p:nvGrpSpPr>
            <p:grpSpPr>
              <a:xfrm rot="-1586071">
                <a:off x="-68561" y="2353180"/>
                <a:ext cx="668760" cy="926580"/>
                <a:chOff x="8260675" y="2995400"/>
                <a:chExt cx="811213" cy="1123950"/>
              </a:xfrm>
            </p:grpSpPr>
            <p:sp>
              <p:nvSpPr>
                <p:cNvPr id="589" name="Google Shape;589;p3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" name="Google Shape;590;p3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1" name="Google Shape;591;p3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2" name="Google Shape;592;p3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3" name="Google Shape;593;p3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3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3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3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3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3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9" name="Google Shape;599;p3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00;p3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3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3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3" name="Google Shape;603;p3"/>
              <p:cNvGrpSpPr/>
              <p:nvPr/>
            </p:nvGrpSpPr>
            <p:grpSpPr>
              <a:xfrm flipH="1" rot="4793547">
                <a:off x="-591602" y="3521382"/>
                <a:ext cx="1352577" cy="1154136"/>
                <a:chOff x="-469100" y="3905588"/>
                <a:chExt cx="1352550" cy="1154113"/>
              </a:xfrm>
            </p:grpSpPr>
            <p:grpSp>
              <p:nvGrpSpPr>
                <p:cNvPr id="604" name="Google Shape;604;p3"/>
                <p:cNvGrpSpPr/>
                <p:nvPr/>
              </p:nvGrpSpPr>
              <p:grpSpPr>
                <a:xfrm>
                  <a:off x="-469100" y="3905588"/>
                  <a:ext cx="1352550" cy="1154113"/>
                  <a:chOff x="-469100" y="3905588"/>
                  <a:chExt cx="1352550" cy="1154113"/>
                </a:xfrm>
              </p:grpSpPr>
              <p:sp>
                <p:nvSpPr>
                  <p:cNvPr id="605" name="Google Shape;605;p3"/>
                  <p:cNvSpPr/>
                  <p:nvPr/>
                </p:nvSpPr>
                <p:spPr>
                  <a:xfrm>
                    <a:off x="-469100" y="3905588"/>
                    <a:ext cx="1352550" cy="1154113"/>
                  </a:xfrm>
                  <a:custGeom>
                    <a:rect b="b" l="l" r="r" t="t"/>
                    <a:pathLst>
                      <a:path extrusionOk="0" h="306" w="359">
                        <a:moveTo>
                          <a:pt x="197" y="261"/>
                        </a:moveTo>
                        <a:cubicBezTo>
                          <a:pt x="197" y="261"/>
                          <a:pt x="197" y="261"/>
                          <a:pt x="197" y="261"/>
                        </a:cubicBezTo>
                        <a:cubicBezTo>
                          <a:pt x="200" y="261"/>
                          <a:pt x="203" y="262"/>
                          <a:pt x="205" y="264"/>
                        </a:cubicBezTo>
                        <a:cubicBezTo>
                          <a:pt x="207" y="265"/>
                          <a:pt x="208" y="267"/>
                          <a:pt x="208" y="269"/>
                        </a:cubicBezTo>
                        <a:cubicBezTo>
                          <a:pt x="208" y="273"/>
                          <a:pt x="202" y="277"/>
                          <a:pt x="197" y="277"/>
                        </a:cubicBezTo>
                        <a:cubicBezTo>
                          <a:pt x="197" y="277"/>
                          <a:pt x="197" y="277"/>
                          <a:pt x="197" y="277"/>
                        </a:cubicBezTo>
                        <a:cubicBezTo>
                          <a:pt x="196" y="277"/>
                          <a:pt x="196" y="277"/>
                          <a:pt x="196" y="277"/>
                        </a:cubicBezTo>
                        <a:cubicBezTo>
                          <a:pt x="191" y="277"/>
                          <a:pt x="188" y="274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8"/>
                          <a:pt x="188" y="267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90" y="263"/>
                          <a:pt x="193" y="261"/>
                          <a:pt x="196" y="261"/>
                        </a:cubicBezTo>
                        <a:cubicBezTo>
                          <a:pt x="196" y="261"/>
                          <a:pt x="196" y="261"/>
                          <a:pt x="197" y="261"/>
                        </a:cubicBezTo>
                        <a:moveTo>
                          <a:pt x="308" y="170"/>
                        </a:moveTo>
                        <a:cubicBezTo>
                          <a:pt x="308" y="170"/>
                          <a:pt x="308" y="170"/>
                          <a:pt x="309" y="170"/>
                        </a:cubicBezTo>
                        <a:cubicBezTo>
                          <a:pt x="313" y="170"/>
                          <a:pt x="318" y="172"/>
                          <a:pt x="321" y="175"/>
                        </a:cubicBezTo>
                        <a:cubicBezTo>
                          <a:pt x="324" y="177"/>
                          <a:pt x="325" y="179"/>
                          <a:pt x="325" y="182"/>
                        </a:cubicBezTo>
                        <a:cubicBezTo>
                          <a:pt x="325" y="189"/>
                          <a:pt x="317" y="196"/>
                          <a:pt x="309" y="196"/>
                        </a:cubicBezTo>
                        <a:cubicBezTo>
                          <a:pt x="308" y="196"/>
                          <a:pt x="308" y="196"/>
                          <a:pt x="308" y="196"/>
                        </a:cubicBezTo>
                        <a:cubicBezTo>
                          <a:pt x="307" y="196"/>
                          <a:pt x="307" y="196"/>
                          <a:pt x="307" y="196"/>
                        </a:cubicBezTo>
                        <a:cubicBezTo>
                          <a:pt x="300" y="196"/>
                          <a:pt x="294" y="190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1"/>
                          <a:pt x="294" y="179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7" y="173"/>
                          <a:pt x="302" y="170"/>
                          <a:pt x="307" y="170"/>
                        </a:cubicBezTo>
                        <a:cubicBezTo>
                          <a:pt x="307" y="170"/>
                          <a:pt x="307" y="170"/>
                          <a:pt x="308" y="170"/>
                        </a:cubicBezTo>
                        <a:moveTo>
                          <a:pt x="41" y="150"/>
                        </a:moveTo>
                        <a:cubicBezTo>
                          <a:pt x="42" y="150"/>
                          <a:pt x="42" y="150"/>
                          <a:pt x="42" y="150"/>
                        </a:cubicBezTo>
                        <a:cubicBezTo>
                          <a:pt x="46" y="150"/>
                          <a:pt x="51" y="151"/>
                          <a:pt x="53" y="154"/>
                        </a:cubicBezTo>
                        <a:cubicBezTo>
                          <a:pt x="56" y="156"/>
                          <a:pt x="57" y="158"/>
                          <a:pt x="57" y="161"/>
                        </a:cubicBezTo>
                        <a:cubicBezTo>
                          <a:pt x="57" y="167"/>
                          <a:pt x="50" y="173"/>
                          <a:pt x="42" y="173"/>
                        </a:cubicBezTo>
                        <a:cubicBezTo>
                          <a:pt x="42" y="173"/>
                          <a:pt x="42" y="173"/>
                          <a:pt x="41" y="173"/>
                        </a:cubicBezTo>
                        <a:cubicBezTo>
                          <a:pt x="41" y="173"/>
                          <a:pt x="41" y="173"/>
                          <a:pt x="40" y="173"/>
                        </a:cubicBezTo>
                        <a:cubicBezTo>
                          <a:pt x="34" y="173"/>
                          <a:pt x="29" y="168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59"/>
                          <a:pt x="29" y="158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2" y="152"/>
                          <a:pt x="36" y="150"/>
                          <a:pt x="40" y="150"/>
                        </a:cubicBezTo>
                        <a:cubicBezTo>
                          <a:pt x="41" y="150"/>
                          <a:pt x="41" y="150"/>
                          <a:pt x="41" y="150"/>
                        </a:cubicBezTo>
                        <a:moveTo>
                          <a:pt x="285" y="133"/>
                        </a:moveTo>
                        <a:cubicBezTo>
                          <a:pt x="285" y="133"/>
                          <a:pt x="285" y="133"/>
                          <a:pt x="285" y="133"/>
                        </a:cubicBezTo>
                        <a:cubicBezTo>
                          <a:pt x="287" y="133"/>
                          <a:pt x="289" y="133"/>
                          <a:pt x="290" y="134"/>
                        </a:cubicBezTo>
                        <a:cubicBezTo>
                          <a:pt x="291" y="135"/>
                          <a:pt x="291" y="136"/>
                          <a:pt x="291" y="137"/>
                        </a:cubicBezTo>
                        <a:cubicBezTo>
                          <a:pt x="291" y="139"/>
                          <a:pt x="288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2" y="142"/>
                          <a:pt x="280" y="140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6"/>
                          <a:pt x="280" y="136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4"/>
                          <a:pt x="283" y="133"/>
                          <a:pt x="285" y="133"/>
                        </a:cubicBezTo>
                        <a:cubicBezTo>
                          <a:pt x="285" y="133"/>
                          <a:pt x="285" y="133"/>
                          <a:pt x="285" y="133"/>
                        </a:cubicBezTo>
                        <a:moveTo>
                          <a:pt x="33" y="122"/>
                        </a:moveTo>
                        <a:cubicBezTo>
                          <a:pt x="34" y="122"/>
                          <a:pt x="34" y="122"/>
                          <a:pt x="34" y="122"/>
                        </a:cubicBezTo>
                        <a:cubicBezTo>
                          <a:pt x="37" y="122"/>
                          <a:pt x="40" y="123"/>
                          <a:pt x="42" y="125"/>
                        </a:cubicBezTo>
                        <a:cubicBezTo>
                          <a:pt x="43" y="126"/>
                          <a:pt x="44" y="127"/>
                          <a:pt x="44" y="129"/>
                        </a:cubicBezTo>
                        <a:cubicBezTo>
                          <a:pt x="44" y="134"/>
                          <a:pt x="39" y="138"/>
                          <a:pt x="34" y="138"/>
                        </a:cubicBezTo>
                        <a:cubicBezTo>
                          <a:pt x="34" y="138"/>
                          <a:pt x="34" y="138"/>
                          <a:pt x="33" y="138"/>
                        </a:cubicBezTo>
                        <a:cubicBezTo>
                          <a:pt x="33" y="138"/>
                          <a:pt x="33" y="138"/>
                          <a:pt x="33" y="138"/>
                        </a:cubicBezTo>
                        <a:cubicBezTo>
                          <a:pt x="28" y="138"/>
                          <a:pt x="25" y="134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28"/>
                          <a:pt x="25" y="127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7" y="124"/>
                          <a:pt x="30" y="122"/>
                          <a:pt x="33" y="122"/>
                        </a:cubicBezTo>
                        <a:cubicBezTo>
                          <a:pt x="33" y="122"/>
                          <a:pt x="33" y="122"/>
                          <a:pt x="33" y="122"/>
                        </a:cubicBezTo>
                        <a:moveTo>
                          <a:pt x="43" y="101"/>
                        </a:moveTo>
                        <a:cubicBezTo>
                          <a:pt x="43" y="101"/>
                          <a:pt x="44" y="101"/>
                          <a:pt x="44" y="101"/>
                        </a:cubicBezTo>
                        <a:cubicBezTo>
                          <a:pt x="45" y="101"/>
                          <a:pt x="47" y="102"/>
                          <a:pt x="48" y="103"/>
                        </a:cubicBezTo>
                        <a:cubicBezTo>
                          <a:pt x="49" y="104"/>
                          <a:pt x="49" y="105"/>
                          <a:pt x="49" y="106"/>
                        </a:cubicBezTo>
                        <a:cubicBezTo>
                          <a:pt x="49" y="108"/>
                          <a:pt x="47" y="110"/>
                          <a:pt x="44" y="110"/>
                        </a:cubicBezTo>
                        <a:cubicBezTo>
                          <a:pt x="44" y="110"/>
                          <a:pt x="43" y="110"/>
                          <a:pt x="43" y="110"/>
                        </a:cubicBezTo>
                        <a:cubicBezTo>
                          <a:pt x="43" y="110"/>
                          <a:pt x="43" y="110"/>
                          <a:pt x="43" y="110"/>
                        </a:cubicBezTo>
                        <a:cubicBezTo>
                          <a:pt x="40" y="110"/>
                          <a:pt x="38" y="108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5"/>
                          <a:pt x="39" y="105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40" y="102"/>
                          <a:pt x="41" y="101"/>
                          <a:pt x="43" y="101"/>
                        </a:cubicBezTo>
                        <a:cubicBezTo>
                          <a:pt x="43" y="101"/>
                          <a:pt x="43" y="101"/>
                          <a:pt x="43" y="101"/>
                        </a:cubicBezTo>
                        <a:moveTo>
                          <a:pt x="164" y="239"/>
                        </a:moveTo>
                        <a:cubicBezTo>
                          <a:pt x="106" y="239"/>
                          <a:pt x="66" y="217"/>
                          <a:pt x="66" y="166"/>
                        </a:cubicBezTo>
                        <a:cubicBezTo>
                          <a:pt x="66" y="137"/>
                          <a:pt x="67" y="111"/>
                          <a:pt x="89" y="89"/>
                        </a:cubicBezTo>
                        <a:cubicBezTo>
                          <a:pt x="105" y="71"/>
                          <a:pt x="138" y="63"/>
                          <a:pt x="164" y="53"/>
                        </a:cubicBezTo>
                        <a:cubicBezTo>
                          <a:pt x="169" y="52"/>
                          <a:pt x="174" y="51"/>
                          <a:pt x="179" y="51"/>
                        </a:cubicBezTo>
                        <a:cubicBezTo>
                          <a:pt x="203" y="51"/>
                          <a:pt x="225" y="73"/>
                          <a:pt x="242" y="93"/>
                        </a:cubicBezTo>
                        <a:cubicBezTo>
                          <a:pt x="258" y="111"/>
                          <a:pt x="269" y="118"/>
                          <a:pt x="269" y="140"/>
                        </a:cubicBezTo>
                        <a:cubicBezTo>
                          <a:pt x="269" y="167"/>
                          <a:pt x="250" y="190"/>
                          <a:pt x="229" y="208"/>
                        </a:cubicBezTo>
                        <a:cubicBezTo>
                          <a:pt x="210" y="225"/>
                          <a:pt x="191" y="239"/>
                          <a:pt x="164" y="239"/>
                        </a:cubicBezTo>
                        <a:moveTo>
                          <a:pt x="106" y="44"/>
                        </a:moveTo>
                        <a:cubicBezTo>
                          <a:pt x="106" y="44"/>
                          <a:pt x="106" y="44"/>
                          <a:pt x="107" y="44"/>
                        </a:cubicBezTo>
                        <a:cubicBezTo>
                          <a:pt x="109" y="44"/>
                          <a:pt x="112" y="45"/>
                          <a:pt x="114" y="47"/>
                        </a:cubicBezTo>
                        <a:cubicBezTo>
                          <a:pt x="115" y="48"/>
                          <a:pt x="116" y="49"/>
                          <a:pt x="116" y="51"/>
                        </a:cubicBezTo>
                        <a:cubicBezTo>
                          <a:pt x="116" y="55"/>
                          <a:pt x="111" y="59"/>
                          <a:pt x="107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1" y="59"/>
                          <a:pt x="98" y="56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0"/>
                          <a:pt x="99" y="49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100" y="46"/>
                          <a:pt x="103" y="44"/>
                          <a:pt x="106" y="44"/>
                        </a:cubicBezTo>
                        <a:cubicBezTo>
                          <a:pt x="106" y="44"/>
                          <a:pt x="106" y="44"/>
                          <a:pt x="106" y="44"/>
                        </a:cubicBezTo>
                        <a:moveTo>
                          <a:pt x="200" y="0"/>
                        </a:moveTo>
                        <a:cubicBezTo>
                          <a:pt x="197" y="0"/>
                          <a:pt x="195" y="0"/>
                          <a:pt x="192" y="0"/>
                        </a:cubicBezTo>
                        <a:cubicBezTo>
                          <a:pt x="188" y="0"/>
                          <a:pt x="183" y="1"/>
                          <a:pt x="179" y="2"/>
                        </a:cubicBezTo>
                        <a:cubicBezTo>
                          <a:pt x="177" y="3"/>
                          <a:pt x="175" y="4"/>
                          <a:pt x="173" y="4"/>
                        </a:cubicBezTo>
                        <a:cubicBezTo>
                          <a:pt x="170" y="6"/>
                          <a:pt x="166" y="7"/>
                          <a:pt x="162" y="9"/>
                        </a:cubicBezTo>
                        <a:cubicBezTo>
                          <a:pt x="161" y="9"/>
                          <a:pt x="161" y="9"/>
                          <a:pt x="161" y="9"/>
                        </a:cubicBezTo>
                        <a:cubicBezTo>
                          <a:pt x="92" y="34"/>
                          <a:pt x="0" y="60"/>
                          <a:pt x="0" y="144"/>
                        </a:cubicBezTo>
                        <a:cubicBezTo>
                          <a:pt x="0" y="169"/>
                          <a:pt x="7" y="19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22" y="218"/>
                          <a:pt x="27" y="224"/>
                          <a:pt x="32" y="229"/>
                        </a:cubicBezTo>
                        <a:cubicBezTo>
                          <a:pt x="51" y="250"/>
                          <a:pt x="78" y="263"/>
                          <a:pt x="112" y="266"/>
                        </a:cubicBezTo>
                        <a:cubicBezTo>
                          <a:pt x="137" y="269"/>
                          <a:pt x="153" y="299"/>
                          <a:pt x="180" y="305"/>
                        </a:cubicBezTo>
                        <a:cubicBezTo>
                          <a:pt x="183" y="306"/>
                          <a:pt x="187" y="306"/>
                          <a:pt x="191" y="306"/>
                        </a:cubicBezTo>
                        <a:cubicBezTo>
                          <a:pt x="219" y="306"/>
                          <a:pt x="270" y="291"/>
                          <a:pt x="297" y="251"/>
                        </a:cubicBezTo>
                        <a:cubicBezTo>
                          <a:pt x="314" y="226"/>
                          <a:pt x="359" y="175"/>
                          <a:pt x="359" y="144"/>
                        </a:cubicBezTo>
                        <a:cubicBezTo>
                          <a:pt x="359" y="129"/>
                          <a:pt x="353" y="119"/>
                          <a:pt x="344" y="109"/>
                        </a:cubicBezTo>
                        <a:cubicBezTo>
                          <a:pt x="339" y="104"/>
                          <a:pt x="333" y="99"/>
                          <a:pt x="327" y="94"/>
                        </a:cubicBezTo>
                        <a:cubicBezTo>
                          <a:pt x="312" y="82"/>
                          <a:pt x="296" y="71"/>
                          <a:pt x="286" y="53"/>
                        </a:cubicBezTo>
                        <a:cubicBezTo>
                          <a:pt x="266" y="19"/>
                          <a:pt x="233" y="1"/>
                          <a:pt x="202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01" y="0"/>
                          <a:pt x="201" y="0"/>
                          <a:pt x="200" y="0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6" name="Google Shape;606;p3"/>
                  <p:cNvSpPr/>
                  <p:nvPr/>
                </p:nvSpPr>
                <p:spPr>
                  <a:xfrm>
                    <a:off x="-219862" y="4064338"/>
                    <a:ext cx="763588" cy="742950"/>
                  </a:xfrm>
                  <a:custGeom>
                    <a:rect b="b" l="l" r="r" t="t"/>
                    <a:pathLst>
                      <a:path extrusionOk="0" h="197" w="203">
                        <a:moveTo>
                          <a:pt x="203" y="98"/>
                        </a:moveTo>
                        <a:cubicBezTo>
                          <a:pt x="203" y="125"/>
                          <a:pt x="184" y="148"/>
                          <a:pt x="163" y="166"/>
                        </a:cubicBezTo>
                        <a:cubicBezTo>
                          <a:pt x="144" y="183"/>
                          <a:pt x="125" y="197"/>
                          <a:pt x="98" y="197"/>
                        </a:cubicBezTo>
                        <a:cubicBezTo>
                          <a:pt x="40" y="197"/>
                          <a:pt x="0" y="175"/>
                          <a:pt x="0" y="124"/>
                        </a:cubicBezTo>
                        <a:cubicBezTo>
                          <a:pt x="0" y="95"/>
                          <a:pt x="1" y="69"/>
                          <a:pt x="23" y="47"/>
                        </a:cubicBezTo>
                        <a:cubicBezTo>
                          <a:pt x="39" y="29"/>
                          <a:pt x="72" y="21"/>
                          <a:pt x="98" y="11"/>
                        </a:cubicBezTo>
                        <a:cubicBezTo>
                          <a:pt x="129" y="0"/>
                          <a:pt x="156" y="27"/>
                          <a:pt x="176" y="51"/>
                        </a:cubicBezTo>
                        <a:cubicBezTo>
                          <a:pt x="192" y="69"/>
                          <a:pt x="203" y="76"/>
                          <a:pt x="203" y="98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7" name="Google Shape;607;p3"/>
                  <p:cNvSpPr/>
                  <p:nvPr/>
                </p:nvSpPr>
                <p:spPr>
                  <a:xfrm>
                    <a:off x="-130962" y="4259600"/>
                    <a:ext cx="523875" cy="403225"/>
                  </a:xfrm>
                  <a:custGeom>
                    <a:rect b="b" l="l" r="r" t="t"/>
                    <a:pathLst>
                      <a:path extrusionOk="0" h="107" w="139">
                        <a:moveTo>
                          <a:pt x="33" y="74"/>
                        </a:moveTo>
                        <a:cubicBezTo>
                          <a:pt x="33" y="74"/>
                          <a:pt x="33" y="74"/>
                          <a:pt x="33" y="74"/>
                        </a:cubicBezTo>
                        <a:cubicBezTo>
                          <a:pt x="35" y="74"/>
                          <a:pt x="37" y="75"/>
                          <a:pt x="38" y="76"/>
                        </a:cubicBezTo>
                        <a:cubicBezTo>
                          <a:pt x="39" y="77"/>
                          <a:pt x="39" y="78"/>
                          <a:pt x="39" y="79"/>
                        </a:cubicBezTo>
                        <a:cubicBezTo>
                          <a:pt x="39" y="82"/>
                          <a:pt x="36" y="84"/>
                          <a:pt x="33" y="84"/>
                        </a:cubicBezTo>
                        <a:cubicBezTo>
                          <a:pt x="33" y="84"/>
                          <a:pt x="33" y="84"/>
                          <a:pt x="33" y="84"/>
                        </a:cubicBezTo>
                        <a:cubicBezTo>
                          <a:pt x="33" y="84"/>
                          <a:pt x="32" y="84"/>
                          <a:pt x="32" y="84"/>
                        </a:cubicBezTo>
                        <a:cubicBezTo>
                          <a:pt x="30" y="84"/>
                          <a:pt x="27" y="82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8"/>
                          <a:pt x="27" y="78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9" y="75"/>
                          <a:pt x="30" y="74"/>
                          <a:pt x="32" y="74"/>
                        </a:cubicBezTo>
                        <a:cubicBezTo>
                          <a:pt x="32" y="74"/>
                          <a:pt x="33" y="74"/>
                          <a:pt x="33" y="74"/>
                        </a:cubicBezTo>
                        <a:moveTo>
                          <a:pt x="79" y="87"/>
                        </a:moveTo>
                        <a:cubicBezTo>
                          <a:pt x="56" y="87"/>
                          <a:pt x="30" y="80"/>
                          <a:pt x="30" y="55"/>
                        </a:cubicBezTo>
                        <a:cubicBezTo>
                          <a:pt x="30" y="30"/>
                          <a:pt x="60" y="11"/>
                          <a:pt x="83" y="11"/>
                        </a:cubicBezTo>
                        <a:cubicBezTo>
                          <a:pt x="105" y="11"/>
                          <a:pt x="126" y="15"/>
                          <a:pt x="126" y="40"/>
                        </a:cubicBezTo>
                        <a:cubicBezTo>
                          <a:pt x="126" y="65"/>
                          <a:pt x="101" y="87"/>
                          <a:pt x="79" y="87"/>
                        </a:cubicBezTo>
                        <a:moveTo>
                          <a:pt x="76" y="0"/>
                        </a:moveTo>
                        <a:cubicBezTo>
                          <a:pt x="44" y="0"/>
                          <a:pt x="0" y="27"/>
                          <a:pt x="0" y="62"/>
                        </a:cubicBezTo>
                        <a:cubicBezTo>
                          <a:pt x="0" y="98"/>
                          <a:pt x="38" y="107"/>
                          <a:pt x="70" y="107"/>
                        </a:cubicBezTo>
                        <a:cubicBezTo>
                          <a:pt x="102" y="107"/>
                          <a:pt x="139" y="76"/>
                          <a:pt x="139" y="41"/>
                        </a:cubicBezTo>
                        <a:cubicBezTo>
                          <a:pt x="139" y="5"/>
                          <a:pt x="108" y="0"/>
                          <a:pt x="76" y="0"/>
                        </a:cubicBezTo>
                      </a:path>
                    </a:pathLst>
                  </a:custGeom>
                  <a:solidFill>
                    <a:schemeClr val="accent3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8" name="Google Shape;608;p3"/>
                  <p:cNvSpPr/>
                  <p:nvPr/>
                </p:nvSpPr>
                <p:spPr>
                  <a:xfrm>
                    <a:off x="-16662" y="4300875"/>
                    <a:ext cx="361950" cy="287338"/>
                  </a:xfrm>
                  <a:custGeom>
                    <a:rect b="b" l="l" r="r" t="t"/>
                    <a:pathLst>
                      <a:path extrusionOk="0" h="76" w="96">
                        <a:moveTo>
                          <a:pt x="74" y="31"/>
                        </a:moveTo>
                        <a:cubicBezTo>
                          <a:pt x="74" y="31"/>
                          <a:pt x="74" y="31"/>
                          <a:pt x="75" y="31"/>
                        </a:cubicBezTo>
                        <a:cubicBezTo>
                          <a:pt x="79" y="31"/>
                          <a:pt x="84" y="33"/>
                          <a:pt x="87" y="36"/>
                        </a:cubicBezTo>
                        <a:cubicBezTo>
                          <a:pt x="89" y="38"/>
                          <a:pt x="91" y="40"/>
                          <a:pt x="91" y="43"/>
                        </a:cubicBezTo>
                        <a:cubicBezTo>
                          <a:pt x="91" y="51"/>
                          <a:pt x="83" y="57"/>
                          <a:pt x="75" y="57"/>
                        </a:cubicBezTo>
                        <a:cubicBezTo>
                          <a:pt x="74" y="57"/>
                          <a:pt x="74" y="57"/>
                          <a:pt x="73" y="57"/>
                        </a:cubicBezTo>
                        <a:cubicBezTo>
                          <a:pt x="73" y="57"/>
                          <a:pt x="73" y="57"/>
                          <a:pt x="73" y="57"/>
                        </a:cubicBezTo>
                        <a:cubicBezTo>
                          <a:pt x="65" y="57"/>
                          <a:pt x="60" y="51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2"/>
                          <a:pt x="60" y="40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3" y="34"/>
                          <a:pt x="68" y="31"/>
                          <a:pt x="73" y="31"/>
                        </a:cubicBezTo>
                        <a:cubicBezTo>
                          <a:pt x="73" y="31"/>
                          <a:pt x="73" y="31"/>
                          <a:pt x="74" y="31"/>
                        </a:cubicBezTo>
                        <a:moveTo>
                          <a:pt x="25" y="24"/>
                        </a:moveTo>
                        <a:cubicBezTo>
                          <a:pt x="25" y="24"/>
                          <a:pt x="25" y="24"/>
                          <a:pt x="26" y="24"/>
                        </a:cubicBezTo>
                        <a:cubicBezTo>
                          <a:pt x="29" y="24"/>
                          <a:pt x="32" y="25"/>
                          <a:pt x="34" y="27"/>
                        </a:cubicBezTo>
                        <a:cubicBezTo>
                          <a:pt x="35" y="29"/>
                          <a:pt x="36" y="30"/>
                          <a:pt x="36" y="32"/>
                        </a:cubicBezTo>
                        <a:cubicBezTo>
                          <a:pt x="36" y="37"/>
                          <a:pt x="31" y="41"/>
                          <a:pt x="26" y="41"/>
                        </a:cubicBezTo>
                        <a:cubicBezTo>
                          <a:pt x="25" y="41"/>
                          <a:pt x="25" y="41"/>
                          <a:pt x="25" y="41"/>
                        </a:cubicBezTo>
                        <a:cubicBezTo>
                          <a:pt x="25" y="41"/>
                          <a:pt x="25" y="41"/>
                          <a:pt x="24" y="41"/>
                        </a:cubicBezTo>
                        <a:cubicBezTo>
                          <a:pt x="20" y="41"/>
                          <a:pt x="16" y="37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1"/>
                          <a:pt x="17" y="30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8" y="26"/>
                          <a:pt x="21" y="24"/>
                          <a:pt x="24" y="24"/>
                        </a:cubicBezTo>
                        <a:cubicBezTo>
                          <a:pt x="25" y="24"/>
                          <a:pt x="25" y="24"/>
                          <a:pt x="25" y="24"/>
                        </a:cubicBezTo>
                        <a:moveTo>
                          <a:pt x="53" y="0"/>
                        </a:moveTo>
                        <a:cubicBezTo>
                          <a:pt x="30" y="0"/>
                          <a:pt x="0" y="19"/>
                          <a:pt x="0" y="44"/>
                        </a:cubicBezTo>
                        <a:cubicBezTo>
                          <a:pt x="0" y="69"/>
                          <a:pt x="26" y="76"/>
                          <a:pt x="49" y="76"/>
                        </a:cubicBezTo>
                        <a:cubicBezTo>
                          <a:pt x="71" y="76"/>
                          <a:pt x="96" y="54"/>
                          <a:pt x="96" y="29"/>
                        </a:cubicBezTo>
                        <a:cubicBezTo>
                          <a:pt x="96" y="4"/>
                          <a:pt x="75" y="0"/>
                          <a:pt x="53" y="0"/>
                        </a:cubicBezTo>
                      </a:path>
                    </a:pathLst>
                  </a:custGeom>
                  <a:solidFill>
                    <a:srgbClr val="191919">
                      <a:alpha val="25000"/>
                    </a:srgbClr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09" name="Google Shape;609;p3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3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rgbClr val="191919">
                    <a:alpha val="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3"/>
                <p:cNvSpPr/>
                <p:nvPr/>
              </p:nvSpPr>
              <p:spPr>
                <a:xfrm>
                  <a:off x="638975" y="4546938"/>
                  <a:ext cx="115888" cy="96838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4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19"/>
                        <a:pt x="31" y="12"/>
                      </a:cubicBezTo>
                      <a:cubicBezTo>
                        <a:pt x="31" y="9"/>
                        <a:pt x="30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3"/>
                <p:cNvSpPr/>
                <p:nvPr/>
              </p:nvSpPr>
              <p:spPr>
                <a:xfrm>
                  <a:off x="638975" y="4546938"/>
                  <a:ext cx="101600" cy="96838"/>
                </a:xfrm>
                <a:custGeom>
                  <a:rect b="b" l="l" r="r" t="t"/>
                  <a:pathLst>
                    <a:path extrusionOk="0" h="26" w="27">
                      <a:moveTo>
                        <a:pt x="27" y="12"/>
                      </a:moveTo>
                      <a:cubicBezTo>
                        <a:pt x="27" y="19"/>
                        <a:pt x="20" y="26"/>
                        <a:pt x="13" y="26"/>
                      </a:cubicBezTo>
                      <a:cubicBezTo>
                        <a:pt x="6" y="26"/>
                        <a:pt x="0" y="20"/>
                        <a:pt x="0" y="13"/>
                      </a:cubicBezTo>
                      <a:cubicBezTo>
                        <a:pt x="0" y="11"/>
                        <a:pt x="0" y="9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3" y="3"/>
                        <a:pt x="8" y="0"/>
                        <a:pt x="13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3"/>
                <p:cNvSpPr/>
                <p:nvPr/>
              </p:nvSpPr>
              <p:spPr>
                <a:xfrm>
                  <a:off x="642150" y="4546938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23" y="8"/>
                      </a:moveTo>
                      <a:cubicBezTo>
                        <a:pt x="23" y="14"/>
                        <a:pt x="17" y="19"/>
                        <a:pt x="11" y="19"/>
                      </a:cubicBezTo>
                      <a:cubicBezTo>
                        <a:pt x="5" y="19"/>
                        <a:pt x="0" y="14"/>
                        <a:pt x="0" y="8"/>
                      </a:cubicBezTo>
                      <a:cubicBezTo>
                        <a:pt x="0" y="8"/>
                        <a:pt x="0" y="8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3"/>
                        <a:pt x="7" y="0"/>
                        <a:pt x="12" y="0"/>
                      </a:cubicBezTo>
                      <a:cubicBezTo>
                        <a:pt x="16" y="0"/>
                        <a:pt x="20" y="2"/>
                        <a:pt x="23" y="5"/>
                      </a:cubicBezTo>
                      <a:cubicBezTo>
                        <a:pt x="23" y="6"/>
                        <a:pt x="23" y="7"/>
                        <a:pt x="23" y="8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14;p3"/>
                <p:cNvSpPr/>
                <p:nvPr/>
              </p:nvSpPr>
              <p:spPr>
                <a:xfrm>
                  <a:off x="664375" y="4572338"/>
                  <a:ext cx="348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5" name="Google Shape;615;p3"/>
                <p:cNvSpPr/>
                <p:nvPr/>
              </p:nvSpPr>
              <p:spPr>
                <a:xfrm>
                  <a:off x="604050" y="440723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0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2"/>
                        <a:pt x="5" y="3"/>
                        <a:pt x="5" y="4"/>
                      </a:cubicBezTo>
                      <a:cubicBezTo>
                        <a:pt x="5" y="6"/>
                        <a:pt x="2" y="8"/>
                        <a:pt x="0" y="9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3" y="9"/>
                        <a:pt x="6" y="6"/>
                        <a:pt x="6" y="4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3"/>
                <p:cNvSpPr/>
                <p:nvPr/>
              </p:nvSpPr>
              <p:spPr>
                <a:xfrm>
                  <a:off x="585000" y="440723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4"/>
                      </a:moveTo>
                      <a:cubicBezTo>
                        <a:pt x="10" y="6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4"/>
                      </a:cubicBezTo>
                      <a:cubicBezTo>
                        <a:pt x="0" y="3"/>
                        <a:pt x="0" y="3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3" y="0"/>
                        <a:pt x="5" y="0"/>
                      </a:cubicBezTo>
                      <a:cubicBezTo>
                        <a:pt x="6" y="0"/>
                        <a:pt x="8" y="0"/>
                        <a:pt x="8" y="1"/>
                      </a:cubicBezTo>
                      <a:cubicBezTo>
                        <a:pt x="9" y="2"/>
                        <a:pt x="10" y="3"/>
                        <a:pt x="10" y="4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3"/>
                <p:cNvSpPr/>
                <p:nvPr/>
              </p:nvSpPr>
              <p:spPr>
                <a:xfrm>
                  <a:off x="589763" y="4407238"/>
                  <a:ext cx="30163" cy="22225"/>
                </a:xfrm>
                <a:custGeom>
                  <a:rect b="b" l="l" r="r" t="t"/>
                  <a:pathLst>
                    <a:path extrusionOk="0" h="6" w="8">
                      <a:moveTo>
                        <a:pt x="8" y="2"/>
                      </a:moveTo>
                      <a:cubicBezTo>
                        <a:pt x="8" y="4"/>
                        <a:pt x="6" y="6"/>
                        <a:pt x="3" y="6"/>
                      </a:cubicBezTo>
                      <a:cubicBezTo>
                        <a:pt x="1" y="6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5" y="0"/>
                        <a:pt x="7" y="0"/>
                        <a:pt x="7" y="1"/>
                      </a:cubicBezTo>
                      <a:cubicBezTo>
                        <a:pt x="8" y="2"/>
                        <a:pt x="8" y="2"/>
                        <a:pt x="8" y="2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3"/>
                <p:cNvSpPr/>
                <p:nvPr/>
              </p:nvSpPr>
              <p:spPr>
                <a:xfrm>
                  <a:off x="597700" y="4415175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" name="Google Shape;619;p3"/>
                <p:cNvSpPr/>
                <p:nvPr/>
              </p:nvSpPr>
              <p:spPr>
                <a:xfrm>
                  <a:off x="272263" y="4889838"/>
                  <a:ext cx="42862" cy="60325"/>
                </a:xfrm>
                <a:custGeom>
                  <a:rect b="b" l="l" r="r" t="t"/>
                  <a:pathLst>
                    <a:path extrusionOk="0" h="16" w="1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5" y="16"/>
                        <a:pt x="11" y="12"/>
                        <a:pt x="11" y="8"/>
                      </a:cubicBezTo>
                      <a:cubicBezTo>
                        <a:pt x="11" y="6"/>
                        <a:pt x="10" y="4"/>
                        <a:pt x="8" y="3"/>
                      </a:cubicBezTo>
                      <a:cubicBezTo>
                        <a:pt x="6" y="1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" name="Google Shape;620;p3"/>
                <p:cNvSpPr/>
                <p:nvPr/>
              </p:nvSpPr>
              <p:spPr>
                <a:xfrm>
                  <a:off x="238925" y="4889838"/>
                  <a:ext cx="63500" cy="60325"/>
                </a:xfrm>
                <a:custGeom>
                  <a:rect b="b" l="l" r="r" t="t"/>
                  <a:pathLst>
                    <a:path extrusionOk="0" h="16" w="17">
                      <a:moveTo>
                        <a:pt x="17" y="8"/>
                      </a:moveTo>
                      <a:cubicBezTo>
                        <a:pt x="17" y="12"/>
                        <a:pt x="12" y="16"/>
                        <a:pt x="8" y="16"/>
                      </a:cubicBezTo>
                      <a:cubicBezTo>
                        <a:pt x="3" y="16"/>
                        <a:pt x="0" y="13"/>
                        <a:pt x="0" y="8"/>
                      </a:cubicBezTo>
                      <a:cubicBezTo>
                        <a:pt x="0" y="7"/>
                        <a:pt x="0" y="6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1" y="0"/>
                        <a:pt x="13" y="1"/>
                        <a:pt x="15" y="3"/>
                      </a:cubicBezTo>
                      <a:cubicBezTo>
                        <a:pt x="16" y="4"/>
                        <a:pt x="17" y="6"/>
                        <a:pt x="17" y="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21;p3"/>
                <p:cNvSpPr/>
                <p:nvPr/>
              </p:nvSpPr>
              <p:spPr>
                <a:xfrm>
                  <a:off x="242100" y="4889838"/>
                  <a:ext cx="53975" cy="44450"/>
                </a:xfrm>
                <a:custGeom>
                  <a:rect b="b" l="l" r="r" t="t"/>
                  <a:pathLst>
                    <a:path extrusionOk="0" h="12" w="14">
                      <a:moveTo>
                        <a:pt x="14" y="5"/>
                      </a:moveTo>
                      <a:cubicBezTo>
                        <a:pt x="14" y="9"/>
                        <a:pt x="10" y="12"/>
                        <a:pt x="7" y="12"/>
                      </a:cubicBezTo>
                      <a:cubicBezTo>
                        <a:pt x="3" y="12"/>
                        <a:pt x="0" y="9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4" y="4"/>
                        <a:pt x="14" y="4"/>
                        <a:pt x="14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22;p3"/>
                <p:cNvSpPr/>
                <p:nvPr/>
              </p:nvSpPr>
              <p:spPr>
                <a:xfrm>
                  <a:off x="254800" y="4904125"/>
                  <a:ext cx="22200" cy="237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23;p3"/>
                <p:cNvSpPr/>
                <p:nvPr/>
              </p:nvSpPr>
              <p:spPr>
                <a:xfrm>
                  <a:off x="-315112" y="4470738"/>
                  <a:ext cx="60325" cy="87312"/>
                </a:xfrm>
                <a:custGeom>
                  <a:rect b="b" l="l" r="r" t="t"/>
                  <a:pathLst>
                    <a:path extrusionOk="0" h="23" w="16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4" y="0"/>
                        <a:pt x="7" y="1"/>
                        <a:pt x="9" y="4"/>
                      </a:cubicBezTo>
                      <a:cubicBezTo>
                        <a:pt x="9" y="4"/>
                        <a:pt x="9" y="4"/>
                        <a:pt x="9" y="4"/>
                      </a:cubicBezTo>
                      <a:cubicBezTo>
                        <a:pt x="11" y="6"/>
                        <a:pt x="12" y="8"/>
                        <a:pt x="12" y="11"/>
                      </a:cubicBezTo>
                      <a:cubicBezTo>
                        <a:pt x="12" y="17"/>
                        <a:pt x="6" y="22"/>
                        <a:pt x="0" y="23"/>
                      </a:cubicBezTo>
                      <a:cubicBezTo>
                        <a:pt x="1" y="23"/>
                        <a:pt x="1" y="23"/>
                        <a:pt x="1" y="23"/>
                      </a:cubicBezTo>
                      <a:cubicBezTo>
                        <a:pt x="9" y="23"/>
                        <a:pt x="16" y="17"/>
                        <a:pt x="16" y="11"/>
                      </a:cubicBezTo>
                      <a:cubicBezTo>
                        <a:pt x="16" y="8"/>
                        <a:pt x="15" y="6"/>
                        <a:pt x="12" y="4"/>
                      </a:cubicBezTo>
                      <a:cubicBezTo>
                        <a:pt x="10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3"/>
                <p:cNvSpPr/>
                <p:nvPr/>
              </p:nvSpPr>
              <p:spPr>
                <a:xfrm>
                  <a:off x="-359562" y="4470738"/>
                  <a:ext cx="90488" cy="87312"/>
                </a:xfrm>
                <a:custGeom>
                  <a:rect b="b" l="l" r="r" t="t"/>
                  <a:pathLst>
                    <a:path extrusionOk="0" h="23" w="24">
                      <a:moveTo>
                        <a:pt x="24" y="11"/>
                      </a:moveTo>
                      <a:cubicBezTo>
                        <a:pt x="24" y="17"/>
                        <a:pt x="18" y="23"/>
                        <a:pt x="11" y="23"/>
                      </a:cubicBezTo>
                      <a:cubicBezTo>
                        <a:pt x="5" y="23"/>
                        <a:pt x="0" y="18"/>
                        <a:pt x="0" y="11"/>
                      </a:cubicBezTo>
                      <a:cubicBezTo>
                        <a:pt x="0" y="9"/>
                        <a:pt x="0" y="8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3" y="2"/>
                        <a:pt x="7" y="0"/>
                        <a:pt x="11" y="0"/>
                      </a:cubicBezTo>
                      <a:cubicBezTo>
                        <a:pt x="15" y="0"/>
                        <a:pt x="19" y="1"/>
                        <a:pt x="21" y="4"/>
                      </a:cubicBezTo>
                      <a:cubicBezTo>
                        <a:pt x="23" y="6"/>
                        <a:pt x="24" y="8"/>
                        <a:pt x="24" y="1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5" name="Google Shape;625;p3"/>
                <p:cNvSpPr/>
                <p:nvPr/>
              </p:nvSpPr>
              <p:spPr>
                <a:xfrm>
                  <a:off x="-356387" y="4470738"/>
                  <a:ext cx="79375" cy="65088"/>
                </a:xfrm>
                <a:custGeom>
                  <a:rect b="b" l="l" r="r" t="t"/>
                  <a:pathLst>
                    <a:path extrusionOk="0" h="17" w="21">
                      <a:moveTo>
                        <a:pt x="21" y="7"/>
                      </a:moveTo>
                      <a:cubicBezTo>
                        <a:pt x="21" y="12"/>
                        <a:pt x="15" y="17"/>
                        <a:pt x="10" y="17"/>
                      </a:cubicBezTo>
                      <a:cubicBezTo>
                        <a:pt x="5" y="17"/>
                        <a:pt x="0" y="12"/>
                        <a:pt x="0" y="7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2" y="2"/>
                        <a:pt x="6" y="0"/>
                        <a:pt x="10" y="0"/>
                      </a:cubicBezTo>
                      <a:cubicBezTo>
                        <a:pt x="14" y="0"/>
                        <a:pt x="18" y="1"/>
                        <a:pt x="20" y="4"/>
                      </a:cubicBezTo>
                      <a:cubicBezTo>
                        <a:pt x="21" y="5"/>
                        <a:pt x="21" y="6"/>
                        <a:pt x="21" y="7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3"/>
                <p:cNvSpPr/>
                <p:nvPr/>
              </p:nvSpPr>
              <p:spPr>
                <a:xfrm>
                  <a:off x="-337337" y="4492963"/>
                  <a:ext cx="33300" cy="270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3"/>
                <p:cNvSpPr/>
                <p:nvPr/>
              </p:nvSpPr>
              <p:spPr>
                <a:xfrm>
                  <a:off x="-345275" y="4365963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6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5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28;p3"/>
                <p:cNvSpPr/>
                <p:nvPr/>
              </p:nvSpPr>
              <p:spPr>
                <a:xfrm>
                  <a:off x="-375437" y="4365963"/>
                  <a:ext cx="60325" cy="60325"/>
                </a:xfrm>
                <a:custGeom>
                  <a:rect b="b" l="l" r="r" t="t"/>
                  <a:pathLst>
                    <a:path extrusionOk="0" h="16" w="16">
                      <a:moveTo>
                        <a:pt x="16" y="7"/>
                      </a:moveTo>
                      <a:cubicBezTo>
                        <a:pt x="16" y="12"/>
                        <a:pt x="12" y="16"/>
                        <a:pt x="8" y="16"/>
                      </a:cubicBezTo>
                      <a:cubicBezTo>
                        <a:pt x="3" y="16"/>
                        <a:pt x="0" y="12"/>
                        <a:pt x="0" y="8"/>
                      </a:cubicBezTo>
                      <a:cubicBezTo>
                        <a:pt x="0" y="6"/>
                        <a:pt x="0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3" y="1"/>
                        <a:pt x="14" y="3"/>
                      </a:cubicBezTo>
                      <a:cubicBezTo>
                        <a:pt x="16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3"/>
                <p:cNvSpPr/>
                <p:nvPr/>
              </p:nvSpPr>
              <p:spPr>
                <a:xfrm>
                  <a:off x="-370675" y="4365963"/>
                  <a:ext cx="52388" cy="41275"/>
                </a:xfrm>
                <a:custGeom>
                  <a:rect b="b" l="l" r="r" t="t"/>
                  <a:pathLst>
                    <a:path extrusionOk="0" h="11" w="14">
                      <a:moveTo>
                        <a:pt x="14" y="4"/>
                      </a:moveTo>
                      <a:cubicBezTo>
                        <a:pt x="14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2" y="1"/>
                        <a:pt x="13" y="3"/>
                      </a:cubicBezTo>
                      <a:cubicBezTo>
                        <a:pt x="14" y="3"/>
                        <a:pt x="14" y="4"/>
                        <a:pt x="14" y="4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3"/>
                <p:cNvSpPr/>
                <p:nvPr/>
              </p:nvSpPr>
              <p:spPr>
                <a:xfrm>
                  <a:off x="-307175" y="428658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1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7"/>
                        <a:pt x="3" y="9"/>
                        <a:pt x="0" y="9"/>
                      </a:cubicBezTo>
                      <a:cubicBezTo>
                        <a:pt x="0" y="9"/>
                        <a:pt x="1" y="9"/>
                        <a:pt x="1" y="9"/>
                      </a:cubicBezTo>
                      <a:cubicBezTo>
                        <a:pt x="4" y="9"/>
                        <a:pt x="6" y="7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31;p3"/>
                <p:cNvSpPr/>
                <p:nvPr/>
              </p:nvSpPr>
              <p:spPr>
                <a:xfrm>
                  <a:off x="-326225" y="428658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5"/>
                      </a:moveTo>
                      <a:cubicBezTo>
                        <a:pt x="10" y="7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5"/>
                      </a:cubicBezTo>
                      <a:cubicBezTo>
                        <a:pt x="0" y="4"/>
                        <a:pt x="1" y="4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1"/>
                        <a:pt x="3" y="0"/>
                        <a:pt x="5" y="0"/>
                      </a:cubicBezTo>
                      <a:cubicBezTo>
                        <a:pt x="6" y="0"/>
                        <a:pt x="8" y="1"/>
                        <a:pt x="9" y="2"/>
                      </a:cubicBezTo>
                      <a:cubicBezTo>
                        <a:pt x="9" y="3"/>
                        <a:pt x="10" y="4"/>
                        <a:pt x="10" y="5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32;p3"/>
                <p:cNvSpPr/>
                <p:nvPr/>
              </p:nvSpPr>
              <p:spPr>
                <a:xfrm>
                  <a:off x="-323050" y="4286588"/>
                  <a:ext cx="30163" cy="25400"/>
                </a:xfrm>
                <a:custGeom>
                  <a:rect b="b" l="l" r="r" t="t"/>
                  <a:pathLst>
                    <a:path extrusionOk="0" h="7" w="8">
                      <a:moveTo>
                        <a:pt x="8" y="3"/>
                      </a:moveTo>
                      <a:cubicBezTo>
                        <a:pt x="8" y="5"/>
                        <a:pt x="6" y="7"/>
                        <a:pt x="4" y="7"/>
                      </a:cubicBezTo>
                      <a:cubicBezTo>
                        <a:pt x="2" y="7"/>
                        <a:pt x="0" y="5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5" y="0"/>
                        <a:pt x="7" y="1"/>
                        <a:pt x="8" y="2"/>
                      </a:cubicBezTo>
                      <a:cubicBezTo>
                        <a:pt x="8" y="2"/>
                        <a:pt x="8" y="3"/>
                        <a:pt x="8" y="3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33;p3"/>
                <p:cNvSpPr/>
                <p:nvPr/>
              </p:nvSpPr>
              <p:spPr>
                <a:xfrm>
                  <a:off x="-315112" y="4297700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34;p3"/>
                <p:cNvSpPr/>
                <p:nvPr/>
              </p:nvSpPr>
              <p:spPr>
                <a:xfrm>
                  <a:off x="-70637" y="4070688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5"/>
                      </a:cubicBezTo>
                      <a:cubicBezTo>
                        <a:pt x="0" y="15"/>
                        <a:pt x="0" y="15"/>
                        <a:pt x="1" y="15"/>
                      </a:cubicBezTo>
                      <a:cubicBezTo>
                        <a:pt x="5" y="15"/>
                        <a:pt x="10" y="11"/>
                        <a:pt x="10" y="7"/>
                      </a:cubicBezTo>
                      <a:cubicBezTo>
                        <a:pt x="10" y="5"/>
                        <a:pt x="9" y="4"/>
                        <a:pt x="8" y="3"/>
                      </a:cubicBezTo>
                      <a:cubicBezTo>
                        <a:pt x="6" y="1"/>
                        <a:pt x="3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35;p3"/>
                <p:cNvSpPr/>
                <p:nvPr/>
              </p:nvSpPr>
              <p:spPr>
                <a:xfrm>
                  <a:off x="-100800" y="4070688"/>
                  <a:ext cx="60325" cy="57150"/>
                </a:xfrm>
                <a:custGeom>
                  <a:rect b="b" l="l" r="r" t="t"/>
                  <a:pathLst>
                    <a:path extrusionOk="0" h="15" w="16">
                      <a:moveTo>
                        <a:pt x="16" y="7"/>
                      </a:moveTo>
                      <a:cubicBezTo>
                        <a:pt x="16" y="11"/>
                        <a:pt x="12" y="15"/>
                        <a:pt x="8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ubicBezTo>
                        <a:pt x="0" y="6"/>
                        <a:pt x="1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5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36;p3"/>
                <p:cNvSpPr/>
                <p:nvPr/>
              </p:nvSpPr>
              <p:spPr>
                <a:xfrm>
                  <a:off x="-96037" y="4070688"/>
                  <a:ext cx="49213" cy="42862"/>
                </a:xfrm>
                <a:custGeom>
                  <a:rect b="b" l="l" r="r" t="t"/>
                  <a:pathLst>
                    <a:path extrusionOk="0" h="11" w="13">
                      <a:moveTo>
                        <a:pt x="13" y="5"/>
                      </a:moveTo>
                      <a:cubicBezTo>
                        <a:pt x="13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1" y="1"/>
                        <a:pt x="13" y="3"/>
                      </a:cubicBezTo>
                      <a:cubicBezTo>
                        <a:pt x="13" y="3"/>
                        <a:pt x="13" y="4"/>
                        <a:pt x="13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37;p3"/>
                <p:cNvSpPr/>
                <p:nvPr/>
              </p:nvSpPr>
              <p:spPr>
                <a:xfrm>
                  <a:off x="-84925" y="4086563"/>
                  <a:ext cx="19200" cy="192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38;p3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39;p3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3"/>
                <p:cNvSpPr/>
                <p:nvPr/>
              </p:nvSpPr>
              <p:spPr>
                <a:xfrm>
                  <a:off x="208763" y="4418350"/>
                  <a:ext cx="117475" cy="98425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3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20"/>
                        <a:pt x="31" y="12"/>
                      </a:cubicBezTo>
                      <a:cubicBezTo>
                        <a:pt x="31" y="9"/>
                        <a:pt x="29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41;p3"/>
                <p:cNvSpPr/>
                <p:nvPr/>
              </p:nvSpPr>
              <p:spPr>
                <a:xfrm>
                  <a:off x="208763" y="4445338"/>
                  <a:ext cx="49213" cy="71437"/>
                </a:xfrm>
                <a:custGeom>
                  <a:rect b="b" l="l" r="r" t="t"/>
                  <a:pathLst>
                    <a:path extrusionOk="0" h="19" w="13">
                      <a:moveTo>
                        <a:pt x="0" y="6"/>
                      </a:moveTo>
                      <a:cubicBezTo>
                        <a:pt x="0" y="13"/>
                        <a:pt x="5" y="19"/>
                        <a:pt x="13" y="19"/>
                      </a:cubicBezTo>
                      <a:cubicBezTo>
                        <a:pt x="13" y="19"/>
                        <a:pt x="13" y="19"/>
                        <a:pt x="13" y="19"/>
                      </a:cubicBezTo>
                      <a:cubicBezTo>
                        <a:pt x="6" y="18"/>
                        <a:pt x="0" y="13"/>
                        <a:pt x="0" y="6"/>
                      </a:cubicBezTo>
                      <a:moveTo>
                        <a:pt x="1" y="0"/>
                      </a:moveTo>
                      <a:cubicBezTo>
                        <a:pt x="0" y="2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4"/>
                        <a:pt x="0" y="2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42;p3"/>
                <p:cNvSpPr/>
                <p:nvPr/>
              </p:nvSpPr>
              <p:spPr>
                <a:xfrm>
                  <a:off x="208763" y="4437400"/>
                  <a:ext cx="101600" cy="79375"/>
                </a:xfrm>
                <a:custGeom>
                  <a:rect b="b" l="l" r="r" t="t"/>
                  <a:pathLst>
                    <a:path extrusionOk="0" h="21" w="27">
                      <a:moveTo>
                        <a:pt x="24" y="0"/>
                      </a:moveTo>
                      <a:cubicBezTo>
                        <a:pt x="24" y="1"/>
                        <a:pt x="24" y="2"/>
                        <a:pt x="24" y="3"/>
                      </a:cubicBezTo>
                      <a:cubicBezTo>
                        <a:pt x="24" y="9"/>
                        <a:pt x="18" y="14"/>
                        <a:pt x="12" y="14"/>
                      </a:cubicBezTo>
                      <a:cubicBezTo>
                        <a:pt x="6" y="14"/>
                        <a:pt x="1" y="9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4"/>
                        <a:pt x="0" y="6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5"/>
                        <a:pt x="6" y="20"/>
                        <a:pt x="13" y="21"/>
                      </a:cubicBezTo>
                      <a:cubicBezTo>
                        <a:pt x="20" y="20"/>
                        <a:pt x="27" y="14"/>
                        <a:pt x="27" y="7"/>
                      </a:cubicBezTo>
                      <a:cubicBezTo>
                        <a:pt x="27" y="4"/>
                        <a:pt x="26" y="2"/>
                        <a:pt x="24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3"/>
                <p:cNvSpPr/>
                <p:nvPr/>
              </p:nvSpPr>
              <p:spPr>
                <a:xfrm>
                  <a:off x="211938" y="4418350"/>
                  <a:ext cx="49213" cy="30163"/>
                </a:xfrm>
                <a:custGeom>
                  <a:rect b="b" l="l" r="r" t="t"/>
                  <a:pathLst>
                    <a:path extrusionOk="0" h="8" w="13">
                      <a:moveTo>
                        <a:pt x="12" y="0"/>
                      </a:moveTo>
                      <a:cubicBezTo>
                        <a:pt x="7" y="0"/>
                        <a:pt x="2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3" y="3"/>
                        <a:pt x="7" y="1"/>
                        <a:pt x="13" y="0"/>
                      </a:cubicBezTo>
                      <a:cubicBezTo>
                        <a:pt x="12" y="0"/>
                        <a:pt x="12" y="0"/>
                        <a:pt x="12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44;p3"/>
                <p:cNvSpPr/>
                <p:nvPr/>
              </p:nvSpPr>
              <p:spPr>
                <a:xfrm>
                  <a:off x="211938" y="4418350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10" y="15"/>
                      </a:moveTo>
                      <a:cubicBezTo>
                        <a:pt x="8" y="15"/>
                        <a:pt x="5" y="13"/>
                        <a:pt x="5" y="11"/>
                      </a:cubicBezTo>
                      <a:cubicBezTo>
                        <a:pt x="5" y="9"/>
                        <a:pt x="8" y="7"/>
                        <a:pt x="10" y="7"/>
                      </a:cubicBezTo>
                      <a:cubicBezTo>
                        <a:pt x="13" y="7"/>
                        <a:pt x="15" y="9"/>
                        <a:pt x="15" y="11"/>
                      </a:cubicBezTo>
                      <a:cubicBezTo>
                        <a:pt x="15" y="13"/>
                        <a:pt x="13" y="15"/>
                        <a:pt x="10" y="15"/>
                      </a:cubicBezTo>
                      <a:moveTo>
                        <a:pt x="13" y="0"/>
                      </a:moveTo>
                      <a:cubicBezTo>
                        <a:pt x="7" y="1"/>
                        <a:pt x="3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4"/>
                        <a:pt x="5" y="19"/>
                        <a:pt x="11" y="19"/>
                      </a:cubicBezTo>
                      <a:cubicBezTo>
                        <a:pt x="17" y="19"/>
                        <a:pt x="23" y="14"/>
                        <a:pt x="23" y="8"/>
                      </a:cubicBezTo>
                      <a:cubicBezTo>
                        <a:pt x="23" y="7"/>
                        <a:pt x="23" y="6"/>
                        <a:pt x="23" y="5"/>
                      </a:cubicBezTo>
                      <a:cubicBezTo>
                        <a:pt x="23" y="5"/>
                        <a:pt x="23" y="5"/>
                        <a:pt x="23" y="5"/>
                      </a:cubicBezTo>
                      <a:cubicBezTo>
                        <a:pt x="20" y="2"/>
                        <a:pt x="16" y="0"/>
                        <a:pt x="13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3"/>
                <p:cNvSpPr/>
                <p:nvPr/>
              </p:nvSpPr>
              <p:spPr>
                <a:xfrm>
                  <a:off x="230988" y="4445338"/>
                  <a:ext cx="381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3"/>
                <p:cNvSpPr/>
                <p:nvPr/>
              </p:nvSpPr>
              <p:spPr>
                <a:xfrm>
                  <a:off x="77000" y="4391363"/>
                  <a:ext cx="41275" cy="65088"/>
                </a:xfrm>
                <a:custGeom>
                  <a:rect b="b" l="l" r="r" t="t"/>
                  <a:pathLst>
                    <a:path extrusionOk="0" h="17" w="1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1"/>
                        <a:pt x="5" y="2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5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7"/>
                      </a:cubicBezTo>
                      <a:cubicBezTo>
                        <a:pt x="0" y="17"/>
                        <a:pt x="0" y="17"/>
                        <a:pt x="1" y="17"/>
                      </a:cubicBezTo>
                      <a:cubicBezTo>
                        <a:pt x="6" y="17"/>
                        <a:pt x="11" y="13"/>
                        <a:pt x="11" y="8"/>
                      </a:cubicBezTo>
                      <a:cubicBezTo>
                        <a:pt x="11" y="6"/>
                        <a:pt x="10" y="5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47;p3"/>
                <p:cNvSpPr/>
                <p:nvPr/>
              </p:nvSpPr>
              <p:spPr>
                <a:xfrm>
                  <a:off x="43663" y="4410413"/>
                  <a:ext cx="33338" cy="46037"/>
                </a:xfrm>
                <a:custGeom>
                  <a:rect b="b" l="l" r="r" t="t"/>
                  <a:pathLst>
                    <a:path extrusionOk="0" h="12" w="9">
                      <a:moveTo>
                        <a:pt x="0" y="4"/>
                      </a:moveTo>
                      <a:cubicBezTo>
                        <a:pt x="0" y="8"/>
                        <a:pt x="4" y="12"/>
                        <a:pt x="8" y="12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4" y="11"/>
                        <a:pt x="0" y="8"/>
                        <a:pt x="0" y="4"/>
                      </a:cubicBezTo>
                      <a:moveTo>
                        <a:pt x="1" y="0"/>
                      </a:moveTo>
                      <a:cubicBezTo>
                        <a:pt x="1" y="1"/>
                        <a:pt x="0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48;p3"/>
                <p:cNvSpPr/>
                <p:nvPr/>
              </p:nvSpPr>
              <p:spPr>
                <a:xfrm>
                  <a:off x="43663" y="4402475"/>
                  <a:ext cx="63500" cy="53975"/>
                </a:xfrm>
                <a:custGeom>
                  <a:rect b="b" l="l" r="r" t="t"/>
                  <a:pathLst>
                    <a:path extrusionOk="0" h="14" w="17">
                      <a:moveTo>
                        <a:pt x="15" y="0"/>
                      </a:moveTo>
                      <a:cubicBezTo>
                        <a:pt x="16" y="1"/>
                        <a:pt x="16" y="2"/>
                        <a:pt x="16" y="2"/>
                      </a:cubicBezTo>
                      <a:cubicBezTo>
                        <a:pt x="16" y="6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0"/>
                        <a:pt x="4" y="13"/>
                        <a:pt x="9" y="14"/>
                      </a:cubicBezTo>
                      <a:cubicBezTo>
                        <a:pt x="13" y="13"/>
                        <a:pt x="17" y="9"/>
                        <a:pt x="17" y="5"/>
                      </a:cubicBezTo>
                      <a:cubicBezTo>
                        <a:pt x="17" y="3"/>
                        <a:pt x="17" y="2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49;p3"/>
                <p:cNvSpPr/>
                <p:nvPr/>
              </p:nvSpPr>
              <p:spPr>
                <a:xfrm>
                  <a:off x="46838" y="4391363"/>
                  <a:ext cx="30163" cy="19050"/>
                </a:xfrm>
                <a:custGeom>
                  <a:rect b="b" l="l" r="r" t="t"/>
                  <a:pathLst>
                    <a:path extrusionOk="0" h="5" w="8">
                      <a:moveTo>
                        <a:pt x="7" y="0"/>
                      </a:moveTo>
                      <a:cubicBezTo>
                        <a:pt x="4" y="0"/>
                        <a:pt x="1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2" y="2"/>
                        <a:pt x="5" y="1"/>
                        <a:pt x="8" y="0"/>
                      </a:cubicBezTo>
                      <a:cubicBezTo>
                        <a:pt x="8" y="0"/>
                        <a:pt x="8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0" name="Google Shape;650;p3"/>
                <p:cNvSpPr/>
                <p:nvPr/>
              </p:nvSpPr>
              <p:spPr>
                <a:xfrm>
                  <a:off x="46838" y="4391363"/>
                  <a:ext cx="57150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10"/>
                      </a:move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5"/>
                        <a:pt x="7" y="5"/>
                      </a:cubicBezTo>
                      <a:cubicBezTo>
                        <a:pt x="8" y="5"/>
                        <a:pt x="10" y="6"/>
                        <a:pt x="10" y="7"/>
                      </a:cubicBezTo>
                      <a:cubicBezTo>
                        <a:pt x="10" y="9"/>
                        <a:pt x="8" y="10"/>
                        <a:pt x="7" y="10"/>
                      </a:cubicBezTo>
                      <a:moveTo>
                        <a:pt x="8" y="0"/>
                      </a:moveTo>
                      <a:cubicBezTo>
                        <a:pt x="5" y="1"/>
                        <a:pt x="2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9"/>
                        <a:pt x="15" y="5"/>
                      </a:cubicBezTo>
                      <a:cubicBezTo>
                        <a:pt x="15" y="5"/>
                        <a:pt x="15" y="4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0" y="1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1" name="Google Shape;651;p3"/>
                <p:cNvSpPr/>
                <p:nvPr/>
              </p:nvSpPr>
              <p:spPr>
                <a:xfrm>
                  <a:off x="62713" y="441041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3"/>
                <p:cNvSpPr/>
                <p:nvPr/>
              </p:nvSpPr>
              <p:spPr>
                <a:xfrm>
                  <a:off x="299250" y="4229438"/>
                  <a:ext cx="79375" cy="60325"/>
                </a:xfrm>
                <a:custGeom>
                  <a:rect b="b" l="l" r="r" t="t"/>
                  <a:pathLst>
                    <a:path extrusionOk="0" h="16" w="21">
                      <a:moveTo>
                        <a:pt x="19" y="0"/>
                      </a:moveTo>
                      <a:cubicBezTo>
                        <a:pt x="19" y="0"/>
                        <a:pt x="19" y="1"/>
                        <a:pt x="19" y="2"/>
                      </a:cubicBezTo>
                      <a:cubicBezTo>
                        <a:pt x="19" y="7"/>
                        <a:pt x="15" y="11"/>
                        <a:pt x="10" y="11"/>
                      </a:cubicBezTo>
                      <a:cubicBezTo>
                        <a:pt x="5" y="11"/>
                        <a:pt x="1" y="7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5" y="16"/>
                        <a:pt x="11" y="16"/>
                      </a:cubicBezTo>
                      <a:cubicBezTo>
                        <a:pt x="16" y="16"/>
                        <a:pt x="21" y="11"/>
                        <a:pt x="21" y="6"/>
                      </a:cubicBezTo>
                      <a:cubicBezTo>
                        <a:pt x="21" y="3"/>
                        <a:pt x="20" y="1"/>
                        <a:pt x="19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53;p3"/>
                <p:cNvSpPr/>
                <p:nvPr/>
              </p:nvSpPr>
              <p:spPr>
                <a:xfrm>
                  <a:off x="302425" y="4215150"/>
                  <a:ext cx="68262" cy="55563"/>
                </a:xfrm>
                <a:custGeom>
                  <a:rect b="b" l="l" r="r" t="t"/>
                  <a:pathLst>
                    <a:path extrusionOk="0" h="15" w="18">
                      <a:moveTo>
                        <a:pt x="8" y="12"/>
                      </a:moveTo>
                      <a:cubicBezTo>
                        <a:pt x="6" y="12"/>
                        <a:pt x="4" y="10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0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6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8" y="11"/>
                        <a:pt x="18" y="6"/>
                      </a:cubicBezTo>
                      <a:cubicBezTo>
                        <a:pt x="18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2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4" name="Google Shape;654;p3"/>
                <p:cNvSpPr/>
                <p:nvPr/>
              </p:nvSpPr>
              <p:spPr>
                <a:xfrm>
                  <a:off x="318300" y="4234200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5" name="Google Shape;655;p3"/>
                <p:cNvSpPr/>
                <p:nvPr/>
              </p:nvSpPr>
              <p:spPr>
                <a:xfrm>
                  <a:off x="340525" y="4215150"/>
                  <a:ext cx="52388" cy="74613"/>
                </a:xfrm>
                <a:custGeom>
                  <a:rect b="b" l="l" r="r" t="t"/>
                  <a:pathLst>
                    <a:path extrusionOk="0" h="20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2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9" y="5"/>
                        <a:pt x="10" y="7"/>
                        <a:pt x="10" y="10"/>
                      </a:cubicBezTo>
                      <a:cubicBezTo>
                        <a:pt x="10" y="15"/>
                        <a:pt x="5" y="20"/>
                        <a:pt x="0" y="20"/>
                      </a:cubicBezTo>
                      <a:cubicBezTo>
                        <a:pt x="0" y="20"/>
                        <a:pt x="0" y="20"/>
                        <a:pt x="1" y="20"/>
                      </a:cubicBezTo>
                      <a:cubicBezTo>
                        <a:pt x="7" y="20"/>
                        <a:pt x="14" y="15"/>
                        <a:pt x="14" y="10"/>
                      </a:cubicBezTo>
                      <a:cubicBezTo>
                        <a:pt x="14" y="7"/>
                        <a:pt x="12" y="5"/>
                        <a:pt x="11" y="4"/>
                      </a:cubicBezTo>
                      <a:cubicBezTo>
                        <a:pt x="8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6" name="Google Shape;656;p3"/>
                <p:cNvSpPr/>
                <p:nvPr/>
              </p:nvSpPr>
              <p:spPr>
                <a:xfrm>
                  <a:off x="-5550" y="4539000"/>
                  <a:ext cx="22225" cy="3810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8"/>
                        <a:pt x="2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3" y="10"/>
                        <a:pt x="6" y="8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7" name="Google Shape;657;p3"/>
                <p:cNvSpPr/>
                <p:nvPr/>
              </p:nvSpPr>
              <p:spPr>
                <a:xfrm>
                  <a:off x="-27775" y="4546938"/>
                  <a:ext cx="41275" cy="30163"/>
                </a:xfrm>
                <a:custGeom>
                  <a:rect b="b" l="l" r="r" t="t"/>
                  <a:pathLst>
                    <a:path extrusionOk="0" h="8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7" y="6"/>
                        <a:pt x="5" y="6"/>
                      </a:cubicBezTo>
                      <a:cubicBezTo>
                        <a:pt x="3" y="6"/>
                        <a:pt x="1" y="4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3" y="8"/>
                        <a:pt x="6" y="8"/>
                      </a:cubicBezTo>
                      <a:cubicBezTo>
                        <a:pt x="8" y="8"/>
                        <a:pt x="11" y="6"/>
                        <a:pt x="11" y="3"/>
                      </a:cubicBezTo>
                      <a:cubicBezTo>
                        <a:pt x="11" y="2"/>
                        <a:pt x="10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8" name="Google Shape;658;p3"/>
                <p:cNvSpPr/>
                <p:nvPr/>
              </p:nvSpPr>
              <p:spPr>
                <a:xfrm>
                  <a:off x="-24600" y="4539000"/>
                  <a:ext cx="33338" cy="30163"/>
                </a:xfrm>
                <a:custGeom>
                  <a:rect b="b" l="l" r="r" t="t"/>
                  <a:pathLst>
                    <a:path extrusionOk="0" h="8" w="9">
                      <a:moveTo>
                        <a:pt x="4" y="6"/>
                      </a:moveTo>
                      <a:cubicBezTo>
                        <a:pt x="3" y="6"/>
                        <a:pt x="2" y="5"/>
                        <a:pt x="2" y="4"/>
                      </a:cubicBezTo>
                      <a:cubicBezTo>
                        <a:pt x="2" y="4"/>
                        <a:pt x="3" y="3"/>
                        <a:pt x="4" y="3"/>
                      </a:cubicBezTo>
                      <a:cubicBezTo>
                        <a:pt x="5" y="3"/>
                        <a:pt x="6" y="4"/>
                        <a:pt x="6" y="4"/>
                      </a:cubicBezTo>
                      <a:cubicBezTo>
                        <a:pt x="6" y="5"/>
                        <a:pt x="5" y="6"/>
                        <a:pt x="4" y="6"/>
                      </a:cubicBezTo>
                      <a:moveTo>
                        <a:pt x="5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6" y="8"/>
                        <a:pt x="9" y="6"/>
                        <a:pt x="9" y="3"/>
                      </a:cubicBezTo>
                      <a:cubicBezTo>
                        <a:pt x="9" y="3"/>
                        <a:pt x="9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8" y="1"/>
                        <a:pt x="6" y="0"/>
                        <a:pt x="5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9" name="Google Shape;659;p3"/>
                <p:cNvSpPr/>
                <p:nvPr/>
              </p:nvSpPr>
              <p:spPr>
                <a:xfrm>
                  <a:off x="-16662" y="455011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" name="Google Shape;660;p3"/>
                <p:cNvSpPr/>
                <p:nvPr/>
              </p:nvSpPr>
              <p:spPr>
                <a:xfrm>
                  <a:off x="-107150" y="4311988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9" y="6"/>
                        <a:pt x="9" y="7"/>
                      </a:cubicBezTo>
                      <a:cubicBezTo>
                        <a:pt x="9" y="12"/>
                        <a:pt x="4" y="16"/>
                        <a:pt x="0" y="16"/>
                      </a:cubicBezTo>
                      <a:cubicBezTo>
                        <a:pt x="0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6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1" name="Google Shape;661;p3"/>
                <p:cNvSpPr/>
                <p:nvPr/>
              </p:nvSpPr>
              <p:spPr>
                <a:xfrm>
                  <a:off x="-142075" y="4324688"/>
                  <a:ext cx="68262" cy="47625"/>
                </a:xfrm>
                <a:custGeom>
                  <a:rect b="b" l="l" r="r" t="t"/>
                  <a:pathLst>
                    <a:path extrusionOk="0" h="13" w="18">
                      <a:moveTo>
                        <a:pt x="15" y="0"/>
                      </a:moveTo>
                      <a:cubicBezTo>
                        <a:pt x="16" y="0"/>
                        <a:pt x="16" y="1"/>
                        <a:pt x="16" y="1"/>
                      </a:cubicBezTo>
                      <a:cubicBezTo>
                        <a:pt x="16" y="5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0" y="4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4" y="13"/>
                        <a:pt x="9" y="13"/>
                      </a:cubicBezTo>
                      <a:cubicBezTo>
                        <a:pt x="13" y="13"/>
                        <a:pt x="18" y="9"/>
                        <a:pt x="18" y="4"/>
                      </a:cubicBezTo>
                      <a:cubicBezTo>
                        <a:pt x="18" y="3"/>
                        <a:pt x="17" y="1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2" name="Google Shape;662;p3"/>
                <p:cNvSpPr/>
                <p:nvPr/>
              </p:nvSpPr>
              <p:spPr>
                <a:xfrm>
                  <a:off x="-137312" y="4311988"/>
                  <a:ext cx="55563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9"/>
                      </a:moveTo>
                      <a:cubicBezTo>
                        <a:pt x="5" y="9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8" y="4"/>
                        <a:pt x="10" y="5"/>
                        <a:pt x="10" y="7"/>
                      </a:cubicBezTo>
                      <a:cubicBezTo>
                        <a:pt x="10" y="8"/>
                        <a:pt x="8" y="9"/>
                        <a:pt x="7" y="9"/>
                      </a:cubicBezTo>
                      <a:moveTo>
                        <a:pt x="8" y="0"/>
                      </a:moveTo>
                      <a:cubicBezTo>
                        <a:pt x="5" y="0"/>
                        <a:pt x="2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8"/>
                        <a:pt x="15" y="4"/>
                      </a:cubicBezTo>
                      <a:cubicBezTo>
                        <a:pt x="15" y="4"/>
                        <a:pt x="15" y="3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1"/>
                        <a:pt x="11" y="0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3" name="Google Shape;663;p3"/>
                <p:cNvSpPr/>
                <p:nvPr/>
              </p:nvSpPr>
              <p:spPr>
                <a:xfrm>
                  <a:off x="-123025" y="432786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4" name="Google Shape;664;p3"/>
                <p:cNvSpPr/>
                <p:nvPr/>
              </p:nvSpPr>
              <p:spPr>
                <a:xfrm>
                  <a:off x="-24600" y="4215150"/>
                  <a:ext cx="26988" cy="41275"/>
                </a:xfrm>
                <a:custGeom>
                  <a:rect b="b" l="l" r="r" t="t"/>
                  <a:pathLst>
                    <a:path extrusionOk="0" h="11" w="7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3"/>
                        <a:pt x="5" y="4"/>
                        <a:pt x="5" y="5"/>
                      </a:cubicBezTo>
                      <a:cubicBezTo>
                        <a:pt x="5" y="8"/>
                        <a:pt x="2" y="11"/>
                        <a:pt x="0" y="1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4" y="11"/>
                        <a:pt x="7" y="8"/>
                        <a:pt x="7" y="5"/>
                      </a:cubicBezTo>
                      <a:cubicBezTo>
                        <a:pt x="7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5" name="Google Shape;665;p3"/>
                <p:cNvSpPr/>
                <p:nvPr/>
              </p:nvSpPr>
              <p:spPr>
                <a:xfrm>
                  <a:off x="-46825" y="4221500"/>
                  <a:ext cx="41275" cy="34925"/>
                </a:xfrm>
                <a:custGeom>
                  <a:rect b="b" l="l" r="r" t="t"/>
                  <a:pathLst>
                    <a:path extrusionOk="0" h="9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8" y="6"/>
                        <a:pt x="5" y="6"/>
                      </a:cubicBezTo>
                      <a:cubicBezTo>
                        <a:pt x="2" y="6"/>
                        <a:pt x="0" y="4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9"/>
                        <a:pt x="6" y="9"/>
                      </a:cubicBezTo>
                      <a:cubicBezTo>
                        <a:pt x="8" y="9"/>
                        <a:pt x="11" y="6"/>
                        <a:pt x="11" y="3"/>
                      </a:cubicBezTo>
                      <a:cubicBezTo>
                        <a:pt x="11" y="2"/>
                        <a:pt x="11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6" name="Google Shape;666;p3"/>
                <p:cNvSpPr/>
                <p:nvPr/>
              </p:nvSpPr>
              <p:spPr>
                <a:xfrm>
                  <a:off x="-46825" y="4215150"/>
                  <a:ext cx="36513" cy="30163"/>
                </a:xfrm>
                <a:custGeom>
                  <a:rect b="b" l="l" r="r" t="t"/>
                  <a:pathLst>
                    <a:path extrusionOk="0" h="8" w="10">
                      <a:moveTo>
                        <a:pt x="5" y="6"/>
                      </a:moveTo>
                      <a:cubicBezTo>
                        <a:pt x="4" y="6"/>
                        <a:pt x="3" y="5"/>
                        <a:pt x="3" y="4"/>
                      </a:cubicBezTo>
                      <a:cubicBezTo>
                        <a:pt x="3" y="4"/>
                        <a:pt x="4" y="3"/>
                        <a:pt x="5" y="3"/>
                      </a:cubicBezTo>
                      <a:cubicBezTo>
                        <a:pt x="6" y="3"/>
                        <a:pt x="7" y="4"/>
                        <a:pt x="7" y="4"/>
                      </a:cubicBezTo>
                      <a:cubicBezTo>
                        <a:pt x="7" y="5"/>
                        <a:pt x="6" y="6"/>
                        <a:pt x="5" y="6"/>
                      </a:cubicBezTo>
                      <a:moveTo>
                        <a:pt x="6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5" y="8"/>
                      </a:cubicBezTo>
                      <a:cubicBezTo>
                        <a:pt x="8" y="8"/>
                        <a:pt x="10" y="6"/>
                        <a:pt x="10" y="3"/>
                      </a:cubicBezTo>
                      <a:cubicBezTo>
                        <a:pt x="10" y="3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9" y="1"/>
                        <a:pt x="7" y="0"/>
                        <a:pt x="6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" name="Google Shape;667;p3"/>
                <p:cNvSpPr/>
                <p:nvPr/>
              </p:nvSpPr>
              <p:spPr>
                <a:xfrm>
                  <a:off x="-35712" y="422626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8" name="Google Shape;668;p3"/>
                <p:cNvSpPr/>
                <p:nvPr/>
              </p:nvSpPr>
              <p:spPr>
                <a:xfrm>
                  <a:off x="219875" y="4154825"/>
                  <a:ext cx="34925" cy="49213"/>
                </a:xfrm>
                <a:custGeom>
                  <a:rect b="b" l="l" r="r" t="t"/>
                  <a:pathLst>
                    <a:path extrusionOk="0" h="13" w="9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3"/>
                        <a:pt x="7" y="4"/>
                        <a:pt x="7" y="6"/>
                      </a:cubicBezTo>
                      <a:cubicBezTo>
                        <a:pt x="7" y="10"/>
                        <a:pt x="3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5" y="13"/>
                        <a:pt x="9" y="10"/>
                        <a:pt x="9" y="6"/>
                      </a:cubicBezTo>
                      <a:cubicBezTo>
                        <a:pt x="9" y="4"/>
                        <a:pt x="8" y="3"/>
                        <a:pt x="7" y="2"/>
                      </a:cubicBezTo>
                      <a:cubicBezTo>
                        <a:pt x="5" y="0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9" name="Google Shape;669;p3"/>
                <p:cNvSpPr/>
                <p:nvPr/>
              </p:nvSpPr>
              <p:spPr>
                <a:xfrm>
                  <a:off x="194475" y="4161175"/>
                  <a:ext cx="52388" cy="42862"/>
                </a:xfrm>
                <a:custGeom>
                  <a:rect b="b" l="l" r="r" t="t"/>
                  <a:pathLst>
                    <a:path extrusionOk="0" h="11" w="14">
                      <a:moveTo>
                        <a:pt x="12" y="0"/>
                      </a:moveTo>
                      <a:cubicBezTo>
                        <a:pt x="12" y="0"/>
                        <a:pt x="12" y="1"/>
                        <a:pt x="12" y="2"/>
                      </a:cubicBezTo>
                      <a:cubicBezTo>
                        <a:pt x="12" y="5"/>
                        <a:pt x="9" y="8"/>
                        <a:pt x="6" y="8"/>
                      </a:cubicBezTo>
                      <a:cubicBezTo>
                        <a:pt x="3" y="8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8"/>
                        <a:pt x="3" y="11"/>
                        <a:pt x="7" y="11"/>
                      </a:cubicBezTo>
                      <a:cubicBezTo>
                        <a:pt x="10" y="11"/>
                        <a:pt x="14" y="8"/>
                        <a:pt x="14" y="4"/>
                      </a:cubicBezTo>
                      <a:cubicBezTo>
                        <a:pt x="14" y="2"/>
                        <a:pt x="13" y="1"/>
                        <a:pt x="12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0" name="Google Shape;670;p3"/>
                <p:cNvSpPr/>
                <p:nvPr/>
              </p:nvSpPr>
              <p:spPr>
                <a:xfrm>
                  <a:off x="194475" y="4154825"/>
                  <a:ext cx="44450" cy="36513"/>
                </a:xfrm>
                <a:custGeom>
                  <a:rect b="b" l="l" r="r" t="t"/>
                  <a:pathLst>
                    <a:path extrusionOk="0" h="10" w="12">
                      <a:moveTo>
                        <a:pt x="6" y="7"/>
                      </a:moveTo>
                      <a:cubicBezTo>
                        <a:pt x="4" y="7"/>
                        <a:pt x="3" y="6"/>
                        <a:pt x="3" y="5"/>
                      </a:cubicBezTo>
                      <a:cubicBezTo>
                        <a:pt x="3" y="4"/>
                        <a:pt x="4" y="3"/>
                        <a:pt x="6" y="3"/>
                      </a:cubicBezTo>
                      <a:cubicBezTo>
                        <a:pt x="7" y="3"/>
                        <a:pt x="8" y="4"/>
                        <a:pt x="8" y="5"/>
                      </a:cubicBezTo>
                      <a:cubicBezTo>
                        <a:pt x="8" y="6"/>
                        <a:pt x="7" y="7"/>
                        <a:pt x="6" y="7"/>
                      </a:cubicBezTo>
                      <a:moveTo>
                        <a:pt x="7" y="0"/>
                      </a:moveTo>
                      <a:cubicBezTo>
                        <a:pt x="4" y="0"/>
                        <a:pt x="2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7"/>
                        <a:pt x="3" y="10"/>
                        <a:pt x="6" y="10"/>
                      </a:cubicBezTo>
                      <a:cubicBezTo>
                        <a:pt x="9" y="10"/>
                        <a:pt x="12" y="7"/>
                        <a:pt x="12" y="4"/>
                      </a:cubicBezTo>
                      <a:cubicBezTo>
                        <a:pt x="12" y="3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1" y="1"/>
                        <a:pt x="9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1" name="Google Shape;671;p3"/>
                <p:cNvSpPr/>
                <p:nvPr/>
              </p:nvSpPr>
              <p:spPr>
                <a:xfrm>
                  <a:off x="205588" y="4165938"/>
                  <a:ext cx="19200" cy="144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2" name="Google Shape;672;p3"/>
                <p:cNvSpPr/>
                <p:nvPr/>
              </p:nvSpPr>
              <p:spPr>
                <a:xfrm>
                  <a:off x="189713" y="4667588"/>
                  <a:ext cx="52388" cy="79375"/>
                </a:xfrm>
                <a:custGeom>
                  <a:rect b="b" l="l" r="r" t="t"/>
                  <a:pathLst>
                    <a:path extrusionOk="0" h="21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1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10" y="5"/>
                        <a:pt x="11" y="7"/>
                        <a:pt x="11" y="10"/>
                      </a:cubicBezTo>
                      <a:cubicBezTo>
                        <a:pt x="11" y="16"/>
                        <a:pt x="5" y="21"/>
                        <a:pt x="0" y="21"/>
                      </a:cubicBezTo>
                      <a:cubicBezTo>
                        <a:pt x="0" y="21"/>
                        <a:pt x="0" y="21"/>
                        <a:pt x="1" y="21"/>
                      </a:cubicBezTo>
                      <a:cubicBezTo>
                        <a:pt x="7" y="21"/>
                        <a:pt x="14" y="16"/>
                        <a:pt x="14" y="10"/>
                      </a:cubicBezTo>
                      <a:cubicBezTo>
                        <a:pt x="14" y="7"/>
                        <a:pt x="13" y="5"/>
                        <a:pt x="11" y="4"/>
                      </a:cubicBezTo>
                      <a:cubicBezTo>
                        <a:pt x="8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3" name="Google Shape;673;p3"/>
                <p:cNvSpPr/>
                <p:nvPr/>
              </p:nvSpPr>
              <p:spPr>
                <a:xfrm>
                  <a:off x="145263" y="4681875"/>
                  <a:ext cx="85725" cy="65088"/>
                </a:xfrm>
                <a:custGeom>
                  <a:rect b="b" l="l" r="r" t="t"/>
                  <a:pathLst>
                    <a:path extrusionOk="0" h="17" w="23">
                      <a:moveTo>
                        <a:pt x="20" y="0"/>
                      </a:moveTo>
                      <a:cubicBezTo>
                        <a:pt x="20" y="0"/>
                        <a:pt x="21" y="1"/>
                        <a:pt x="21" y="2"/>
                      </a:cubicBezTo>
                      <a:cubicBezTo>
                        <a:pt x="21" y="7"/>
                        <a:pt x="16" y="11"/>
                        <a:pt x="11" y="11"/>
                      </a:cubicBezTo>
                      <a:cubicBezTo>
                        <a:pt x="6" y="11"/>
                        <a:pt x="2" y="7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2"/>
                        <a:pt x="5" y="17"/>
                        <a:pt x="12" y="17"/>
                      </a:cubicBezTo>
                      <a:cubicBezTo>
                        <a:pt x="17" y="17"/>
                        <a:pt x="23" y="12"/>
                        <a:pt x="23" y="6"/>
                      </a:cubicBezTo>
                      <a:cubicBezTo>
                        <a:pt x="23" y="3"/>
                        <a:pt x="22" y="1"/>
                        <a:pt x="2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" name="Google Shape;674;p3"/>
                <p:cNvSpPr/>
                <p:nvPr/>
              </p:nvSpPr>
              <p:spPr>
                <a:xfrm>
                  <a:off x="151613" y="4667588"/>
                  <a:ext cx="73025" cy="55563"/>
                </a:xfrm>
                <a:custGeom>
                  <a:rect b="b" l="l" r="r" t="t"/>
                  <a:pathLst>
                    <a:path extrusionOk="0" h="15" w="19">
                      <a:moveTo>
                        <a:pt x="8" y="12"/>
                      </a:moveTo>
                      <a:cubicBezTo>
                        <a:pt x="6" y="12"/>
                        <a:pt x="4" y="11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1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5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9" y="11"/>
                        <a:pt x="19" y="6"/>
                      </a:cubicBezTo>
                      <a:cubicBezTo>
                        <a:pt x="19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1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" name="Google Shape;675;p3"/>
                <p:cNvSpPr/>
                <p:nvPr/>
              </p:nvSpPr>
              <p:spPr>
                <a:xfrm>
                  <a:off x="167488" y="4686638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76" name="Google Shape;676;p3"/>
              <p:cNvGrpSpPr/>
              <p:nvPr/>
            </p:nvGrpSpPr>
            <p:grpSpPr>
              <a:xfrm flipH="1">
                <a:off x="715088" y="3314713"/>
                <a:ext cx="1503363" cy="1828800"/>
                <a:chOff x="7491913" y="372038"/>
                <a:chExt cx="1503363" cy="1828800"/>
              </a:xfrm>
            </p:grpSpPr>
            <p:sp>
              <p:nvSpPr>
                <p:cNvPr id="677" name="Google Shape;677;p3"/>
                <p:cNvSpPr/>
                <p:nvPr/>
              </p:nvSpPr>
              <p:spPr>
                <a:xfrm>
                  <a:off x="8117388" y="1383275"/>
                  <a:ext cx="746125" cy="700088"/>
                </a:xfrm>
                <a:custGeom>
                  <a:rect b="b" l="l" r="r" t="t"/>
                  <a:pathLst>
                    <a:path extrusionOk="0" h="186" w="198">
                      <a:moveTo>
                        <a:pt x="12" y="0"/>
                      </a:moveTo>
                      <a:cubicBezTo>
                        <a:pt x="13" y="13"/>
                        <a:pt x="15" y="26"/>
                        <a:pt x="20" y="38"/>
                      </a:cubicBezTo>
                      <a:cubicBezTo>
                        <a:pt x="25" y="50"/>
                        <a:pt x="32" y="61"/>
                        <a:pt x="43" y="67"/>
                      </a:cubicBezTo>
                      <a:cubicBezTo>
                        <a:pt x="54" y="73"/>
                        <a:pt x="68" y="74"/>
                        <a:pt x="81" y="74"/>
                      </a:cubicBezTo>
                      <a:cubicBezTo>
                        <a:pt x="88" y="73"/>
                        <a:pt x="94" y="73"/>
                        <a:pt x="101" y="72"/>
                      </a:cubicBezTo>
                      <a:cubicBezTo>
                        <a:pt x="108" y="72"/>
                        <a:pt x="116" y="72"/>
                        <a:pt x="123" y="74"/>
                      </a:cubicBezTo>
                      <a:cubicBezTo>
                        <a:pt x="127" y="75"/>
                        <a:pt x="130" y="77"/>
                        <a:pt x="133" y="80"/>
                      </a:cubicBezTo>
                      <a:cubicBezTo>
                        <a:pt x="136" y="83"/>
                        <a:pt x="137" y="86"/>
                        <a:pt x="139" y="90"/>
                      </a:cubicBezTo>
                      <a:cubicBezTo>
                        <a:pt x="141" y="97"/>
                        <a:pt x="142" y="104"/>
                        <a:pt x="142" y="111"/>
                      </a:cubicBezTo>
                      <a:cubicBezTo>
                        <a:pt x="143" y="125"/>
                        <a:pt x="142" y="138"/>
                        <a:pt x="142" y="152"/>
                      </a:cubicBezTo>
                      <a:cubicBezTo>
                        <a:pt x="142" y="155"/>
                        <a:pt x="142" y="159"/>
                        <a:pt x="142" y="162"/>
                      </a:cubicBezTo>
                      <a:cubicBezTo>
                        <a:pt x="142" y="166"/>
                        <a:pt x="142" y="169"/>
                        <a:pt x="144" y="172"/>
                      </a:cubicBezTo>
                      <a:cubicBezTo>
                        <a:pt x="144" y="173"/>
                        <a:pt x="144" y="173"/>
                        <a:pt x="145" y="174"/>
                      </a:cubicBezTo>
                      <a:cubicBezTo>
                        <a:pt x="145" y="174"/>
                        <a:pt x="146" y="175"/>
                        <a:pt x="147" y="175"/>
                      </a:cubicBezTo>
                      <a:cubicBezTo>
                        <a:pt x="148" y="176"/>
                        <a:pt x="149" y="177"/>
                        <a:pt x="151" y="178"/>
                      </a:cubicBezTo>
                      <a:cubicBezTo>
                        <a:pt x="154" y="179"/>
                        <a:pt x="157" y="179"/>
                        <a:pt x="160" y="179"/>
                      </a:cubicBezTo>
                      <a:cubicBezTo>
                        <a:pt x="167" y="178"/>
                        <a:pt x="174" y="175"/>
                        <a:pt x="181" y="175"/>
                      </a:cubicBezTo>
                      <a:cubicBezTo>
                        <a:pt x="184" y="175"/>
                        <a:pt x="188" y="177"/>
                        <a:pt x="190" y="178"/>
                      </a:cubicBezTo>
                      <a:cubicBezTo>
                        <a:pt x="193" y="180"/>
                        <a:pt x="196" y="183"/>
                        <a:pt x="198" y="186"/>
                      </a:cubicBezTo>
                      <a:cubicBezTo>
                        <a:pt x="196" y="183"/>
                        <a:pt x="193" y="180"/>
                        <a:pt x="190" y="179"/>
                      </a:cubicBezTo>
                      <a:cubicBezTo>
                        <a:pt x="187" y="177"/>
                        <a:pt x="184" y="176"/>
                        <a:pt x="181" y="176"/>
                      </a:cubicBezTo>
                      <a:cubicBezTo>
                        <a:pt x="174" y="176"/>
                        <a:pt x="167" y="179"/>
                        <a:pt x="161" y="180"/>
                      </a:cubicBezTo>
                      <a:cubicBezTo>
                        <a:pt x="157" y="181"/>
                        <a:pt x="153" y="181"/>
                        <a:pt x="150" y="180"/>
                      </a:cubicBezTo>
                      <a:cubicBezTo>
                        <a:pt x="148" y="179"/>
                        <a:pt x="147" y="178"/>
                        <a:pt x="145" y="177"/>
                      </a:cubicBezTo>
                      <a:cubicBezTo>
                        <a:pt x="145" y="176"/>
                        <a:pt x="144" y="176"/>
                        <a:pt x="143" y="175"/>
                      </a:cubicBezTo>
                      <a:cubicBezTo>
                        <a:pt x="143" y="175"/>
                        <a:pt x="142" y="174"/>
                        <a:pt x="141" y="173"/>
                      </a:cubicBezTo>
                      <a:cubicBezTo>
                        <a:pt x="140" y="169"/>
                        <a:pt x="139" y="166"/>
                        <a:pt x="139" y="162"/>
                      </a:cubicBezTo>
                      <a:cubicBezTo>
                        <a:pt x="139" y="159"/>
                        <a:pt x="139" y="155"/>
                        <a:pt x="139" y="152"/>
                      </a:cubicBezTo>
                      <a:cubicBezTo>
                        <a:pt x="139" y="138"/>
                        <a:pt x="139" y="125"/>
                        <a:pt x="138" y="111"/>
                      </a:cubicBezTo>
                      <a:cubicBezTo>
                        <a:pt x="137" y="104"/>
                        <a:pt x="136" y="98"/>
                        <a:pt x="134" y="92"/>
                      </a:cubicBezTo>
                      <a:cubicBezTo>
                        <a:pt x="132" y="89"/>
                        <a:pt x="131" y="86"/>
                        <a:pt x="129" y="84"/>
                      </a:cubicBezTo>
                      <a:cubicBezTo>
                        <a:pt x="127" y="82"/>
                        <a:pt x="124" y="81"/>
                        <a:pt x="121" y="80"/>
                      </a:cubicBezTo>
                      <a:cubicBezTo>
                        <a:pt x="115" y="78"/>
                        <a:pt x="109" y="79"/>
                        <a:pt x="102" y="79"/>
                      </a:cubicBezTo>
                      <a:cubicBezTo>
                        <a:pt x="95" y="80"/>
                        <a:pt x="88" y="81"/>
                        <a:pt x="81" y="81"/>
                      </a:cubicBezTo>
                      <a:cubicBezTo>
                        <a:pt x="74" y="82"/>
                        <a:pt x="67" y="82"/>
                        <a:pt x="60" y="81"/>
                      </a:cubicBezTo>
                      <a:cubicBezTo>
                        <a:pt x="53" y="81"/>
                        <a:pt x="46" y="79"/>
                        <a:pt x="39" y="75"/>
                      </a:cubicBezTo>
                      <a:cubicBezTo>
                        <a:pt x="32" y="72"/>
                        <a:pt x="26" y="67"/>
                        <a:pt x="21" y="61"/>
                      </a:cubicBezTo>
                      <a:cubicBezTo>
                        <a:pt x="17" y="56"/>
                        <a:pt x="13" y="49"/>
                        <a:pt x="10" y="43"/>
                      </a:cubicBezTo>
                      <a:cubicBezTo>
                        <a:pt x="7" y="36"/>
                        <a:pt x="5" y="29"/>
                        <a:pt x="3" y="22"/>
                      </a:cubicBezTo>
                      <a:cubicBezTo>
                        <a:pt x="2" y="15"/>
                        <a:pt x="0" y="8"/>
                        <a:pt x="0" y="1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" name="Google Shape;678;p3"/>
                <p:cNvSpPr/>
                <p:nvPr/>
              </p:nvSpPr>
              <p:spPr>
                <a:xfrm>
                  <a:off x="8234863" y="1394388"/>
                  <a:ext cx="387350" cy="806450"/>
                </a:xfrm>
                <a:custGeom>
                  <a:rect b="b" l="l" r="r" t="t"/>
                  <a:pathLst>
                    <a:path extrusionOk="0" h="214" w="103">
                      <a:moveTo>
                        <a:pt x="13" y="0"/>
                      </a:moveTo>
                      <a:cubicBezTo>
                        <a:pt x="14" y="9"/>
                        <a:pt x="17" y="18"/>
                        <a:pt x="22" y="26"/>
                      </a:cubicBezTo>
                      <a:cubicBezTo>
                        <a:pt x="27" y="35"/>
                        <a:pt x="34" y="43"/>
                        <a:pt x="40" y="50"/>
                      </a:cubicBezTo>
                      <a:cubicBezTo>
                        <a:pt x="44" y="54"/>
                        <a:pt x="47" y="58"/>
                        <a:pt x="50" y="63"/>
                      </a:cubicBezTo>
                      <a:cubicBezTo>
                        <a:pt x="52" y="65"/>
                        <a:pt x="53" y="67"/>
                        <a:pt x="55" y="69"/>
                      </a:cubicBezTo>
                      <a:cubicBezTo>
                        <a:pt x="56" y="71"/>
                        <a:pt x="58" y="74"/>
                        <a:pt x="59" y="76"/>
                      </a:cubicBezTo>
                      <a:cubicBezTo>
                        <a:pt x="63" y="87"/>
                        <a:pt x="63" y="98"/>
                        <a:pt x="63" y="108"/>
                      </a:cubicBezTo>
                      <a:cubicBezTo>
                        <a:pt x="62" y="119"/>
                        <a:pt x="60" y="129"/>
                        <a:pt x="59" y="139"/>
                      </a:cubicBezTo>
                      <a:cubicBezTo>
                        <a:pt x="59" y="144"/>
                        <a:pt x="59" y="149"/>
                        <a:pt x="59" y="154"/>
                      </a:cubicBezTo>
                      <a:cubicBezTo>
                        <a:pt x="59" y="159"/>
                        <a:pt x="60" y="164"/>
                        <a:pt x="62" y="169"/>
                      </a:cubicBezTo>
                      <a:cubicBezTo>
                        <a:pt x="66" y="178"/>
                        <a:pt x="74" y="185"/>
                        <a:pt x="82" y="192"/>
                      </a:cubicBezTo>
                      <a:cubicBezTo>
                        <a:pt x="86" y="195"/>
                        <a:pt x="90" y="198"/>
                        <a:pt x="93" y="202"/>
                      </a:cubicBezTo>
                      <a:cubicBezTo>
                        <a:pt x="97" y="205"/>
                        <a:pt x="100" y="209"/>
                        <a:pt x="103" y="214"/>
                      </a:cubicBezTo>
                      <a:cubicBezTo>
                        <a:pt x="100" y="209"/>
                        <a:pt x="97" y="206"/>
                        <a:pt x="93" y="202"/>
                      </a:cubicBezTo>
                      <a:cubicBezTo>
                        <a:pt x="89" y="199"/>
                        <a:pt x="85" y="196"/>
                        <a:pt x="81" y="193"/>
                      </a:cubicBezTo>
                      <a:cubicBezTo>
                        <a:pt x="73" y="186"/>
                        <a:pt x="64" y="179"/>
                        <a:pt x="60" y="170"/>
                      </a:cubicBezTo>
                      <a:cubicBezTo>
                        <a:pt x="57" y="165"/>
                        <a:pt x="56" y="160"/>
                        <a:pt x="55" y="155"/>
                      </a:cubicBezTo>
                      <a:cubicBezTo>
                        <a:pt x="55" y="149"/>
                        <a:pt x="55" y="144"/>
                        <a:pt x="55" y="139"/>
                      </a:cubicBezTo>
                      <a:cubicBezTo>
                        <a:pt x="55" y="128"/>
                        <a:pt x="56" y="118"/>
                        <a:pt x="56" y="108"/>
                      </a:cubicBezTo>
                      <a:cubicBezTo>
                        <a:pt x="56" y="98"/>
                        <a:pt x="56" y="88"/>
                        <a:pt x="52" y="80"/>
                      </a:cubicBezTo>
                      <a:cubicBezTo>
                        <a:pt x="51" y="77"/>
                        <a:pt x="50" y="76"/>
                        <a:pt x="48" y="74"/>
                      </a:cubicBezTo>
                      <a:cubicBezTo>
                        <a:pt x="47" y="72"/>
                        <a:pt x="45" y="70"/>
                        <a:pt x="43" y="68"/>
                      </a:cubicBezTo>
                      <a:cubicBezTo>
                        <a:pt x="40" y="64"/>
                        <a:pt x="37" y="60"/>
                        <a:pt x="33" y="57"/>
                      </a:cubicBezTo>
                      <a:cubicBezTo>
                        <a:pt x="26" y="49"/>
                        <a:pt x="19" y="41"/>
                        <a:pt x="13" y="32"/>
                      </a:cubicBezTo>
                      <a:cubicBezTo>
                        <a:pt x="7" y="23"/>
                        <a:pt x="3" y="13"/>
                        <a:pt x="0" y="2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" name="Google Shape;679;p3"/>
                <p:cNvSpPr/>
                <p:nvPr/>
              </p:nvSpPr>
              <p:spPr>
                <a:xfrm>
                  <a:off x="8292013" y="1295963"/>
                  <a:ext cx="703263" cy="709613"/>
                </a:xfrm>
                <a:custGeom>
                  <a:rect b="b" l="l" r="r" t="t"/>
                  <a:pathLst>
                    <a:path extrusionOk="0" h="188" w="187">
                      <a:moveTo>
                        <a:pt x="10" y="0"/>
                      </a:moveTo>
                      <a:cubicBezTo>
                        <a:pt x="14" y="7"/>
                        <a:pt x="15" y="13"/>
                        <a:pt x="17" y="19"/>
                      </a:cubicBezTo>
                      <a:cubicBezTo>
                        <a:pt x="19" y="25"/>
                        <a:pt x="21" y="30"/>
                        <a:pt x="24" y="35"/>
                      </a:cubicBezTo>
                      <a:cubicBezTo>
                        <a:pt x="27" y="41"/>
                        <a:pt x="30" y="46"/>
                        <a:pt x="34" y="50"/>
                      </a:cubicBezTo>
                      <a:cubicBezTo>
                        <a:pt x="36" y="52"/>
                        <a:pt x="38" y="53"/>
                        <a:pt x="40" y="55"/>
                      </a:cubicBezTo>
                      <a:cubicBezTo>
                        <a:pt x="42" y="56"/>
                        <a:pt x="45" y="57"/>
                        <a:pt x="48" y="58"/>
                      </a:cubicBezTo>
                      <a:cubicBezTo>
                        <a:pt x="59" y="62"/>
                        <a:pt x="71" y="62"/>
                        <a:pt x="84" y="63"/>
                      </a:cubicBezTo>
                      <a:cubicBezTo>
                        <a:pt x="90" y="63"/>
                        <a:pt x="96" y="64"/>
                        <a:pt x="103" y="65"/>
                      </a:cubicBezTo>
                      <a:cubicBezTo>
                        <a:pt x="106" y="65"/>
                        <a:pt x="109" y="66"/>
                        <a:pt x="112" y="67"/>
                      </a:cubicBezTo>
                      <a:cubicBezTo>
                        <a:pt x="116" y="68"/>
                        <a:pt x="119" y="70"/>
                        <a:pt x="121" y="73"/>
                      </a:cubicBezTo>
                      <a:cubicBezTo>
                        <a:pt x="123" y="76"/>
                        <a:pt x="125" y="79"/>
                        <a:pt x="127" y="82"/>
                      </a:cubicBezTo>
                      <a:cubicBezTo>
                        <a:pt x="128" y="85"/>
                        <a:pt x="129" y="88"/>
                        <a:pt x="130" y="91"/>
                      </a:cubicBezTo>
                      <a:cubicBezTo>
                        <a:pt x="132" y="97"/>
                        <a:pt x="133" y="104"/>
                        <a:pt x="134" y="110"/>
                      </a:cubicBezTo>
                      <a:cubicBezTo>
                        <a:pt x="135" y="113"/>
                        <a:pt x="136" y="116"/>
                        <a:pt x="137" y="118"/>
                      </a:cubicBezTo>
                      <a:cubicBezTo>
                        <a:pt x="138" y="121"/>
                        <a:pt x="139" y="124"/>
                        <a:pt x="140" y="127"/>
                      </a:cubicBezTo>
                      <a:cubicBezTo>
                        <a:pt x="141" y="129"/>
                        <a:pt x="143" y="131"/>
                        <a:pt x="146" y="132"/>
                      </a:cubicBezTo>
                      <a:cubicBezTo>
                        <a:pt x="148" y="134"/>
                        <a:pt x="151" y="134"/>
                        <a:pt x="154" y="134"/>
                      </a:cubicBezTo>
                      <a:cubicBezTo>
                        <a:pt x="161" y="135"/>
                        <a:pt x="167" y="135"/>
                        <a:pt x="173" y="138"/>
                      </a:cubicBezTo>
                      <a:cubicBezTo>
                        <a:pt x="175" y="138"/>
                        <a:pt x="176" y="139"/>
                        <a:pt x="177" y="140"/>
                      </a:cubicBezTo>
                      <a:cubicBezTo>
                        <a:pt x="179" y="141"/>
                        <a:pt x="180" y="142"/>
                        <a:pt x="181" y="143"/>
                      </a:cubicBezTo>
                      <a:cubicBezTo>
                        <a:pt x="183" y="144"/>
                        <a:pt x="184" y="146"/>
                        <a:pt x="184" y="148"/>
                      </a:cubicBezTo>
                      <a:cubicBezTo>
                        <a:pt x="184" y="149"/>
                        <a:pt x="184" y="151"/>
                        <a:pt x="184" y="152"/>
                      </a:cubicBezTo>
                      <a:cubicBezTo>
                        <a:pt x="183" y="159"/>
                        <a:pt x="181" y="165"/>
                        <a:pt x="181" y="171"/>
                      </a:cubicBezTo>
                      <a:cubicBezTo>
                        <a:pt x="182" y="177"/>
                        <a:pt x="184" y="183"/>
                        <a:pt x="187" y="188"/>
                      </a:cubicBezTo>
                      <a:cubicBezTo>
                        <a:pt x="184" y="183"/>
                        <a:pt x="181" y="177"/>
                        <a:pt x="181" y="171"/>
                      </a:cubicBezTo>
                      <a:cubicBezTo>
                        <a:pt x="180" y="165"/>
                        <a:pt x="181" y="158"/>
                        <a:pt x="182" y="152"/>
                      </a:cubicBezTo>
                      <a:cubicBezTo>
                        <a:pt x="183" y="149"/>
                        <a:pt x="182" y="146"/>
                        <a:pt x="180" y="144"/>
                      </a:cubicBezTo>
                      <a:cubicBezTo>
                        <a:pt x="179" y="144"/>
                        <a:pt x="178" y="143"/>
                        <a:pt x="176" y="142"/>
                      </a:cubicBezTo>
                      <a:cubicBezTo>
                        <a:pt x="175" y="141"/>
                        <a:pt x="174" y="140"/>
                        <a:pt x="172" y="140"/>
                      </a:cubicBezTo>
                      <a:cubicBezTo>
                        <a:pt x="167" y="138"/>
                        <a:pt x="161" y="138"/>
                        <a:pt x="154" y="137"/>
                      </a:cubicBezTo>
                      <a:cubicBezTo>
                        <a:pt x="151" y="137"/>
                        <a:pt x="148" y="137"/>
                        <a:pt x="144" y="136"/>
                      </a:cubicBezTo>
                      <a:cubicBezTo>
                        <a:pt x="141" y="134"/>
                        <a:pt x="139" y="132"/>
                        <a:pt x="137" y="129"/>
                      </a:cubicBezTo>
                      <a:cubicBezTo>
                        <a:pt x="135" y="126"/>
                        <a:pt x="134" y="123"/>
                        <a:pt x="133" y="120"/>
                      </a:cubicBezTo>
                      <a:cubicBezTo>
                        <a:pt x="132" y="117"/>
                        <a:pt x="131" y="114"/>
                        <a:pt x="130" y="111"/>
                      </a:cubicBezTo>
                      <a:cubicBezTo>
                        <a:pt x="128" y="105"/>
                        <a:pt x="127" y="98"/>
                        <a:pt x="125" y="93"/>
                      </a:cubicBezTo>
                      <a:cubicBezTo>
                        <a:pt x="123" y="87"/>
                        <a:pt x="120" y="82"/>
                        <a:pt x="117" y="77"/>
                      </a:cubicBezTo>
                      <a:cubicBezTo>
                        <a:pt x="113" y="74"/>
                        <a:pt x="108" y="72"/>
                        <a:pt x="102" y="71"/>
                      </a:cubicBezTo>
                      <a:cubicBezTo>
                        <a:pt x="96" y="71"/>
                        <a:pt x="90" y="71"/>
                        <a:pt x="83" y="71"/>
                      </a:cubicBezTo>
                      <a:cubicBezTo>
                        <a:pt x="71" y="70"/>
                        <a:pt x="58" y="71"/>
                        <a:pt x="45" y="67"/>
                      </a:cubicBezTo>
                      <a:cubicBezTo>
                        <a:pt x="42" y="66"/>
                        <a:pt x="38" y="65"/>
                        <a:pt x="35" y="63"/>
                      </a:cubicBezTo>
                      <a:cubicBezTo>
                        <a:pt x="32" y="61"/>
                        <a:pt x="29" y="59"/>
                        <a:pt x="27" y="57"/>
                      </a:cubicBezTo>
                      <a:cubicBezTo>
                        <a:pt x="22" y="52"/>
                        <a:pt x="18" y="46"/>
                        <a:pt x="15" y="41"/>
                      </a:cubicBezTo>
                      <a:cubicBezTo>
                        <a:pt x="11" y="35"/>
                        <a:pt x="9" y="29"/>
                        <a:pt x="7" y="23"/>
                      </a:cubicBezTo>
                      <a:cubicBezTo>
                        <a:pt x="4" y="17"/>
                        <a:pt x="2" y="11"/>
                        <a:pt x="0" y="7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" name="Google Shape;680;p3"/>
                <p:cNvSpPr/>
                <p:nvPr/>
              </p:nvSpPr>
              <p:spPr>
                <a:xfrm>
                  <a:off x="8117388" y="1383275"/>
                  <a:ext cx="109537" cy="222250"/>
                </a:xfrm>
                <a:custGeom>
                  <a:rect b="b" l="l" r="r" t="t"/>
                  <a:pathLst>
                    <a:path extrusionOk="0" h="59" w="29">
                      <a:moveTo>
                        <a:pt x="20" y="38"/>
                      </a:moveTo>
                      <a:cubicBezTo>
                        <a:pt x="15" y="26"/>
                        <a:pt x="13" y="13"/>
                        <a:pt x="1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8"/>
                        <a:pt x="2" y="15"/>
                        <a:pt x="3" y="22"/>
                      </a:cubicBezTo>
                      <a:cubicBezTo>
                        <a:pt x="5" y="29"/>
                        <a:pt x="7" y="36"/>
                        <a:pt x="10" y="43"/>
                      </a:cubicBezTo>
                      <a:cubicBezTo>
                        <a:pt x="13" y="48"/>
                        <a:pt x="16" y="54"/>
                        <a:pt x="19" y="59"/>
                      </a:cubicBezTo>
                      <a:cubicBezTo>
                        <a:pt x="23" y="58"/>
                        <a:pt x="26" y="57"/>
                        <a:pt x="29" y="55"/>
                      </a:cubicBezTo>
                      <a:cubicBezTo>
                        <a:pt x="26" y="50"/>
                        <a:pt x="22" y="44"/>
                        <a:pt x="20" y="3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" name="Google Shape;681;p3"/>
                <p:cNvSpPr/>
                <p:nvPr/>
              </p:nvSpPr>
              <p:spPr>
                <a:xfrm>
                  <a:off x="8234863" y="1394388"/>
                  <a:ext cx="98425" cy="146050"/>
                </a:xfrm>
                <a:custGeom>
                  <a:rect b="b" l="l" r="r" t="t"/>
                  <a:pathLst>
                    <a:path extrusionOk="0" h="39" w="26">
                      <a:moveTo>
                        <a:pt x="13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3"/>
                        <a:pt x="7" y="23"/>
                        <a:pt x="13" y="32"/>
                      </a:cubicBezTo>
                      <a:cubicBezTo>
                        <a:pt x="15" y="35"/>
                        <a:pt x="16" y="37"/>
                        <a:pt x="18" y="39"/>
                      </a:cubicBezTo>
                      <a:cubicBezTo>
                        <a:pt x="21" y="37"/>
                        <a:pt x="23" y="34"/>
                        <a:pt x="26" y="32"/>
                      </a:cubicBezTo>
                      <a:cubicBezTo>
                        <a:pt x="25" y="30"/>
                        <a:pt x="23" y="28"/>
                        <a:pt x="22" y="26"/>
                      </a:cubicBezTo>
                      <a:cubicBezTo>
                        <a:pt x="17" y="18"/>
                        <a:pt x="14" y="9"/>
                        <a:pt x="13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2" name="Google Shape;682;p3"/>
                <p:cNvSpPr/>
                <p:nvPr/>
              </p:nvSpPr>
              <p:spPr>
                <a:xfrm>
                  <a:off x="8292013" y="1295963"/>
                  <a:ext cx="96838" cy="180975"/>
                </a:xfrm>
                <a:custGeom>
                  <a:rect b="b" l="l" r="r" t="t"/>
                  <a:pathLst>
                    <a:path extrusionOk="0" h="48" w="26">
                      <a:moveTo>
                        <a:pt x="24" y="35"/>
                      </a:moveTo>
                      <a:cubicBezTo>
                        <a:pt x="21" y="30"/>
                        <a:pt x="19" y="25"/>
                        <a:pt x="17" y="19"/>
                      </a:cubicBezTo>
                      <a:cubicBezTo>
                        <a:pt x="15" y="13"/>
                        <a:pt x="14" y="7"/>
                        <a:pt x="10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1"/>
                        <a:pt x="4" y="17"/>
                        <a:pt x="7" y="23"/>
                      </a:cubicBezTo>
                      <a:cubicBezTo>
                        <a:pt x="9" y="29"/>
                        <a:pt x="11" y="35"/>
                        <a:pt x="15" y="41"/>
                      </a:cubicBezTo>
                      <a:cubicBezTo>
                        <a:pt x="16" y="43"/>
                        <a:pt x="17" y="46"/>
                        <a:pt x="19" y="48"/>
                      </a:cubicBezTo>
                      <a:cubicBezTo>
                        <a:pt x="21" y="45"/>
                        <a:pt x="24" y="42"/>
                        <a:pt x="26" y="38"/>
                      </a:cubicBezTo>
                      <a:cubicBezTo>
                        <a:pt x="25" y="37"/>
                        <a:pt x="25" y="36"/>
                        <a:pt x="24" y="3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" name="Google Shape;683;p3"/>
                <p:cNvSpPr/>
                <p:nvPr/>
              </p:nvSpPr>
              <p:spPr>
                <a:xfrm>
                  <a:off x="7801475" y="432363"/>
                  <a:ext cx="82550" cy="169863"/>
                </a:xfrm>
                <a:custGeom>
                  <a:rect b="b" l="l" r="r" t="t"/>
                  <a:pathLst>
                    <a:path extrusionOk="0" h="107" w="52">
                      <a:moveTo>
                        <a:pt x="28" y="107"/>
                      </a:moveTo>
                      <a:lnTo>
                        <a:pt x="0" y="0"/>
                      </a:lnTo>
                      <a:lnTo>
                        <a:pt x="52" y="100"/>
                      </a:lnTo>
                      <a:lnTo>
                        <a:pt x="28" y="1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" name="Google Shape;684;p3"/>
                <p:cNvSpPr/>
                <p:nvPr/>
              </p:nvSpPr>
              <p:spPr>
                <a:xfrm>
                  <a:off x="7598275" y="481575"/>
                  <a:ext cx="203200" cy="192088"/>
                </a:xfrm>
                <a:custGeom>
                  <a:rect b="b" l="l" r="r" t="t"/>
                  <a:pathLst>
                    <a:path extrusionOk="0" h="121" w="128">
                      <a:moveTo>
                        <a:pt x="128" y="97"/>
                      </a:moveTo>
                      <a:lnTo>
                        <a:pt x="0" y="0"/>
                      </a:lnTo>
                      <a:lnTo>
                        <a:pt x="116" y="121"/>
                      </a:lnTo>
                      <a:lnTo>
                        <a:pt x="128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5" name="Google Shape;685;p3"/>
                <p:cNvSpPr/>
                <p:nvPr/>
              </p:nvSpPr>
              <p:spPr>
                <a:xfrm>
                  <a:off x="7620500" y="708588"/>
                  <a:ext cx="123825" cy="52388"/>
                </a:xfrm>
                <a:custGeom>
                  <a:rect b="b" l="l" r="r" t="t"/>
                  <a:pathLst>
                    <a:path extrusionOk="0" h="33" w="78">
                      <a:moveTo>
                        <a:pt x="78" y="11"/>
                      </a:moveTo>
                      <a:lnTo>
                        <a:pt x="0" y="0"/>
                      </a:lnTo>
                      <a:lnTo>
                        <a:pt x="78" y="33"/>
                      </a:lnTo>
                      <a:lnTo>
                        <a:pt x="78" y="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" name="Google Shape;686;p3"/>
                <p:cNvSpPr/>
                <p:nvPr/>
              </p:nvSpPr>
              <p:spPr>
                <a:xfrm>
                  <a:off x="7491913" y="835588"/>
                  <a:ext cx="265113" cy="65088"/>
                </a:xfrm>
                <a:custGeom>
                  <a:rect b="b" l="l" r="r" t="t"/>
                  <a:pathLst>
                    <a:path extrusionOk="0" h="41" w="167">
                      <a:moveTo>
                        <a:pt x="159" y="0"/>
                      </a:moveTo>
                      <a:lnTo>
                        <a:pt x="0" y="41"/>
                      </a:lnTo>
                      <a:lnTo>
                        <a:pt x="167" y="26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7" name="Google Shape;687;p3"/>
                <p:cNvSpPr/>
                <p:nvPr/>
              </p:nvSpPr>
              <p:spPr>
                <a:xfrm>
                  <a:off x="7944350" y="372038"/>
                  <a:ext cx="38100" cy="207963"/>
                </a:xfrm>
                <a:custGeom>
                  <a:rect b="b" l="l" r="r" t="t"/>
                  <a:pathLst>
                    <a:path extrusionOk="0" h="131" w="24">
                      <a:moveTo>
                        <a:pt x="0" y="128"/>
                      </a:moveTo>
                      <a:lnTo>
                        <a:pt x="22" y="0"/>
                      </a:lnTo>
                      <a:lnTo>
                        <a:pt x="24" y="131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8" name="Google Shape;688;p3"/>
                <p:cNvSpPr/>
                <p:nvPr/>
              </p:nvSpPr>
              <p:spPr>
                <a:xfrm>
                  <a:off x="8057063" y="511738"/>
                  <a:ext cx="169863" cy="196850"/>
                </a:xfrm>
                <a:custGeom>
                  <a:rect b="b" l="l" r="r" t="t"/>
                  <a:pathLst>
                    <a:path extrusionOk="0" h="124" w="107">
                      <a:moveTo>
                        <a:pt x="0" y="97"/>
                      </a:moveTo>
                      <a:lnTo>
                        <a:pt x="107" y="0"/>
                      </a:lnTo>
                      <a:lnTo>
                        <a:pt x="7" y="124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9" name="Google Shape;689;p3"/>
                <p:cNvSpPr/>
                <p:nvPr/>
              </p:nvSpPr>
              <p:spPr>
                <a:xfrm>
                  <a:off x="8012613" y="541900"/>
                  <a:ext cx="63500" cy="79375"/>
                </a:xfrm>
                <a:custGeom>
                  <a:rect b="b" l="l" r="r" t="t"/>
                  <a:pathLst>
                    <a:path extrusionOk="0" h="50" w="40">
                      <a:moveTo>
                        <a:pt x="0" y="38"/>
                      </a:moveTo>
                      <a:lnTo>
                        <a:pt x="40" y="0"/>
                      </a:lnTo>
                      <a:lnTo>
                        <a:pt x="12" y="5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0" name="Google Shape;690;p3"/>
                <p:cNvSpPr/>
                <p:nvPr/>
              </p:nvSpPr>
              <p:spPr>
                <a:xfrm>
                  <a:off x="7880850" y="527613"/>
                  <a:ext cx="33338" cy="52388"/>
                </a:xfrm>
                <a:custGeom>
                  <a:rect b="b" l="l" r="r" t="t"/>
                  <a:pathLst>
                    <a:path extrusionOk="0" h="33" w="21">
                      <a:moveTo>
                        <a:pt x="7" y="33"/>
                      </a:moveTo>
                      <a:lnTo>
                        <a:pt x="0" y="0"/>
                      </a:lnTo>
                      <a:lnTo>
                        <a:pt x="21" y="33"/>
                      </a:lnTo>
                      <a:lnTo>
                        <a:pt x="7" y="3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1" name="Google Shape;691;p3"/>
                <p:cNvSpPr/>
                <p:nvPr/>
              </p:nvSpPr>
              <p:spPr>
                <a:xfrm>
                  <a:off x="8095163" y="695888"/>
                  <a:ext cx="222250" cy="114300"/>
                </a:xfrm>
                <a:custGeom>
                  <a:rect b="b" l="l" r="r" t="t"/>
                  <a:pathLst>
                    <a:path extrusionOk="0" h="72" w="140">
                      <a:moveTo>
                        <a:pt x="0" y="48"/>
                      </a:moveTo>
                      <a:lnTo>
                        <a:pt x="140" y="0"/>
                      </a:lnTo>
                      <a:lnTo>
                        <a:pt x="14" y="72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2" name="Google Shape;692;p3"/>
                <p:cNvSpPr/>
                <p:nvPr/>
              </p:nvSpPr>
              <p:spPr>
                <a:xfrm>
                  <a:off x="8095163" y="651438"/>
                  <a:ext cx="117475" cy="87313"/>
                </a:xfrm>
                <a:custGeom>
                  <a:rect b="b" l="l" r="r" t="t"/>
                  <a:pathLst>
                    <a:path extrusionOk="0" h="55" w="74">
                      <a:moveTo>
                        <a:pt x="0" y="40"/>
                      </a:moveTo>
                      <a:lnTo>
                        <a:pt x="74" y="0"/>
                      </a:lnTo>
                      <a:lnTo>
                        <a:pt x="5" y="55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3" name="Google Shape;693;p3"/>
                <p:cNvSpPr/>
                <p:nvPr/>
              </p:nvSpPr>
              <p:spPr>
                <a:xfrm>
                  <a:off x="7688763" y="903850"/>
                  <a:ext cx="90488" cy="41275"/>
                </a:xfrm>
                <a:custGeom>
                  <a:rect b="b" l="l" r="r" t="t"/>
                  <a:pathLst>
                    <a:path extrusionOk="0" h="26" w="57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7" y="21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4" name="Google Shape;694;p3"/>
                <p:cNvSpPr/>
                <p:nvPr/>
              </p:nvSpPr>
              <p:spPr>
                <a:xfrm>
                  <a:off x="7582400" y="1076888"/>
                  <a:ext cx="260350" cy="174625"/>
                </a:xfrm>
                <a:custGeom>
                  <a:rect b="b" l="l" r="r" t="t"/>
                  <a:pathLst>
                    <a:path extrusionOk="0" h="110" w="164">
                      <a:moveTo>
                        <a:pt x="152" y="0"/>
                      </a:moveTo>
                      <a:lnTo>
                        <a:pt x="0" y="110"/>
                      </a:lnTo>
                      <a:lnTo>
                        <a:pt x="164" y="36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5" name="Google Shape;695;p3"/>
                <p:cNvSpPr/>
                <p:nvPr/>
              </p:nvSpPr>
              <p:spPr>
                <a:xfrm>
                  <a:off x="7620500" y="986400"/>
                  <a:ext cx="180975" cy="84138"/>
                </a:xfrm>
                <a:custGeom>
                  <a:rect b="b" l="l" r="r" t="t"/>
                  <a:pathLst>
                    <a:path extrusionOk="0" h="53" w="114">
                      <a:moveTo>
                        <a:pt x="114" y="19"/>
                      </a:moveTo>
                      <a:lnTo>
                        <a:pt x="0" y="53"/>
                      </a:lnTo>
                      <a:lnTo>
                        <a:pt x="112" y="0"/>
                      </a:lnTo>
                      <a:lnTo>
                        <a:pt x="114" y="1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6" name="Google Shape;696;p3"/>
                <p:cNvSpPr/>
                <p:nvPr/>
              </p:nvSpPr>
              <p:spPr>
                <a:xfrm>
                  <a:off x="8155488" y="829238"/>
                  <a:ext cx="98425" cy="90488"/>
                </a:xfrm>
                <a:custGeom>
                  <a:rect b="b" l="l" r="r" t="t"/>
                  <a:pathLst>
                    <a:path extrusionOk="0" h="57" w="62">
                      <a:moveTo>
                        <a:pt x="0" y="42"/>
                      </a:moveTo>
                      <a:lnTo>
                        <a:pt x="62" y="0"/>
                      </a:lnTo>
                      <a:lnTo>
                        <a:pt x="10" y="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" name="Google Shape;697;p3"/>
                <p:cNvSpPr/>
                <p:nvPr/>
              </p:nvSpPr>
              <p:spPr>
                <a:xfrm>
                  <a:off x="8193588" y="862575"/>
                  <a:ext cx="236538" cy="161925"/>
                </a:xfrm>
                <a:custGeom>
                  <a:rect b="b" l="l" r="r" t="t"/>
                  <a:pathLst>
                    <a:path extrusionOk="0" h="102" w="149">
                      <a:moveTo>
                        <a:pt x="0" y="71"/>
                      </a:moveTo>
                      <a:lnTo>
                        <a:pt x="149" y="0"/>
                      </a:lnTo>
                      <a:lnTo>
                        <a:pt x="21" y="102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3"/>
                <p:cNvSpPr/>
                <p:nvPr/>
              </p:nvSpPr>
              <p:spPr>
                <a:xfrm>
                  <a:off x="7793538" y="1183250"/>
                  <a:ext cx="98425" cy="38100"/>
                </a:xfrm>
                <a:custGeom>
                  <a:rect b="b" l="l" r="r" t="t"/>
                  <a:pathLst>
                    <a:path extrusionOk="0" h="24" w="62">
                      <a:moveTo>
                        <a:pt x="52" y="0"/>
                      </a:moveTo>
                      <a:lnTo>
                        <a:pt x="0" y="21"/>
                      </a:lnTo>
                      <a:lnTo>
                        <a:pt x="62" y="24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3"/>
                <p:cNvSpPr/>
                <p:nvPr/>
              </p:nvSpPr>
              <p:spPr>
                <a:xfrm>
                  <a:off x="7815763" y="1311838"/>
                  <a:ext cx="155575" cy="211138"/>
                </a:xfrm>
                <a:custGeom>
                  <a:rect b="b" l="l" r="r" t="t"/>
                  <a:pathLst>
                    <a:path extrusionOk="0" h="133" w="98">
                      <a:moveTo>
                        <a:pt x="86" y="0"/>
                      </a:moveTo>
                      <a:lnTo>
                        <a:pt x="0" y="133"/>
                      </a:lnTo>
                      <a:lnTo>
                        <a:pt x="98" y="21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3"/>
                <p:cNvSpPr/>
                <p:nvPr/>
              </p:nvSpPr>
              <p:spPr>
                <a:xfrm>
                  <a:off x="8284075" y="1032438"/>
                  <a:ext cx="233363" cy="109538"/>
                </a:xfrm>
                <a:custGeom>
                  <a:rect b="b" l="l" r="r" t="t"/>
                  <a:pathLst>
                    <a:path extrusionOk="0" h="69" w="147">
                      <a:moveTo>
                        <a:pt x="0" y="45"/>
                      </a:moveTo>
                      <a:lnTo>
                        <a:pt x="147" y="0"/>
                      </a:lnTo>
                      <a:lnTo>
                        <a:pt x="16" y="69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1" name="Google Shape;701;p3"/>
                <p:cNvSpPr/>
                <p:nvPr/>
              </p:nvSpPr>
              <p:spPr>
                <a:xfrm>
                  <a:off x="8347575" y="1213413"/>
                  <a:ext cx="161925" cy="52388"/>
                </a:xfrm>
                <a:custGeom>
                  <a:rect b="b" l="l" r="r" t="t"/>
                  <a:pathLst>
                    <a:path extrusionOk="0" h="33" w="102">
                      <a:moveTo>
                        <a:pt x="0" y="24"/>
                      </a:moveTo>
                      <a:lnTo>
                        <a:pt x="102" y="33"/>
                      </a:lnTo>
                      <a:lnTo>
                        <a:pt x="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2" name="Google Shape;702;p3"/>
                <p:cNvSpPr/>
                <p:nvPr/>
              </p:nvSpPr>
              <p:spPr>
                <a:xfrm>
                  <a:off x="8257088" y="1021325"/>
                  <a:ext cx="82550" cy="66675"/>
                </a:xfrm>
                <a:custGeom>
                  <a:rect b="b" l="l" r="r" t="t"/>
                  <a:pathLst>
                    <a:path extrusionOk="0" h="42" w="52">
                      <a:moveTo>
                        <a:pt x="0" y="31"/>
                      </a:moveTo>
                      <a:lnTo>
                        <a:pt x="52" y="0"/>
                      </a:lnTo>
                      <a:lnTo>
                        <a:pt x="12" y="4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3" name="Google Shape;703;p3"/>
                <p:cNvSpPr/>
                <p:nvPr/>
              </p:nvSpPr>
              <p:spPr>
                <a:xfrm>
                  <a:off x="7845925" y="1273738"/>
                  <a:ext cx="98425" cy="71438"/>
                </a:xfrm>
                <a:custGeom>
                  <a:rect b="b" l="l" r="r" t="t"/>
                  <a:pathLst>
                    <a:path extrusionOk="0" h="45" w="62">
                      <a:moveTo>
                        <a:pt x="57" y="0"/>
                      </a:moveTo>
                      <a:lnTo>
                        <a:pt x="0" y="45"/>
                      </a:lnTo>
                      <a:lnTo>
                        <a:pt x="62" y="14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3"/>
                <p:cNvSpPr/>
                <p:nvPr/>
              </p:nvSpPr>
              <p:spPr>
                <a:xfrm>
                  <a:off x="7922125" y="1386450"/>
                  <a:ext cx="131763" cy="192088"/>
                </a:xfrm>
                <a:custGeom>
                  <a:rect b="b" l="l" r="r" t="t"/>
                  <a:pathLst>
                    <a:path extrusionOk="0" h="121" w="83">
                      <a:moveTo>
                        <a:pt x="62" y="0"/>
                      </a:moveTo>
                      <a:lnTo>
                        <a:pt x="0" y="121"/>
                      </a:lnTo>
                      <a:lnTo>
                        <a:pt x="83" y="1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5" name="Google Shape;705;p3"/>
                <p:cNvSpPr/>
                <p:nvPr/>
              </p:nvSpPr>
              <p:spPr>
                <a:xfrm>
                  <a:off x="8065000" y="1432488"/>
                  <a:ext cx="38100" cy="66675"/>
                </a:xfrm>
                <a:custGeom>
                  <a:rect b="b" l="l" r="r" t="t"/>
                  <a:pathLst>
                    <a:path extrusionOk="0" h="42" w="24">
                      <a:moveTo>
                        <a:pt x="12" y="0"/>
                      </a:moveTo>
                      <a:lnTo>
                        <a:pt x="0" y="42"/>
                      </a:lnTo>
                      <a:lnTo>
                        <a:pt x="24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6" name="Google Shape;706;p3"/>
                <p:cNvSpPr/>
                <p:nvPr/>
              </p:nvSpPr>
              <p:spPr>
                <a:xfrm>
                  <a:off x="8325350" y="1081650"/>
                  <a:ext cx="260350" cy="96838"/>
                </a:xfrm>
                <a:custGeom>
                  <a:rect b="b" l="l" r="r" t="t"/>
                  <a:pathLst>
                    <a:path extrusionOk="0" h="61" w="164">
                      <a:moveTo>
                        <a:pt x="0" y="47"/>
                      </a:moveTo>
                      <a:lnTo>
                        <a:pt x="164" y="0"/>
                      </a:lnTo>
                      <a:lnTo>
                        <a:pt x="5" y="61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7" name="Google Shape;707;p3"/>
                <p:cNvSpPr/>
                <p:nvPr/>
              </p:nvSpPr>
              <p:spPr>
                <a:xfrm>
                  <a:off x="7831638" y="538725"/>
                  <a:ext cx="52388" cy="63500"/>
                </a:xfrm>
                <a:custGeom>
                  <a:rect b="b" l="l" r="r" t="t"/>
                  <a:pathLst>
                    <a:path extrusionOk="0" h="17" w="14">
                      <a:moveTo>
                        <a:pt x="14" y="1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4" y="17"/>
                        <a:pt x="4" y="17"/>
                        <a:pt x="4" y="17"/>
                      </a:cubicBezTo>
                      <a:lnTo>
                        <a:pt x="1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8" name="Google Shape;708;p3"/>
                <p:cNvSpPr/>
                <p:nvPr/>
              </p:nvSpPr>
              <p:spPr>
                <a:xfrm>
                  <a:off x="7741150" y="605400"/>
                  <a:ext cx="60325" cy="68262"/>
                </a:xfrm>
                <a:custGeom>
                  <a:rect b="b" l="l" r="r" t="t"/>
                  <a:pathLst>
                    <a:path extrusionOk="0" h="18" w="16">
                      <a:moveTo>
                        <a:pt x="16" y="8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2"/>
                        <a:pt x="2" y="5"/>
                        <a:pt x="0" y="7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lnTo>
                        <a:pt x="16" y="8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9" name="Google Shape;709;p3"/>
                <p:cNvSpPr/>
                <p:nvPr/>
              </p:nvSpPr>
              <p:spPr>
                <a:xfrm>
                  <a:off x="7696700" y="719700"/>
                  <a:ext cx="47625" cy="41275"/>
                </a:xfrm>
                <a:custGeom>
                  <a:rect b="b" l="l" r="r" t="t"/>
                  <a:pathLst>
                    <a:path extrusionOk="0" h="11" w="13">
                      <a:moveTo>
                        <a:pt x="13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0" name="Google Shape;710;p3"/>
                <p:cNvSpPr/>
                <p:nvPr/>
              </p:nvSpPr>
              <p:spPr>
                <a:xfrm>
                  <a:off x="7696700" y="835588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3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1" y="9"/>
                        <a:pt x="2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1" name="Google Shape;711;p3"/>
                <p:cNvSpPr/>
                <p:nvPr/>
              </p:nvSpPr>
              <p:spPr>
                <a:xfrm>
                  <a:off x="7944350" y="522850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0" y="15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14"/>
                        <a:pt x="0" y="14"/>
                        <a:pt x="0" y="14"/>
                      </a:cubicBezTo>
                      <a:lnTo>
                        <a:pt x="10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2" name="Google Shape;712;p3"/>
                <p:cNvSpPr/>
                <p:nvPr/>
              </p:nvSpPr>
              <p:spPr>
                <a:xfrm>
                  <a:off x="8057063" y="624450"/>
                  <a:ext cx="60325" cy="84138"/>
                </a:xfrm>
                <a:custGeom>
                  <a:rect b="b" l="l" r="r" t="t"/>
                  <a:pathLst>
                    <a:path extrusionOk="0" h="22" w="16">
                      <a:moveTo>
                        <a:pt x="3" y="22"/>
                      </a:move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4" y="4"/>
                        <a:pt x="13" y="2"/>
                        <a:pt x="12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lnTo>
                        <a:pt x="3" y="2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3" name="Google Shape;713;p3"/>
                <p:cNvSpPr/>
                <p:nvPr/>
              </p:nvSpPr>
              <p:spPr>
                <a:xfrm>
                  <a:off x="8012613" y="564125"/>
                  <a:ext cx="49213" cy="57150"/>
                </a:xfrm>
                <a:custGeom>
                  <a:rect b="b" l="l" r="r" t="t"/>
                  <a:pathLst>
                    <a:path extrusionOk="0" h="15" w="13">
                      <a:moveTo>
                        <a:pt x="5" y="15"/>
                      </a:move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0" y="10"/>
                        <a:pt x="0" y="10"/>
                        <a:pt x="0" y="10"/>
                      </a:cubicBezTo>
                      <a:lnTo>
                        <a:pt x="5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3"/>
                <p:cNvSpPr/>
                <p:nvPr/>
              </p:nvSpPr>
              <p:spPr>
                <a:xfrm>
                  <a:off x="7880850" y="530788"/>
                  <a:ext cx="33338" cy="49213"/>
                </a:xfrm>
                <a:custGeom>
                  <a:rect b="b" l="l" r="r" t="t"/>
                  <a:pathLst>
                    <a:path extrusionOk="0" h="31" w="21">
                      <a:moveTo>
                        <a:pt x="21" y="31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31"/>
                      </a:lnTo>
                      <a:lnTo>
                        <a:pt x="21" y="31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5" name="Google Shape;715;p3"/>
                <p:cNvSpPr/>
                <p:nvPr/>
              </p:nvSpPr>
              <p:spPr>
                <a:xfrm>
                  <a:off x="8095163" y="753038"/>
                  <a:ext cx="71437" cy="57150"/>
                </a:xfrm>
                <a:custGeom>
                  <a:rect b="b" l="l" r="r" t="t"/>
                  <a:pathLst>
                    <a:path extrusionOk="0" h="15" w="19">
                      <a:moveTo>
                        <a:pt x="6" y="15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6"/>
                        <a:pt x="18" y="4"/>
                        <a:pt x="17" y="2"/>
                      </a:cubicBezTo>
                      <a:cubicBezTo>
                        <a:pt x="17" y="1"/>
                        <a:pt x="16" y="1"/>
                        <a:pt x="16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lnTo>
                        <a:pt x="6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6" name="Google Shape;716;p3"/>
                <p:cNvSpPr/>
                <p:nvPr/>
              </p:nvSpPr>
              <p:spPr>
                <a:xfrm>
                  <a:off x="8095163" y="692713"/>
                  <a:ext cx="46037" cy="46037"/>
                </a:xfrm>
                <a:custGeom>
                  <a:rect b="b" l="l" r="r" t="t"/>
                  <a:pathLst>
                    <a:path extrusionOk="0" h="12" w="12">
                      <a:moveTo>
                        <a:pt x="2" y="12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3"/>
                        <a:pt x="11" y="2"/>
                        <a:pt x="1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7" name="Google Shape;717;p3"/>
                <p:cNvSpPr/>
                <p:nvPr/>
              </p:nvSpPr>
              <p:spPr>
                <a:xfrm>
                  <a:off x="7714163" y="903850"/>
                  <a:ext cx="65088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9"/>
                        <a:pt x="1" y="10"/>
                      </a:cubicBezTo>
                      <a:cubicBezTo>
                        <a:pt x="17" y="9"/>
                        <a:pt x="17" y="9"/>
                        <a:pt x="17" y="9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8" name="Google Shape;718;p3"/>
                <p:cNvSpPr/>
                <p:nvPr/>
              </p:nvSpPr>
              <p:spPr>
                <a:xfrm>
                  <a:off x="7782425" y="1076888"/>
                  <a:ext cx="60325" cy="76200"/>
                </a:xfrm>
                <a:custGeom>
                  <a:rect b="b" l="l" r="r" t="t"/>
                  <a:pathLst>
                    <a:path extrusionOk="0" h="20" w="16">
                      <a:moveTo>
                        <a:pt x="11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2"/>
                        <a:pt x="3" y="16"/>
                        <a:pt x="5" y="20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9" name="Google Shape;719;p3"/>
                <p:cNvSpPr/>
                <p:nvPr/>
              </p:nvSpPr>
              <p:spPr>
                <a:xfrm>
                  <a:off x="7741150" y="986400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5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8"/>
                        <a:pt x="1" y="9"/>
                        <a:pt x="2" y="10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6" y="8"/>
                        <a:pt x="16" y="8"/>
                        <a:pt x="16" y="8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0" name="Google Shape;720;p3"/>
                <p:cNvSpPr/>
                <p:nvPr/>
              </p:nvSpPr>
              <p:spPr>
                <a:xfrm>
                  <a:off x="8155488" y="865750"/>
                  <a:ext cx="52388" cy="53975"/>
                </a:xfrm>
                <a:custGeom>
                  <a:rect b="b" l="l" r="r" t="t"/>
                  <a:pathLst>
                    <a:path extrusionOk="0" h="14" w="14">
                      <a:moveTo>
                        <a:pt x="4" y="14"/>
                      </a:move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3" y="1"/>
                        <a:pt x="12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1" name="Google Shape;721;p3"/>
                <p:cNvSpPr/>
                <p:nvPr/>
              </p:nvSpPr>
              <p:spPr>
                <a:xfrm>
                  <a:off x="8193588" y="953063"/>
                  <a:ext cx="74613" cy="71437"/>
                </a:xfrm>
                <a:custGeom>
                  <a:rect b="b" l="l" r="r" t="t"/>
                  <a:pathLst>
                    <a:path extrusionOk="0" h="19" w="20">
                      <a:moveTo>
                        <a:pt x="9" y="19"/>
                      </a:move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8" y="7"/>
                        <a:pt x="16" y="3"/>
                        <a:pt x="14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2" name="Google Shape;722;p3"/>
                <p:cNvSpPr/>
                <p:nvPr/>
              </p:nvSpPr>
              <p:spPr>
                <a:xfrm>
                  <a:off x="7828463" y="1183250"/>
                  <a:ext cx="63500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7"/>
                        <a:pt x="2" y="8"/>
                        <a:pt x="2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3" name="Google Shape;723;p3"/>
                <p:cNvSpPr/>
                <p:nvPr/>
              </p:nvSpPr>
              <p:spPr>
                <a:xfrm>
                  <a:off x="7922125" y="1311838"/>
                  <a:ext cx="49213" cy="63500"/>
                </a:xfrm>
                <a:custGeom>
                  <a:rect b="b" l="l" r="r" t="t"/>
                  <a:pathLst>
                    <a:path extrusionOk="0" h="17" w="13">
                      <a:moveTo>
                        <a:pt x="8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13"/>
                        <a:pt x="2" y="14"/>
                        <a:pt x="3" y="15"/>
                      </a:cubicBezTo>
                      <a:cubicBezTo>
                        <a:pt x="4" y="16"/>
                        <a:pt x="4" y="17"/>
                        <a:pt x="5" y="17"/>
                      </a:cubicBezTo>
                      <a:cubicBezTo>
                        <a:pt x="13" y="9"/>
                        <a:pt x="13" y="9"/>
                        <a:pt x="13" y="9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4" name="Google Shape;724;p3"/>
                <p:cNvSpPr/>
                <p:nvPr/>
              </p:nvSpPr>
              <p:spPr>
                <a:xfrm>
                  <a:off x="8284075" y="1088000"/>
                  <a:ext cx="71437" cy="53975"/>
                </a:xfrm>
                <a:custGeom>
                  <a:rect b="b" l="l" r="r" t="t"/>
                  <a:pathLst>
                    <a:path extrusionOk="0" h="14" w="19">
                      <a:moveTo>
                        <a:pt x="7" y="14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5"/>
                        <a:pt x="16" y="2"/>
                        <a:pt x="14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5" name="Google Shape;725;p3"/>
                <p:cNvSpPr/>
                <p:nvPr/>
              </p:nvSpPr>
              <p:spPr>
                <a:xfrm>
                  <a:off x="8347575" y="1213413"/>
                  <a:ext cx="57150" cy="41275"/>
                </a:xfrm>
                <a:custGeom>
                  <a:rect b="b" l="l" r="r" t="t"/>
                  <a:pathLst>
                    <a:path extrusionOk="0" h="11" w="15">
                      <a:moveTo>
                        <a:pt x="0" y="10"/>
                      </a:move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5" y="10"/>
                        <a:pt x="15" y="9"/>
                      </a:cubicBezTo>
                      <a:cubicBezTo>
                        <a:pt x="15" y="7"/>
                        <a:pt x="15" y="6"/>
                        <a:pt x="14" y="5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6" name="Google Shape;726;p3"/>
                <p:cNvSpPr/>
                <p:nvPr/>
              </p:nvSpPr>
              <p:spPr>
                <a:xfrm>
                  <a:off x="8257088" y="1043550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5" y="12"/>
                      </a:move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3" y="1"/>
                        <a:pt x="12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7" name="Google Shape;727;p3"/>
                <p:cNvSpPr/>
                <p:nvPr/>
              </p:nvSpPr>
              <p:spPr>
                <a:xfrm>
                  <a:off x="7891963" y="1273738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12" y="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0"/>
                        <a:pt x="1" y="11"/>
                        <a:pt x="2" y="12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8" name="Google Shape;728;p3"/>
                <p:cNvSpPr/>
                <p:nvPr/>
              </p:nvSpPr>
              <p:spPr>
                <a:xfrm>
                  <a:off x="7996738" y="1386450"/>
                  <a:ext cx="57150" cy="63500"/>
                </a:xfrm>
                <a:custGeom>
                  <a:rect b="b" l="l" r="r" t="t"/>
                  <a:pathLst>
                    <a:path extrusionOk="0" h="17" w="15">
                      <a:moveTo>
                        <a:pt x="6" y="0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2" y="14"/>
                        <a:pt x="4" y="15"/>
                        <a:pt x="6" y="17"/>
                      </a:cubicBezTo>
                      <a:cubicBezTo>
                        <a:pt x="15" y="5"/>
                        <a:pt x="15" y="5"/>
                        <a:pt x="15" y="5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9" name="Google Shape;729;p3"/>
                <p:cNvSpPr/>
                <p:nvPr/>
              </p:nvSpPr>
              <p:spPr>
                <a:xfrm>
                  <a:off x="8068175" y="1432488"/>
                  <a:ext cx="34925" cy="47625"/>
                </a:xfrm>
                <a:custGeom>
                  <a:rect b="b" l="l" r="r" t="t"/>
                  <a:pathLst>
                    <a:path extrusionOk="0" h="13" w="9">
                      <a:moveTo>
                        <a:pt x="4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1" y="13"/>
                        <a:pt x="2" y="13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3"/>
                <p:cNvSpPr/>
                <p:nvPr/>
              </p:nvSpPr>
              <p:spPr>
                <a:xfrm>
                  <a:off x="8325350" y="1141975"/>
                  <a:ext cx="55563" cy="36513"/>
                </a:xfrm>
                <a:custGeom>
                  <a:rect b="b" l="l" r="r" t="t"/>
                  <a:pathLst>
                    <a:path extrusionOk="0" h="10" w="15">
                      <a:moveTo>
                        <a:pt x="2" y="10"/>
                      </a:move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4" y="3"/>
                        <a:pt x="13" y="2"/>
                        <a:pt x="12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3"/>
                <p:cNvSpPr/>
                <p:nvPr/>
              </p:nvSpPr>
              <p:spPr>
                <a:xfrm>
                  <a:off x="7710988" y="522850"/>
                  <a:ext cx="682625" cy="973137"/>
                </a:xfrm>
                <a:custGeom>
                  <a:rect b="b" l="l" r="r" t="t"/>
                  <a:pathLst>
                    <a:path extrusionOk="0" h="258" w="181">
                      <a:moveTo>
                        <a:pt x="69" y="218"/>
                      </a:moveTo>
                      <a:cubicBezTo>
                        <a:pt x="100" y="258"/>
                        <a:pt x="129" y="253"/>
                        <a:pt x="152" y="231"/>
                      </a:cubicBezTo>
                      <a:cubicBezTo>
                        <a:pt x="181" y="204"/>
                        <a:pt x="175" y="181"/>
                        <a:pt x="156" y="156"/>
                      </a:cubicBezTo>
                      <a:cubicBezTo>
                        <a:pt x="132" y="124"/>
                        <a:pt x="118" y="98"/>
                        <a:pt x="102" y="51"/>
                      </a:cubicBezTo>
                      <a:cubicBezTo>
                        <a:pt x="94" y="26"/>
                        <a:pt x="76" y="0"/>
                        <a:pt x="41" y="16"/>
                      </a:cubicBezTo>
                      <a:cubicBezTo>
                        <a:pt x="13" y="29"/>
                        <a:pt x="0" y="54"/>
                        <a:pt x="9" y="90"/>
                      </a:cubicBezTo>
                      <a:cubicBezTo>
                        <a:pt x="18" y="128"/>
                        <a:pt x="36" y="175"/>
                        <a:pt x="69" y="2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2" name="Google Shape;732;p3"/>
                <p:cNvSpPr/>
                <p:nvPr/>
              </p:nvSpPr>
              <p:spPr>
                <a:xfrm>
                  <a:off x="7718925" y="624450"/>
                  <a:ext cx="674688" cy="871538"/>
                </a:xfrm>
                <a:custGeom>
                  <a:rect b="b" l="l" r="r" t="t"/>
                  <a:pathLst>
                    <a:path extrusionOk="0" h="231" w="179">
                      <a:moveTo>
                        <a:pt x="136" y="162"/>
                      </a:moveTo>
                      <a:cubicBezTo>
                        <a:pt x="118" y="178"/>
                        <a:pt x="91" y="176"/>
                        <a:pt x="63" y="131"/>
                      </a:cubicBezTo>
                      <a:cubicBezTo>
                        <a:pt x="33" y="83"/>
                        <a:pt x="17" y="33"/>
                        <a:pt x="23" y="0"/>
                      </a:cubicBezTo>
                      <a:cubicBezTo>
                        <a:pt x="7" y="14"/>
                        <a:pt x="0" y="35"/>
                        <a:pt x="7" y="63"/>
                      </a:cubicBezTo>
                      <a:cubicBezTo>
                        <a:pt x="16" y="101"/>
                        <a:pt x="34" y="148"/>
                        <a:pt x="67" y="191"/>
                      </a:cubicBezTo>
                      <a:cubicBezTo>
                        <a:pt x="98" y="231"/>
                        <a:pt x="127" y="226"/>
                        <a:pt x="150" y="204"/>
                      </a:cubicBezTo>
                      <a:cubicBezTo>
                        <a:pt x="179" y="177"/>
                        <a:pt x="173" y="154"/>
                        <a:pt x="154" y="129"/>
                      </a:cubicBezTo>
                      <a:cubicBezTo>
                        <a:pt x="150" y="123"/>
                        <a:pt x="145" y="117"/>
                        <a:pt x="141" y="111"/>
                      </a:cubicBezTo>
                      <a:cubicBezTo>
                        <a:pt x="147" y="128"/>
                        <a:pt x="150" y="150"/>
                        <a:pt x="136" y="16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3" name="Google Shape;733;p3"/>
                <p:cNvSpPr/>
                <p:nvPr/>
              </p:nvSpPr>
              <p:spPr>
                <a:xfrm>
                  <a:off x="7930063" y="594288"/>
                  <a:ext cx="161925" cy="276225"/>
                </a:xfrm>
                <a:custGeom>
                  <a:rect b="b" l="l" r="r" t="t"/>
                  <a:pathLst>
                    <a:path extrusionOk="0" h="73" w="43">
                      <a:moveTo>
                        <a:pt x="35" y="31"/>
                      </a:moveTo>
                      <a:cubicBezTo>
                        <a:pt x="43" y="49"/>
                        <a:pt x="43" y="67"/>
                        <a:pt x="36" y="70"/>
                      </a:cubicBezTo>
                      <a:cubicBezTo>
                        <a:pt x="29" y="73"/>
                        <a:pt x="17" y="60"/>
                        <a:pt x="9" y="42"/>
                      </a:cubicBezTo>
                      <a:cubicBezTo>
                        <a:pt x="1" y="23"/>
                        <a:pt x="0" y="6"/>
                        <a:pt x="8" y="3"/>
                      </a:cubicBezTo>
                      <a:cubicBezTo>
                        <a:pt x="15" y="0"/>
                        <a:pt x="27" y="12"/>
                        <a:pt x="35" y="31"/>
                      </a:cubicBezTo>
                      <a:close/>
                    </a:path>
                  </a:pathLst>
                </a:custGeom>
                <a:solidFill>
                  <a:srgbClr val="F8F8F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34" name="Google Shape;734;p3"/>
              <p:cNvGrpSpPr/>
              <p:nvPr/>
            </p:nvGrpSpPr>
            <p:grpSpPr>
              <a:xfrm rot="-10195139">
                <a:off x="2329656" y="4231120"/>
                <a:ext cx="482907" cy="669077"/>
                <a:chOff x="8260675" y="2995400"/>
                <a:chExt cx="811213" cy="1123950"/>
              </a:xfrm>
            </p:grpSpPr>
            <p:sp>
              <p:nvSpPr>
                <p:cNvPr id="735" name="Google Shape;735;p3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6" name="Google Shape;736;p3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7" name="Google Shape;737;p3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8" name="Google Shape;738;p3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9" name="Google Shape;739;p3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0" name="Google Shape;740;p3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1" name="Google Shape;741;p3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2" name="Google Shape;742;p3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3" name="Google Shape;743;p3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4" name="Google Shape;744;p3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5" name="Google Shape;745;p3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6" name="Google Shape;746;p3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7" name="Google Shape;747;p3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8" name="Google Shape;748;p3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49" name="Google Shape;749;p3"/>
            <p:cNvGrpSpPr/>
            <p:nvPr/>
          </p:nvGrpSpPr>
          <p:grpSpPr>
            <a:xfrm flipH="1" rot="10800000">
              <a:off x="8362088" y="-858312"/>
              <a:ext cx="1503363" cy="1828800"/>
              <a:chOff x="7491913" y="372038"/>
              <a:chExt cx="1503363" cy="1828800"/>
            </a:xfrm>
          </p:grpSpPr>
          <p:sp>
            <p:nvSpPr>
              <p:cNvPr id="750" name="Google Shape;750;p3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3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3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3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3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3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3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3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3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3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3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3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3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3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3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3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3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3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3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3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3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3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3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3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3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3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3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3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3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3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3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3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3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3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3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3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3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3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3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3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3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3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3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3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3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3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3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3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3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3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7" name="Google Shape;807;p3"/>
            <p:cNvGrpSpPr/>
            <p:nvPr/>
          </p:nvGrpSpPr>
          <p:grpSpPr>
            <a:xfrm rot="-6787350">
              <a:off x="8661580" y="927217"/>
              <a:ext cx="697807" cy="966825"/>
              <a:chOff x="8260675" y="2995400"/>
              <a:chExt cx="811213" cy="1123950"/>
            </a:xfrm>
          </p:grpSpPr>
          <p:sp>
            <p:nvSpPr>
              <p:cNvPr id="808" name="Google Shape;808;p3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3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3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3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3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3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3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3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3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3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3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3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3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2" name="Google Shape;822;p3"/>
          <p:cNvSpPr txBox="1"/>
          <p:nvPr>
            <p:ph type="title"/>
          </p:nvPr>
        </p:nvSpPr>
        <p:spPr>
          <a:xfrm>
            <a:off x="4485400" y="2250750"/>
            <a:ext cx="3943500" cy="14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3" name="Google Shape;823;p3"/>
          <p:cNvSpPr txBox="1"/>
          <p:nvPr>
            <p:ph hasCustomPrompt="1" idx="2" type="title"/>
          </p:nvPr>
        </p:nvSpPr>
        <p:spPr>
          <a:xfrm>
            <a:off x="4485400" y="1408950"/>
            <a:ext cx="11175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"/>
          <p:cNvSpPr/>
          <p:nvPr/>
        </p:nvSpPr>
        <p:spPr>
          <a:xfrm rot="5400000">
            <a:off x="4068000" y="57150"/>
            <a:ext cx="1008000" cy="916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26" name="Google Shape;826;p4"/>
          <p:cNvGrpSpPr/>
          <p:nvPr/>
        </p:nvGrpSpPr>
        <p:grpSpPr>
          <a:xfrm flipH="1">
            <a:off x="-142124" y="3008242"/>
            <a:ext cx="9807162" cy="3126850"/>
            <a:chOff x="-663149" y="3008242"/>
            <a:chExt cx="9807162" cy="3126850"/>
          </a:xfrm>
        </p:grpSpPr>
        <p:grpSp>
          <p:nvGrpSpPr>
            <p:cNvPr id="827" name="Google Shape;827;p4"/>
            <p:cNvGrpSpPr/>
            <p:nvPr/>
          </p:nvGrpSpPr>
          <p:grpSpPr>
            <a:xfrm flipH="1" rot="813197">
              <a:off x="8184368" y="3752134"/>
              <a:ext cx="835618" cy="1157765"/>
              <a:chOff x="8260675" y="2995400"/>
              <a:chExt cx="811213" cy="1123950"/>
            </a:xfrm>
          </p:grpSpPr>
          <p:sp>
            <p:nvSpPr>
              <p:cNvPr id="828" name="Google Shape;828;p4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4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4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4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4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4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4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4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4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4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4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4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4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4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2" name="Google Shape;842;p4"/>
            <p:cNvGrpSpPr/>
            <p:nvPr/>
          </p:nvGrpSpPr>
          <p:grpSpPr>
            <a:xfrm flipH="1" rot="8100000">
              <a:off x="-276719" y="3247212"/>
              <a:ext cx="1362389" cy="1657310"/>
              <a:chOff x="7491913" y="372038"/>
              <a:chExt cx="1503363" cy="1828800"/>
            </a:xfrm>
          </p:grpSpPr>
          <p:sp>
            <p:nvSpPr>
              <p:cNvPr id="843" name="Google Shape;843;p4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4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4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4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4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4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4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4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4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4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4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4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" name="Google Shape;855;p4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" name="Google Shape;856;p4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" name="Google Shape;857;p4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4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4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4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4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4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4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4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5" name="Google Shape;865;p4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4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4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4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4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4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4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4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4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4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4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4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4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4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4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4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1" name="Google Shape;881;p4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" name="Google Shape;882;p4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4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4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4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4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" name="Google Shape;887;p4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8" name="Google Shape;888;p4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" name="Google Shape;889;p4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4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4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4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4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4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4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" name="Google Shape;896;p4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4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4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4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0" name="Google Shape;900;p4"/>
            <p:cNvGrpSpPr/>
            <p:nvPr/>
          </p:nvGrpSpPr>
          <p:grpSpPr>
            <a:xfrm>
              <a:off x="1278367" y="4375835"/>
              <a:ext cx="1495920" cy="1276449"/>
              <a:chOff x="-469100" y="3905588"/>
              <a:chExt cx="1352550" cy="1154113"/>
            </a:xfrm>
          </p:grpSpPr>
          <p:grpSp>
            <p:nvGrpSpPr>
              <p:cNvPr id="901" name="Google Shape;901;p4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902" name="Google Shape;902;p4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3" name="Google Shape;903;p4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4" name="Google Shape;904;p4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4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6" name="Google Shape;906;p4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4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4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4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4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4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4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4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4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4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4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4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4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4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4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4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4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4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4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4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4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4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4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4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4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4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4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4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4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4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4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4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4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4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4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4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4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4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4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4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p4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p4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4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4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4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4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4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4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4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4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6" name="Google Shape;956;p4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7" name="Google Shape;957;p4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4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4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0" name="Google Shape;960;p4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4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4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4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4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4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4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4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4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4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4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4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4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3" name="Google Shape;973;p4"/>
            <p:cNvGrpSpPr/>
            <p:nvPr/>
          </p:nvGrpSpPr>
          <p:grpSpPr>
            <a:xfrm flipH="1" rot="-2700000">
              <a:off x="3178996" y="4593423"/>
              <a:ext cx="499962" cy="692707"/>
              <a:chOff x="8260675" y="2995400"/>
              <a:chExt cx="811213" cy="1123950"/>
            </a:xfrm>
          </p:grpSpPr>
          <p:sp>
            <p:nvSpPr>
              <p:cNvPr id="974" name="Google Shape;974;p4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4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4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4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4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4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4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4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4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4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" name="Google Shape;984;p4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" name="Google Shape;985;p4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4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4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8" name="Google Shape;988;p4"/>
            <p:cNvGrpSpPr/>
            <p:nvPr/>
          </p:nvGrpSpPr>
          <p:grpSpPr>
            <a:xfrm rot="2700000">
              <a:off x="3918206" y="4238812"/>
              <a:ext cx="1362389" cy="1657310"/>
              <a:chOff x="7491913" y="372038"/>
              <a:chExt cx="1503363" cy="1828800"/>
            </a:xfrm>
          </p:grpSpPr>
          <p:sp>
            <p:nvSpPr>
              <p:cNvPr id="989" name="Google Shape;989;p4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4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4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4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4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4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4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4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4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4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4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4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4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4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4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4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4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4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4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4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4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4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4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4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4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4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4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" name="Google Shape;1016;p4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p4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4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4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4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4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4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4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4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4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4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4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4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4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4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4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4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4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4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4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4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4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4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4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4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4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4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4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4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4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6" name="Google Shape;1046;p4"/>
            <p:cNvGrpSpPr/>
            <p:nvPr/>
          </p:nvGrpSpPr>
          <p:grpSpPr>
            <a:xfrm rot="10800000">
              <a:off x="5445951" y="4442258"/>
              <a:ext cx="1230414" cy="1049896"/>
              <a:chOff x="-469100" y="3905588"/>
              <a:chExt cx="1352550" cy="1154113"/>
            </a:xfrm>
          </p:grpSpPr>
          <p:grpSp>
            <p:nvGrpSpPr>
              <p:cNvPr id="1047" name="Google Shape;1047;p4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1048" name="Google Shape;1048;p4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4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4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4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52" name="Google Shape;1052;p4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4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4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4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4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4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4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4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4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4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4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4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4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4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4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4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4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4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4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4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4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4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4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4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4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4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4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4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4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4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4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4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4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4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6" name="Google Shape;1086;p4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7" name="Google Shape;1087;p4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4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4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4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4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4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4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4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4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4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4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4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4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4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4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4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4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4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4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4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" name="Google Shape;1107;p4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4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4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4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1" name="Google Shape;1111;p4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" name="Google Shape;1112;p4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4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4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" name="Google Shape;1115;p4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" name="Google Shape;1116;p4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" name="Google Shape;1117;p4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8" name="Google Shape;1118;p4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9" name="Google Shape;1119;p4"/>
            <p:cNvGrpSpPr/>
            <p:nvPr/>
          </p:nvGrpSpPr>
          <p:grpSpPr>
            <a:xfrm flipH="1" rot="6773866">
              <a:off x="6902417" y="4231231"/>
              <a:ext cx="1075299" cy="1308072"/>
              <a:chOff x="7491913" y="372038"/>
              <a:chExt cx="1503363" cy="1828800"/>
            </a:xfrm>
          </p:grpSpPr>
          <p:sp>
            <p:nvSpPr>
              <p:cNvPr id="1120" name="Google Shape;1120;p4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4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4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4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4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4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4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4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4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4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4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4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4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3" name="Google Shape;1133;p4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4" name="Google Shape;1134;p4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4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6" name="Google Shape;1136;p4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4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4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4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4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4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4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4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4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4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4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4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8" name="Google Shape;1148;p4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4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4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4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2" name="Google Shape;1152;p4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4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4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4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4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4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4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4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4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4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4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p4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4" name="Google Shape;1164;p4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5" name="Google Shape;1165;p4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4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4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4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4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4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1" name="Google Shape;1171;p4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p4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4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4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4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4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77" name="Google Shape;117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8" name="Google Shape;1178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81" name="Google Shape;1181;p5"/>
          <p:cNvSpPr txBox="1"/>
          <p:nvPr>
            <p:ph idx="1" type="subTitle"/>
          </p:nvPr>
        </p:nvSpPr>
        <p:spPr>
          <a:xfrm>
            <a:off x="720000" y="3463826"/>
            <a:ext cx="48576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2" name="Google Shape;1182;p5"/>
          <p:cNvSpPr txBox="1"/>
          <p:nvPr>
            <p:ph idx="2" type="subTitle"/>
          </p:nvPr>
        </p:nvSpPr>
        <p:spPr>
          <a:xfrm>
            <a:off x="720025" y="2000928"/>
            <a:ext cx="48576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3" name="Google Shape;1183;p5"/>
          <p:cNvSpPr txBox="1"/>
          <p:nvPr>
            <p:ph idx="3" type="subTitle"/>
          </p:nvPr>
        </p:nvSpPr>
        <p:spPr>
          <a:xfrm>
            <a:off x="720024" y="1518225"/>
            <a:ext cx="4857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84" name="Google Shape;1184;p5"/>
          <p:cNvSpPr txBox="1"/>
          <p:nvPr>
            <p:ph idx="4" type="subTitle"/>
          </p:nvPr>
        </p:nvSpPr>
        <p:spPr>
          <a:xfrm>
            <a:off x="720003" y="2981122"/>
            <a:ext cx="4857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6"/>
          <p:cNvSpPr/>
          <p:nvPr/>
        </p:nvSpPr>
        <p:spPr>
          <a:xfrm>
            <a:off x="-20050" y="-16650"/>
            <a:ext cx="541200" cy="517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187" name="Google Shape;1187;p6"/>
          <p:cNvGrpSpPr/>
          <p:nvPr/>
        </p:nvGrpSpPr>
        <p:grpSpPr>
          <a:xfrm>
            <a:off x="-178321" y="148398"/>
            <a:ext cx="9427375" cy="5201223"/>
            <a:chOff x="-178321" y="148398"/>
            <a:chExt cx="9427375" cy="5201223"/>
          </a:xfrm>
        </p:grpSpPr>
        <p:grpSp>
          <p:nvGrpSpPr>
            <p:cNvPr id="1188" name="Google Shape;1188;p6"/>
            <p:cNvGrpSpPr/>
            <p:nvPr/>
          </p:nvGrpSpPr>
          <p:grpSpPr>
            <a:xfrm>
              <a:off x="-178321" y="3867379"/>
              <a:ext cx="1218475" cy="1482242"/>
              <a:chOff x="7491913" y="372038"/>
              <a:chExt cx="1503363" cy="1828800"/>
            </a:xfrm>
          </p:grpSpPr>
          <p:sp>
            <p:nvSpPr>
              <p:cNvPr id="1189" name="Google Shape;1189;p6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6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6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6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6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4" name="Google Shape;1194;p6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5" name="Google Shape;1195;p6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6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7" name="Google Shape;1197;p6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8" name="Google Shape;1198;p6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6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0" name="Google Shape;1200;p6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1" name="Google Shape;1201;p6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2" name="Google Shape;1202;p6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6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4" name="Google Shape;1204;p6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6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6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6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6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6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6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6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2" name="Google Shape;1212;p6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6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6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6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6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6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6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6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6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6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6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6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6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6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6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6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228;p6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6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6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6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6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6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6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6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6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6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6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6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6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6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6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6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6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6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6" name="Google Shape;1246;p6"/>
            <p:cNvGrpSpPr/>
            <p:nvPr/>
          </p:nvGrpSpPr>
          <p:grpSpPr>
            <a:xfrm>
              <a:off x="8545205" y="148398"/>
              <a:ext cx="703850" cy="1575286"/>
              <a:chOff x="8545205" y="148398"/>
              <a:chExt cx="703850" cy="1575286"/>
            </a:xfrm>
          </p:grpSpPr>
          <p:grpSp>
            <p:nvGrpSpPr>
              <p:cNvPr id="1247" name="Google Shape;1247;p6"/>
              <p:cNvGrpSpPr/>
              <p:nvPr/>
            </p:nvGrpSpPr>
            <p:grpSpPr>
              <a:xfrm flipH="1" rot="10800000">
                <a:off x="8545205" y="148398"/>
                <a:ext cx="676795" cy="937712"/>
                <a:chOff x="8260675" y="2995400"/>
                <a:chExt cx="811213" cy="1123950"/>
              </a:xfrm>
            </p:grpSpPr>
            <p:sp>
              <p:nvSpPr>
                <p:cNvPr id="1248" name="Google Shape;1248;p6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9" name="Google Shape;1249;p6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0" name="Google Shape;1250;p6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1" name="Google Shape;1251;p6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2" name="Google Shape;1252;p6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3" name="Google Shape;1253;p6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4" name="Google Shape;1254;p6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5" name="Google Shape;1255;p6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6" name="Google Shape;1256;p6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7" name="Google Shape;1257;p6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8" name="Google Shape;1258;p6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9" name="Google Shape;1259;p6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0" name="Google Shape;1260;p6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1" name="Google Shape;1261;p6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62" name="Google Shape;1262;p6"/>
              <p:cNvGrpSpPr/>
              <p:nvPr/>
            </p:nvGrpSpPr>
            <p:grpSpPr>
              <a:xfrm flipH="1" rot="2700000">
                <a:off x="8721503" y="1120437"/>
                <a:ext cx="392696" cy="544088"/>
                <a:chOff x="8260675" y="2995400"/>
                <a:chExt cx="811213" cy="1123950"/>
              </a:xfrm>
            </p:grpSpPr>
            <p:sp>
              <p:nvSpPr>
                <p:cNvPr id="1263" name="Google Shape;1263;p6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4" name="Google Shape;1264;p6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5" name="Google Shape;1265;p6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6" name="Google Shape;1266;p6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7" name="Google Shape;1267;p6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8" name="Google Shape;1268;p6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9" name="Google Shape;1269;p6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0" name="Google Shape;1270;p6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1" name="Google Shape;1271;p6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2" name="Google Shape;1272;p6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3" name="Google Shape;1273;p6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4" name="Google Shape;1274;p6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5" name="Google Shape;1275;p6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6" name="Google Shape;1276;p6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277" name="Google Shape;127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7"/>
          <p:cNvSpPr/>
          <p:nvPr/>
        </p:nvSpPr>
        <p:spPr>
          <a:xfrm>
            <a:off x="6579675" y="-16650"/>
            <a:ext cx="2564100" cy="517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280" name="Google Shape;1280;p7"/>
          <p:cNvGrpSpPr/>
          <p:nvPr/>
        </p:nvGrpSpPr>
        <p:grpSpPr>
          <a:xfrm>
            <a:off x="-305775" y="-381706"/>
            <a:ext cx="1327798" cy="1982488"/>
            <a:chOff x="-305775" y="-381706"/>
            <a:chExt cx="1327798" cy="1982488"/>
          </a:xfrm>
        </p:grpSpPr>
        <p:grpSp>
          <p:nvGrpSpPr>
            <p:cNvPr id="1281" name="Google Shape;1281;p7"/>
            <p:cNvGrpSpPr/>
            <p:nvPr/>
          </p:nvGrpSpPr>
          <p:grpSpPr>
            <a:xfrm rot="-2148048">
              <a:off x="-148586" y="-166989"/>
              <a:ext cx="1013425" cy="864742"/>
              <a:chOff x="-469100" y="3905588"/>
              <a:chExt cx="1352550" cy="1154113"/>
            </a:xfrm>
          </p:grpSpPr>
          <p:grpSp>
            <p:nvGrpSpPr>
              <p:cNvPr id="1282" name="Google Shape;1282;p7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1283" name="Google Shape;1283;p7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4" name="Google Shape;1284;p7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5" name="Google Shape;1285;p7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6" name="Google Shape;1286;p7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87" name="Google Shape;1287;p7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7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7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7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7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7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7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7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7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7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7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298;p7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7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7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7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7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7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7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7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7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7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7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7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7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7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7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7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7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7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7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7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7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7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7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7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7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7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7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7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7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7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7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7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7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7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7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7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7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7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7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7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7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7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7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7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7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7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7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7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7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7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348;p7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9" name="Google Shape;1349;p7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0" name="Google Shape;1350;p7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1" name="Google Shape;1351;p7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352;p7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353;p7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4" name="Google Shape;1354;p7"/>
            <p:cNvGrpSpPr/>
            <p:nvPr/>
          </p:nvGrpSpPr>
          <p:grpSpPr>
            <a:xfrm rot="6366501">
              <a:off x="-274015" y="930969"/>
              <a:ext cx="653230" cy="557392"/>
              <a:chOff x="-469100" y="3905588"/>
              <a:chExt cx="1352550" cy="1154113"/>
            </a:xfrm>
          </p:grpSpPr>
          <p:grpSp>
            <p:nvGrpSpPr>
              <p:cNvPr id="1355" name="Google Shape;1355;p7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1356" name="Google Shape;1356;p7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7" name="Google Shape;1357;p7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8" name="Google Shape;1358;p7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9" name="Google Shape;1359;p7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60" name="Google Shape;1360;p7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7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7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7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7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5" name="Google Shape;1365;p7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6" name="Google Shape;1366;p7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7" name="Google Shape;1367;p7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8" name="Google Shape;1368;p7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7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7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7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7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7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7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7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7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7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7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7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7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7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7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7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7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7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7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7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7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7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7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7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7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7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7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5" name="Google Shape;1395;p7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6" name="Google Shape;1396;p7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7" name="Google Shape;1397;p7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8" name="Google Shape;1398;p7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9" name="Google Shape;1399;p7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0" name="Google Shape;1400;p7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1" name="Google Shape;1401;p7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2" name="Google Shape;1402;p7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3" name="Google Shape;1403;p7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4" name="Google Shape;1404;p7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5" name="Google Shape;1405;p7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6" name="Google Shape;1406;p7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7" name="Google Shape;1407;p7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8" name="Google Shape;1408;p7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9" name="Google Shape;1409;p7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7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1" name="Google Shape;1411;p7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2" name="Google Shape;1412;p7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7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4" name="Google Shape;1414;p7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5" name="Google Shape;1415;p7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7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7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7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7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7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1" name="Google Shape;1421;p7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2" name="Google Shape;1422;p7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7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4" name="Google Shape;1424;p7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5" name="Google Shape;1425;p7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6" name="Google Shape;1426;p7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27" name="Google Shape;1427;p7"/>
          <p:cNvSpPr txBox="1"/>
          <p:nvPr>
            <p:ph type="title"/>
          </p:nvPr>
        </p:nvSpPr>
        <p:spPr>
          <a:xfrm>
            <a:off x="720000" y="1180950"/>
            <a:ext cx="3421500" cy="110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8" name="Google Shape;1428;p7"/>
          <p:cNvSpPr txBox="1"/>
          <p:nvPr>
            <p:ph idx="1" type="body"/>
          </p:nvPr>
        </p:nvSpPr>
        <p:spPr>
          <a:xfrm>
            <a:off x="720000" y="2283750"/>
            <a:ext cx="37359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429" name="Google Shape;1429;p7"/>
          <p:cNvSpPr/>
          <p:nvPr>
            <p:ph idx="2" type="pic"/>
          </p:nvPr>
        </p:nvSpPr>
        <p:spPr>
          <a:xfrm>
            <a:off x="5271150" y="535000"/>
            <a:ext cx="3173700" cy="407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8"/>
          <p:cNvSpPr txBox="1"/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432" name="Google Shape;1432;p8"/>
          <p:cNvSpPr/>
          <p:nvPr/>
        </p:nvSpPr>
        <p:spPr>
          <a:xfrm flipH="1" rot="10800000">
            <a:off x="-20050" y="-16654"/>
            <a:ext cx="541200" cy="517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433" name="Google Shape;1433;p8"/>
          <p:cNvGrpSpPr/>
          <p:nvPr/>
        </p:nvGrpSpPr>
        <p:grpSpPr>
          <a:xfrm flipH="1" rot="10800000">
            <a:off x="-178321" y="-222775"/>
            <a:ext cx="9427375" cy="5201223"/>
            <a:chOff x="-178321" y="148398"/>
            <a:chExt cx="9427375" cy="5201223"/>
          </a:xfrm>
        </p:grpSpPr>
        <p:grpSp>
          <p:nvGrpSpPr>
            <p:cNvPr id="1434" name="Google Shape;1434;p8"/>
            <p:cNvGrpSpPr/>
            <p:nvPr/>
          </p:nvGrpSpPr>
          <p:grpSpPr>
            <a:xfrm>
              <a:off x="-178321" y="3867379"/>
              <a:ext cx="1218475" cy="1482242"/>
              <a:chOff x="7491913" y="372038"/>
              <a:chExt cx="1503363" cy="1828800"/>
            </a:xfrm>
          </p:grpSpPr>
          <p:sp>
            <p:nvSpPr>
              <p:cNvPr id="1435" name="Google Shape;1435;p8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8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8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8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8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0" name="Google Shape;1440;p8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1" name="Google Shape;1441;p8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2" name="Google Shape;1442;p8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3" name="Google Shape;1443;p8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4" name="Google Shape;1444;p8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5" name="Google Shape;1445;p8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6" name="Google Shape;1446;p8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7" name="Google Shape;1447;p8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8" name="Google Shape;1448;p8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9" name="Google Shape;1449;p8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0" name="Google Shape;1450;p8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8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2" name="Google Shape;1452;p8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3" name="Google Shape;1453;p8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4" name="Google Shape;1454;p8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5" name="Google Shape;1455;p8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8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7" name="Google Shape;1457;p8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8" name="Google Shape;1458;p8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9" name="Google Shape;1459;p8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0" name="Google Shape;1460;p8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8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8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3" name="Google Shape;1463;p8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4" name="Google Shape;1464;p8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5" name="Google Shape;1465;p8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6" name="Google Shape;1466;p8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7" name="Google Shape;1467;p8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8" name="Google Shape;1468;p8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9" name="Google Shape;1469;p8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0" name="Google Shape;1470;p8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1" name="Google Shape;1471;p8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2" name="Google Shape;1472;p8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3" name="Google Shape;1473;p8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4" name="Google Shape;1474;p8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5" name="Google Shape;1475;p8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6" name="Google Shape;1476;p8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7" name="Google Shape;1477;p8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8" name="Google Shape;1478;p8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9" name="Google Shape;1479;p8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0" name="Google Shape;1480;p8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1" name="Google Shape;1481;p8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2" name="Google Shape;1482;p8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3" name="Google Shape;1483;p8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4" name="Google Shape;1484;p8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5" name="Google Shape;1485;p8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6" name="Google Shape;1486;p8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7" name="Google Shape;1487;p8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8" name="Google Shape;1488;p8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9" name="Google Shape;1489;p8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0" name="Google Shape;1490;p8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1" name="Google Shape;1491;p8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2" name="Google Shape;1492;p8"/>
            <p:cNvGrpSpPr/>
            <p:nvPr/>
          </p:nvGrpSpPr>
          <p:grpSpPr>
            <a:xfrm>
              <a:off x="8545205" y="148398"/>
              <a:ext cx="703850" cy="1575286"/>
              <a:chOff x="8545205" y="148398"/>
              <a:chExt cx="703850" cy="1575286"/>
            </a:xfrm>
          </p:grpSpPr>
          <p:grpSp>
            <p:nvGrpSpPr>
              <p:cNvPr id="1493" name="Google Shape;1493;p8"/>
              <p:cNvGrpSpPr/>
              <p:nvPr/>
            </p:nvGrpSpPr>
            <p:grpSpPr>
              <a:xfrm flipH="1" rot="10800000">
                <a:off x="8545205" y="148398"/>
                <a:ext cx="676795" cy="937712"/>
                <a:chOff x="8260675" y="2995400"/>
                <a:chExt cx="811213" cy="1123950"/>
              </a:xfrm>
            </p:grpSpPr>
            <p:sp>
              <p:nvSpPr>
                <p:cNvPr id="1494" name="Google Shape;1494;p8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5" name="Google Shape;1495;p8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6" name="Google Shape;1496;p8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7" name="Google Shape;1497;p8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8" name="Google Shape;1498;p8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9" name="Google Shape;1499;p8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0" name="Google Shape;1500;p8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1" name="Google Shape;1501;p8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2" name="Google Shape;1502;p8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3" name="Google Shape;1503;p8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4" name="Google Shape;1504;p8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5" name="Google Shape;1505;p8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6" name="Google Shape;1506;p8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7" name="Google Shape;1507;p8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08" name="Google Shape;1508;p8"/>
              <p:cNvGrpSpPr/>
              <p:nvPr/>
            </p:nvGrpSpPr>
            <p:grpSpPr>
              <a:xfrm flipH="1" rot="2700000">
                <a:off x="8721503" y="1120437"/>
                <a:ext cx="392696" cy="544088"/>
                <a:chOff x="8260675" y="2995400"/>
                <a:chExt cx="811213" cy="1123950"/>
              </a:xfrm>
            </p:grpSpPr>
            <p:sp>
              <p:nvSpPr>
                <p:cNvPr id="1509" name="Google Shape;1509;p8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0" name="Google Shape;1510;p8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1" name="Google Shape;1511;p8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2" name="Google Shape;1512;p8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3" name="Google Shape;1513;p8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4" name="Google Shape;1514;p8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5" name="Google Shape;1515;p8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6" name="Google Shape;1516;p8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7" name="Google Shape;1517;p8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8" name="Google Shape;1518;p8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9" name="Google Shape;1519;p8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0" name="Google Shape;1520;p8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1" name="Google Shape;1521;p8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2" name="Google Shape;1522;p8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9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25" name="Google Shape;1525;p9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26" name="Google Shape;1526;p9"/>
          <p:cNvSpPr/>
          <p:nvPr/>
        </p:nvSpPr>
        <p:spPr>
          <a:xfrm flipH="1">
            <a:off x="9" y="-16650"/>
            <a:ext cx="1008000" cy="517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27" name="Google Shape;1527;p9"/>
          <p:cNvGrpSpPr/>
          <p:nvPr/>
        </p:nvGrpSpPr>
        <p:grpSpPr>
          <a:xfrm flipH="1">
            <a:off x="-490294" y="310673"/>
            <a:ext cx="10060048" cy="5111368"/>
            <a:chOff x="-436144" y="310673"/>
            <a:chExt cx="10060048" cy="5111368"/>
          </a:xfrm>
        </p:grpSpPr>
        <p:grpSp>
          <p:nvGrpSpPr>
            <p:cNvPr id="1528" name="Google Shape;1528;p9"/>
            <p:cNvGrpSpPr/>
            <p:nvPr/>
          </p:nvGrpSpPr>
          <p:grpSpPr>
            <a:xfrm>
              <a:off x="7853777" y="310673"/>
              <a:ext cx="1770126" cy="4997436"/>
              <a:chOff x="7853777" y="310673"/>
              <a:chExt cx="1770126" cy="4997436"/>
            </a:xfrm>
          </p:grpSpPr>
          <p:grpSp>
            <p:nvGrpSpPr>
              <p:cNvPr id="1529" name="Google Shape;1529;p9"/>
              <p:cNvGrpSpPr/>
              <p:nvPr/>
            </p:nvGrpSpPr>
            <p:grpSpPr>
              <a:xfrm flipH="1">
                <a:off x="7853777" y="3908894"/>
                <a:ext cx="1150223" cy="1399215"/>
                <a:chOff x="7491913" y="372038"/>
                <a:chExt cx="1503363" cy="1828800"/>
              </a:xfrm>
            </p:grpSpPr>
            <p:sp>
              <p:nvSpPr>
                <p:cNvPr id="1530" name="Google Shape;1530;p9"/>
                <p:cNvSpPr/>
                <p:nvPr/>
              </p:nvSpPr>
              <p:spPr>
                <a:xfrm>
                  <a:off x="8117388" y="1383275"/>
                  <a:ext cx="746125" cy="700088"/>
                </a:xfrm>
                <a:custGeom>
                  <a:rect b="b" l="l" r="r" t="t"/>
                  <a:pathLst>
                    <a:path extrusionOk="0" h="186" w="198">
                      <a:moveTo>
                        <a:pt x="12" y="0"/>
                      </a:moveTo>
                      <a:cubicBezTo>
                        <a:pt x="13" y="13"/>
                        <a:pt x="15" y="26"/>
                        <a:pt x="20" y="38"/>
                      </a:cubicBezTo>
                      <a:cubicBezTo>
                        <a:pt x="25" y="50"/>
                        <a:pt x="32" y="61"/>
                        <a:pt x="43" y="67"/>
                      </a:cubicBezTo>
                      <a:cubicBezTo>
                        <a:pt x="54" y="73"/>
                        <a:pt x="68" y="74"/>
                        <a:pt x="81" y="74"/>
                      </a:cubicBezTo>
                      <a:cubicBezTo>
                        <a:pt x="88" y="73"/>
                        <a:pt x="94" y="73"/>
                        <a:pt x="101" y="72"/>
                      </a:cubicBezTo>
                      <a:cubicBezTo>
                        <a:pt x="108" y="72"/>
                        <a:pt x="116" y="72"/>
                        <a:pt x="123" y="74"/>
                      </a:cubicBezTo>
                      <a:cubicBezTo>
                        <a:pt x="127" y="75"/>
                        <a:pt x="130" y="77"/>
                        <a:pt x="133" y="80"/>
                      </a:cubicBezTo>
                      <a:cubicBezTo>
                        <a:pt x="136" y="83"/>
                        <a:pt x="137" y="86"/>
                        <a:pt x="139" y="90"/>
                      </a:cubicBezTo>
                      <a:cubicBezTo>
                        <a:pt x="141" y="97"/>
                        <a:pt x="142" y="104"/>
                        <a:pt x="142" y="111"/>
                      </a:cubicBezTo>
                      <a:cubicBezTo>
                        <a:pt x="143" y="125"/>
                        <a:pt x="142" y="138"/>
                        <a:pt x="142" y="152"/>
                      </a:cubicBezTo>
                      <a:cubicBezTo>
                        <a:pt x="142" y="155"/>
                        <a:pt x="142" y="159"/>
                        <a:pt x="142" y="162"/>
                      </a:cubicBezTo>
                      <a:cubicBezTo>
                        <a:pt x="142" y="166"/>
                        <a:pt x="142" y="169"/>
                        <a:pt x="144" y="172"/>
                      </a:cubicBezTo>
                      <a:cubicBezTo>
                        <a:pt x="144" y="173"/>
                        <a:pt x="144" y="173"/>
                        <a:pt x="145" y="174"/>
                      </a:cubicBezTo>
                      <a:cubicBezTo>
                        <a:pt x="145" y="174"/>
                        <a:pt x="146" y="175"/>
                        <a:pt x="147" y="175"/>
                      </a:cubicBezTo>
                      <a:cubicBezTo>
                        <a:pt x="148" y="176"/>
                        <a:pt x="149" y="177"/>
                        <a:pt x="151" y="178"/>
                      </a:cubicBezTo>
                      <a:cubicBezTo>
                        <a:pt x="154" y="179"/>
                        <a:pt x="157" y="179"/>
                        <a:pt x="160" y="179"/>
                      </a:cubicBezTo>
                      <a:cubicBezTo>
                        <a:pt x="167" y="178"/>
                        <a:pt x="174" y="175"/>
                        <a:pt x="181" y="175"/>
                      </a:cubicBezTo>
                      <a:cubicBezTo>
                        <a:pt x="184" y="175"/>
                        <a:pt x="188" y="177"/>
                        <a:pt x="190" y="178"/>
                      </a:cubicBezTo>
                      <a:cubicBezTo>
                        <a:pt x="193" y="180"/>
                        <a:pt x="196" y="183"/>
                        <a:pt x="198" y="186"/>
                      </a:cubicBezTo>
                      <a:cubicBezTo>
                        <a:pt x="196" y="183"/>
                        <a:pt x="193" y="180"/>
                        <a:pt x="190" y="179"/>
                      </a:cubicBezTo>
                      <a:cubicBezTo>
                        <a:pt x="187" y="177"/>
                        <a:pt x="184" y="176"/>
                        <a:pt x="181" y="176"/>
                      </a:cubicBezTo>
                      <a:cubicBezTo>
                        <a:pt x="174" y="176"/>
                        <a:pt x="167" y="179"/>
                        <a:pt x="161" y="180"/>
                      </a:cubicBezTo>
                      <a:cubicBezTo>
                        <a:pt x="157" y="181"/>
                        <a:pt x="153" y="181"/>
                        <a:pt x="150" y="180"/>
                      </a:cubicBezTo>
                      <a:cubicBezTo>
                        <a:pt x="148" y="179"/>
                        <a:pt x="147" y="178"/>
                        <a:pt x="145" y="177"/>
                      </a:cubicBezTo>
                      <a:cubicBezTo>
                        <a:pt x="145" y="176"/>
                        <a:pt x="144" y="176"/>
                        <a:pt x="143" y="175"/>
                      </a:cubicBezTo>
                      <a:cubicBezTo>
                        <a:pt x="143" y="175"/>
                        <a:pt x="142" y="174"/>
                        <a:pt x="141" y="173"/>
                      </a:cubicBezTo>
                      <a:cubicBezTo>
                        <a:pt x="140" y="169"/>
                        <a:pt x="139" y="166"/>
                        <a:pt x="139" y="162"/>
                      </a:cubicBezTo>
                      <a:cubicBezTo>
                        <a:pt x="139" y="159"/>
                        <a:pt x="139" y="155"/>
                        <a:pt x="139" y="152"/>
                      </a:cubicBezTo>
                      <a:cubicBezTo>
                        <a:pt x="139" y="138"/>
                        <a:pt x="139" y="125"/>
                        <a:pt x="138" y="111"/>
                      </a:cubicBezTo>
                      <a:cubicBezTo>
                        <a:pt x="137" y="104"/>
                        <a:pt x="136" y="98"/>
                        <a:pt x="134" y="92"/>
                      </a:cubicBezTo>
                      <a:cubicBezTo>
                        <a:pt x="132" y="89"/>
                        <a:pt x="131" y="86"/>
                        <a:pt x="129" y="84"/>
                      </a:cubicBezTo>
                      <a:cubicBezTo>
                        <a:pt x="127" y="82"/>
                        <a:pt x="124" y="81"/>
                        <a:pt x="121" y="80"/>
                      </a:cubicBezTo>
                      <a:cubicBezTo>
                        <a:pt x="115" y="78"/>
                        <a:pt x="109" y="79"/>
                        <a:pt x="102" y="79"/>
                      </a:cubicBezTo>
                      <a:cubicBezTo>
                        <a:pt x="95" y="80"/>
                        <a:pt x="88" y="81"/>
                        <a:pt x="81" y="81"/>
                      </a:cubicBezTo>
                      <a:cubicBezTo>
                        <a:pt x="74" y="82"/>
                        <a:pt x="67" y="82"/>
                        <a:pt x="60" y="81"/>
                      </a:cubicBezTo>
                      <a:cubicBezTo>
                        <a:pt x="53" y="81"/>
                        <a:pt x="46" y="79"/>
                        <a:pt x="39" y="75"/>
                      </a:cubicBezTo>
                      <a:cubicBezTo>
                        <a:pt x="32" y="72"/>
                        <a:pt x="26" y="67"/>
                        <a:pt x="21" y="61"/>
                      </a:cubicBezTo>
                      <a:cubicBezTo>
                        <a:pt x="17" y="56"/>
                        <a:pt x="13" y="49"/>
                        <a:pt x="10" y="43"/>
                      </a:cubicBezTo>
                      <a:cubicBezTo>
                        <a:pt x="7" y="36"/>
                        <a:pt x="5" y="29"/>
                        <a:pt x="3" y="22"/>
                      </a:cubicBezTo>
                      <a:cubicBezTo>
                        <a:pt x="2" y="15"/>
                        <a:pt x="0" y="8"/>
                        <a:pt x="0" y="1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1" name="Google Shape;1531;p9"/>
                <p:cNvSpPr/>
                <p:nvPr/>
              </p:nvSpPr>
              <p:spPr>
                <a:xfrm>
                  <a:off x="8234863" y="1394388"/>
                  <a:ext cx="387350" cy="806450"/>
                </a:xfrm>
                <a:custGeom>
                  <a:rect b="b" l="l" r="r" t="t"/>
                  <a:pathLst>
                    <a:path extrusionOk="0" h="214" w="103">
                      <a:moveTo>
                        <a:pt x="13" y="0"/>
                      </a:moveTo>
                      <a:cubicBezTo>
                        <a:pt x="14" y="9"/>
                        <a:pt x="17" y="18"/>
                        <a:pt x="22" y="26"/>
                      </a:cubicBezTo>
                      <a:cubicBezTo>
                        <a:pt x="27" y="35"/>
                        <a:pt x="34" y="43"/>
                        <a:pt x="40" y="50"/>
                      </a:cubicBezTo>
                      <a:cubicBezTo>
                        <a:pt x="44" y="54"/>
                        <a:pt x="47" y="58"/>
                        <a:pt x="50" y="63"/>
                      </a:cubicBezTo>
                      <a:cubicBezTo>
                        <a:pt x="52" y="65"/>
                        <a:pt x="53" y="67"/>
                        <a:pt x="55" y="69"/>
                      </a:cubicBezTo>
                      <a:cubicBezTo>
                        <a:pt x="56" y="71"/>
                        <a:pt x="58" y="74"/>
                        <a:pt x="59" y="76"/>
                      </a:cubicBezTo>
                      <a:cubicBezTo>
                        <a:pt x="63" y="87"/>
                        <a:pt x="63" y="98"/>
                        <a:pt x="63" y="108"/>
                      </a:cubicBezTo>
                      <a:cubicBezTo>
                        <a:pt x="62" y="119"/>
                        <a:pt x="60" y="129"/>
                        <a:pt x="59" y="139"/>
                      </a:cubicBezTo>
                      <a:cubicBezTo>
                        <a:pt x="59" y="144"/>
                        <a:pt x="59" y="149"/>
                        <a:pt x="59" y="154"/>
                      </a:cubicBezTo>
                      <a:cubicBezTo>
                        <a:pt x="59" y="159"/>
                        <a:pt x="60" y="164"/>
                        <a:pt x="62" y="169"/>
                      </a:cubicBezTo>
                      <a:cubicBezTo>
                        <a:pt x="66" y="178"/>
                        <a:pt x="74" y="185"/>
                        <a:pt x="82" y="192"/>
                      </a:cubicBezTo>
                      <a:cubicBezTo>
                        <a:pt x="86" y="195"/>
                        <a:pt x="90" y="198"/>
                        <a:pt x="93" y="202"/>
                      </a:cubicBezTo>
                      <a:cubicBezTo>
                        <a:pt x="97" y="205"/>
                        <a:pt x="100" y="209"/>
                        <a:pt x="103" y="214"/>
                      </a:cubicBezTo>
                      <a:cubicBezTo>
                        <a:pt x="100" y="209"/>
                        <a:pt x="97" y="206"/>
                        <a:pt x="93" y="202"/>
                      </a:cubicBezTo>
                      <a:cubicBezTo>
                        <a:pt x="89" y="199"/>
                        <a:pt x="85" y="196"/>
                        <a:pt x="81" y="193"/>
                      </a:cubicBezTo>
                      <a:cubicBezTo>
                        <a:pt x="73" y="186"/>
                        <a:pt x="64" y="179"/>
                        <a:pt x="60" y="170"/>
                      </a:cubicBezTo>
                      <a:cubicBezTo>
                        <a:pt x="57" y="165"/>
                        <a:pt x="56" y="160"/>
                        <a:pt x="55" y="155"/>
                      </a:cubicBezTo>
                      <a:cubicBezTo>
                        <a:pt x="55" y="149"/>
                        <a:pt x="55" y="144"/>
                        <a:pt x="55" y="139"/>
                      </a:cubicBezTo>
                      <a:cubicBezTo>
                        <a:pt x="55" y="128"/>
                        <a:pt x="56" y="118"/>
                        <a:pt x="56" y="108"/>
                      </a:cubicBezTo>
                      <a:cubicBezTo>
                        <a:pt x="56" y="98"/>
                        <a:pt x="56" y="88"/>
                        <a:pt x="52" y="80"/>
                      </a:cubicBezTo>
                      <a:cubicBezTo>
                        <a:pt x="51" y="77"/>
                        <a:pt x="50" y="76"/>
                        <a:pt x="48" y="74"/>
                      </a:cubicBezTo>
                      <a:cubicBezTo>
                        <a:pt x="47" y="72"/>
                        <a:pt x="45" y="70"/>
                        <a:pt x="43" y="68"/>
                      </a:cubicBezTo>
                      <a:cubicBezTo>
                        <a:pt x="40" y="64"/>
                        <a:pt x="37" y="60"/>
                        <a:pt x="33" y="57"/>
                      </a:cubicBezTo>
                      <a:cubicBezTo>
                        <a:pt x="26" y="49"/>
                        <a:pt x="19" y="41"/>
                        <a:pt x="13" y="32"/>
                      </a:cubicBezTo>
                      <a:cubicBezTo>
                        <a:pt x="7" y="23"/>
                        <a:pt x="3" y="13"/>
                        <a:pt x="0" y="2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2" name="Google Shape;1532;p9"/>
                <p:cNvSpPr/>
                <p:nvPr/>
              </p:nvSpPr>
              <p:spPr>
                <a:xfrm>
                  <a:off x="8292013" y="1295963"/>
                  <a:ext cx="703263" cy="709613"/>
                </a:xfrm>
                <a:custGeom>
                  <a:rect b="b" l="l" r="r" t="t"/>
                  <a:pathLst>
                    <a:path extrusionOk="0" h="188" w="187">
                      <a:moveTo>
                        <a:pt x="10" y="0"/>
                      </a:moveTo>
                      <a:cubicBezTo>
                        <a:pt x="14" y="7"/>
                        <a:pt x="15" y="13"/>
                        <a:pt x="17" y="19"/>
                      </a:cubicBezTo>
                      <a:cubicBezTo>
                        <a:pt x="19" y="25"/>
                        <a:pt x="21" y="30"/>
                        <a:pt x="24" y="35"/>
                      </a:cubicBezTo>
                      <a:cubicBezTo>
                        <a:pt x="27" y="41"/>
                        <a:pt x="30" y="46"/>
                        <a:pt x="34" y="50"/>
                      </a:cubicBezTo>
                      <a:cubicBezTo>
                        <a:pt x="36" y="52"/>
                        <a:pt x="38" y="53"/>
                        <a:pt x="40" y="55"/>
                      </a:cubicBezTo>
                      <a:cubicBezTo>
                        <a:pt x="42" y="56"/>
                        <a:pt x="45" y="57"/>
                        <a:pt x="48" y="58"/>
                      </a:cubicBezTo>
                      <a:cubicBezTo>
                        <a:pt x="59" y="62"/>
                        <a:pt x="71" y="62"/>
                        <a:pt x="84" y="63"/>
                      </a:cubicBezTo>
                      <a:cubicBezTo>
                        <a:pt x="90" y="63"/>
                        <a:pt x="96" y="64"/>
                        <a:pt x="103" y="65"/>
                      </a:cubicBezTo>
                      <a:cubicBezTo>
                        <a:pt x="106" y="65"/>
                        <a:pt x="109" y="66"/>
                        <a:pt x="112" y="67"/>
                      </a:cubicBezTo>
                      <a:cubicBezTo>
                        <a:pt x="116" y="68"/>
                        <a:pt x="119" y="70"/>
                        <a:pt x="121" y="73"/>
                      </a:cubicBezTo>
                      <a:cubicBezTo>
                        <a:pt x="123" y="76"/>
                        <a:pt x="125" y="79"/>
                        <a:pt x="127" y="82"/>
                      </a:cubicBezTo>
                      <a:cubicBezTo>
                        <a:pt x="128" y="85"/>
                        <a:pt x="129" y="88"/>
                        <a:pt x="130" y="91"/>
                      </a:cubicBezTo>
                      <a:cubicBezTo>
                        <a:pt x="132" y="97"/>
                        <a:pt x="133" y="104"/>
                        <a:pt x="134" y="110"/>
                      </a:cubicBezTo>
                      <a:cubicBezTo>
                        <a:pt x="135" y="113"/>
                        <a:pt x="136" y="116"/>
                        <a:pt x="137" y="118"/>
                      </a:cubicBezTo>
                      <a:cubicBezTo>
                        <a:pt x="138" y="121"/>
                        <a:pt x="139" y="124"/>
                        <a:pt x="140" y="127"/>
                      </a:cubicBezTo>
                      <a:cubicBezTo>
                        <a:pt x="141" y="129"/>
                        <a:pt x="143" y="131"/>
                        <a:pt x="146" y="132"/>
                      </a:cubicBezTo>
                      <a:cubicBezTo>
                        <a:pt x="148" y="134"/>
                        <a:pt x="151" y="134"/>
                        <a:pt x="154" y="134"/>
                      </a:cubicBezTo>
                      <a:cubicBezTo>
                        <a:pt x="161" y="135"/>
                        <a:pt x="167" y="135"/>
                        <a:pt x="173" y="138"/>
                      </a:cubicBezTo>
                      <a:cubicBezTo>
                        <a:pt x="175" y="138"/>
                        <a:pt x="176" y="139"/>
                        <a:pt x="177" y="140"/>
                      </a:cubicBezTo>
                      <a:cubicBezTo>
                        <a:pt x="179" y="141"/>
                        <a:pt x="180" y="142"/>
                        <a:pt x="181" y="143"/>
                      </a:cubicBezTo>
                      <a:cubicBezTo>
                        <a:pt x="183" y="144"/>
                        <a:pt x="184" y="146"/>
                        <a:pt x="184" y="148"/>
                      </a:cubicBezTo>
                      <a:cubicBezTo>
                        <a:pt x="184" y="149"/>
                        <a:pt x="184" y="151"/>
                        <a:pt x="184" y="152"/>
                      </a:cubicBezTo>
                      <a:cubicBezTo>
                        <a:pt x="183" y="159"/>
                        <a:pt x="181" y="165"/>
                        <a:pt x="181" y="171"/>
                      </a:cubicBezTo>
                      <a:cubicBezTo>
                        <a:pt x="182" y="177"/>
                        <a:pt x="184" y="183"/>
                        <a:pt x="187" y="188"/>
                      </a:cubicBezTo>
                      <a:cubicBezTo>
                        <a:pt x="184" y="183"/>
                        <a:pt x="181" y="177"/>
                        <a:pt x="181" y="171"/>
                      </a:cubicBezTo>
                      <a:cubicBezTo>
                        <a:pt x="180" y="165"/>
                        <a:pt x="181" y="158"/>
                        <a:pt x="182" y="152"/>
                      </a:cubicBezTo>
                      <a:cubicBezTo>
                        <a:pt x="183" y="149"/>
                        <a:pt x="182" y="146"/>
                        <a:pt x="180" y="144"/>
                      </a:cubicBezTo>
                      <a:cubicBezTo>
                        <a:pt x="179" y="144"/>
                        <a:pt x="178" y="143"/>
                        <a:pt x="176" y="142"/>
                      </a:cubicBezTo>
                      <a:cubicBezTo>
                        <a:pt x="175" y="141"/>
                        <a:pt x="174" y="140"/>
                        <a:pt x="172" y="140"/>
                      </a:cubicBezTo>
                      <a:cubicBezTo>
                        <a:pt x="167" y="138"/>
                        <a:pt x="161" y="138"/>
                        <a:pt x="154" y="137"/>
                      </a:cubicBezTo>
                      <a:cubicBezTo>
                        <a:pt x="151" y="137"/>
                        <a:pt x="148" y="137"/>
                        <a:pt x="144" y="136"/>
                      </a:cubicBezTo>
                      <a:cubicBezTo>
                        <a:pt x="141" y="134"/>
                        <a:pt x="139" y="132"/>
                        <a:pt x="137" y="129"/>
                      </a:cubicBezTo>
                      <a:cubicBezTo>
                        <a:pt x="135" y="126"/>
                        <a:pt x="134" y="123"/>
                        <a:pt x="133" y="120"/>
                      </a:cubicBezTo>
                      <a:cubicBezTo>
                        <a:pt x="132" y="117"/>
                        <a:pt x="131" y="114"/>
                        <a:pt x="130" y="111"/>
                      </a:cubicBezTo>
                      <a:cubicBezTo>
                        <a:pt x="128" y="105"/>
                        <a:pt x="127" y="98"/>
                        <a:pt x="125" y="93"/>
                      </a:cubicBezTo>
                      <a:cubicBezTo>
                        <a:pt x="123" y="87"/>
                        <a:pt x="120" y="82"/>
                        <a:pt x="117" y="77"/>
                      </a:cubicBezTo>
                      <a:cubicBezTo>
                        <a:pt x="113" y="74"/>
                        <a:pt x="108" y="72"/>
                        <a:pt x="102" y="71"/>
                      </a:cubicBezTo>
                      <a:cubicBezTo>
                        <a:pt x="96" y="71"/>
                        <a:pt x="90" y="71"/>
                        <a:pt x="83" y="71"/>
                      </a:cubicBezTo>
                      <a:cubicBezTo>
                        <a:pt x="71" y="70"/>
                        <a:pt x="58" y="71"/>
                        <a:pt x="45" y="67"/>
                      </a:cubicBezTo>
                      <a:cubicBezTo>
                        <a:pt x="42" y="66"/>
                        <a:pt x="38" y="65"/>
                        <a:pt x="35" y="63"/>
                      </a:cubicBezTo>
                      <a:cubicBezTo>
                        <a:pt x="32" y="61"/>
                        <a:pt x="29" y="59"/>
                        <a:pt x="27" y="57"/>
                      </a:cubicBezTo>
                      <a:cubicBezTo>
                        <a:pt x="22" y="52"/>
                        <a:pt x="18" y="46"/>
                        <a:pt x="15" y="41"/>
                      </a:cubicBezTo>
                      <a:cubicBezTo>
                        <a:pt x="11" y="35"/>
                        <a:pt x="9" y="29"/>
                        <a:pt x="7" y="23"/>
                      </a:cubicBezTo>
                      <a:cubicBezTo>
                        <a:pt x="4" y="17"/>
                        <a:pt x="2" y="11"/>
                        <a:pt x="0" y="7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3" name="Google Shape;1533;p9"/>
                <p:cNvSpPr/>
                <p:nvPr/>
              </p:nvSpPr>
              <p:spPr>
                <a:xfrm>
                  <a:off x="8117388" y="1383275"/>
                  <a:ext cx="109537" cy="222250"/>
                </a:xfrm>
                <a:custGeom>
                  <a:rect b="b" l="l" r="r" t="t"/>
                  <a:pathLst>
                    <a:path extrusionOk="0" h="59" w="29">
                      <a:moveTo>
                        <a:pt x="20" y="38"/>
                      </a:moveTo>
                      <a:cubicBezTo>
                        <a:pt x="15" y="26"/>
                        <a:pt x="13" y="13"/>
                        <a:pt x="1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8"/>
                        <a:pt x="2" y="15"/>
                        <a:pt x="3" y="22"/>
                      </a:cubicBezTo>
                      <a:cubicBezTo>
                        <a:pt x="5" y="29"/>
                        <a:pt x="7" y="36"/>
                        <a:pt x="10" y="43"/>
                      </a:cubicBezTo>
                      <a:cubicBezTo>
                        <a:pt x="13" y="48"/>
                        <a:pt x="16" y="54"/>
                        <a:pt x="19" y="59"/>
                      </a:cubicBezTo>
                      <a:cubicBezTo>
                        <a:pt x="23" y="58"/>
                        <a:pt x="26" y="57"/>
                        <a:pt x="29" y="55"/>
                      </a:cubicBezTo>
                      <a:cubicBezTo>
                        <a:pt x="26" y="50"/>
                        <a:pt x="22" y="44"/>
                        <a:pt x="20" y="3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4" name="Google Shape;1534;p9"/>
                <p:cNvSpPr/>
                <p:nvPr/>
              </p:nvSpPr>
              <p:spPr>
                <a:xfrm>
                  <a:off x="8234863" y="1394388"/>
                  <a:ext cx="98425" cy="146050"/>
                </a:xfrm>
                <a:custGeom>
                  <a:rect b="b" l="l" r="r" t="t"/>
                  <a:pathLst>
                    <a:path extrusionOk="0" h="39" w="26">
                      <a:moveTo>
                        <a:pt x="13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3"/>
                        <a:pt x="7" y="23"/>
                        <a:pt x="13" y="32"/>
                      </a:cubicBezTo>
                      <a:cubicBezTo>
                        <a:pt x="15" y="35"/>
                        <a:pt x="16" y="37"/>
                        <a:pt x="18" y="39"/>
                      </a:cubicBezTo>
                      <a:cubicBezTo>
                        <a:pt x="21" y="37"/>
                        <a:pt x="23" y="34"/>
                        <a:pt x="26" y="32"/>
                      </a:cubicBezTo>
                      <a:cubicBezTo>
                        <a:pt x="25" y="30"/>
                        <a:pt x="23" y="28"/>
                        <a:pt x="22" y="26"/>
                      </a:cubicBezTo>
                      <a:cubicBezTo>
                        <a:pt x="17" y="18"/>
                        <a:pt x="14" y="9"/>
                        <a:pt x="13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5" name="Google Shape;1535;p9"/>
                <p:cNvSpPr/>
                <p:nvPr/>
              </p:nvSpPr>
              <p:spPr>
                <a:xfrm>
                  <a:off x="8292013" y="1295963"/>
                  <a:ext cx="96838" cy="180975"/>
                </a:xfrm>
                <a:custGeom>
                  <a:rect b="b" l="l" r="r" t="t"/>
                  <a:pathLst>
                    <a:path extrusionOk="0" h="48" w="26">
                      <a:moveTo>
                        <a:pt x="24" y="35"/>
                      </a:moveTo>
                      <a:cubicBezTo>
                        <a:pt x="21" y="30"/>
                        <a:pt x="19" y="25"/>
                        <a:pt x="17" y="19"/>
                      </a:cubicBezTo>
                      <a:cubicBezTo>
                        <a:pt x="15" y="13"/>
                        <a:pt x="14" y="7"/>
                        <a:pt x="10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1"/>
                        <a:pt x="4" y="17"/>
                        <a:pt x="7" y="23"/>
                      </a:cubicBezTo>
                      <a:cubicBezTo>
                        <a:pt x="9" y="29"/>
                        <a:pt x="11" y="35"/>
                        <a:pt x="15" y="41"/>
                      </a:cubicBezTo>
                      <a:cubicBezTo>
                        <a:pt x="16" y="43"/>
                        <a:pt x="17" y="46"/>
                        <a:pt x="19" y="48"/>
                      </a:cubicBezTo>
                      <a:cubicBezTo>
                        <a:pt x="21" y="45"/>
                        <a:pt x="24" y="42"/>
                        <a:pt x="26" y="38"/>
                      </a:cubicBezTo>
                      <a:cubicBezTo>
                        <a:pt x="25" y="37"/>
                        <a:pt x="25" y="36"/>
                        <a:pt x="24" y="3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6" name="Google Shape;1536;p9"/>
                <p:cNvSpPr/>
                <p:nvPr/>
              </p:nvSpPr>
              <p:spPr>
                <a:xfrm>
                  <a:off x="7801475" y="432363"/>
                  <a:ext cx="82550" cy="169863"/>
                </a:xfrm>
                <a:custGeom>
                  <a:rect b="b" l="l" r="r" t="t"/>
                  <a:pathLst>
                    <a:path extrusionOk="0" h="107" w="52">
                      <a:moveTo>
                        <a:pt x="28" y="107"/>
                      </a:moveTo>
                      <a:lnTo>
                        <a:pt x="0" y="0"/>
                      </a:lnTo>
                      <a:lnTo>
                        <a:pt x="52" y="100"/>
                      </a:lnTo>
                      <a:lnTo>
                        <a:pt x="28" y="1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7" name="Google Shape;1537;p9"/>
                <p:cNvSpPr/>
                <p:nvPr/>
              </p:nvSpPr>
              <p:spPr>
                <a:xfrm>
                  <a:off x="7598275" y="481575"/>
                  <a:ext cx="203200" cy="192088"/>
                </a:xfrm>
                <a:custGeom>
                  <a:rect b="b" l="l" r="r" t="t"/>
                  <a:pathLst>
                    <a:path extrusionOk="0" h="121" w="128">
                      <a:moveTo>
                        <a:pt x="128" y="97"/>
                      </a:moveTo>
                      <a:lnTo>
                        <a:pt x="0" y="0"/>
                      </a:lnTo>
                      <a:lnTo>
                        <a:pt x="116" y="121"/>
                      </a:lnTo>
                      <a:lnTo>
                        <a:pt x="128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8" name="Google Shape;1538;p9"/>
                <p:cNvSpPr/>
                <p:nvPr/>
              </p:nvSpPr>
              <p:spPr>
                <a:xfrm>
                  <a:off x="7620500" y="708588"/>
                  <a:ext cx="123825" cy="52388"/>
                </a:xfrm>
                <a:custGeom>
                  <a:rect b="b" l="l" r="r" t="t"/>
                  <a:pathLst>
                    <a:path extrusionOk="0" h="33" w="78">
                      <a:moveTo>
                        <a:pt x="78" y="11"/>
                      </a:moveTo>
                      <a:lnTo>
                        <a:pt x="0" y="0"/>
                      </a:lnTo>
                      <a:lnTo>
                        <a:pt x="78" y="33"/>
                      </a:lnTo>
                      <a:lnTo>
                        <a:pt x="78" y="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9" name="Google Shape;1539;p9"/>
                <p:cNvSpPr/>
                <p:nvPr/>
              </p:nvSpPr>
              <p:spPr>
                <a:xfrm>
                  <a:off x="7491913" y="835588"/>
                  <a:ext cx="265113" cy="65088"/>
                </a:xfrm>
                <a:custGeom>
                  <a:rect b="b" l="l" r="r" t="t"/>
                  <a:pathLst>
                    <a:path extrusionOk="0" h="41" w="167">
                      <a:moveTo>
                        <a:pt x="159" y="0"/>
                      </a:moveTo>
                      <a:lnTo>
                        <a:pt x="0" y="41"/>
                      </a:lnTo>
                      <a:lnTo>
                        <a:pt x="167" y="26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0" name="Google Shape;1540;p9"/>
                <p:cNvSpPr/>
                <p:nvPr/>
              </p:nvSpPr>
              <p:spPr>
                <a:xfrm>
                  <a:off x="7944350" y="372038"/>
                  <a:ext cx="38100" cy="207963"/>
                </a:xfrm>
                <a:custGeom>
                  <a:rect b="b" l="l" r="r" t="t"/>
                  <a:pathLst>
                    <a:path extrusionOk="0" h="131" w="24">
                      <a:moveTo>
                        <a:pt x="0" y="128"/>
                      </a:moveTo>
                      <a:lnTo>
                        <a:pt x="22" y="0"/>
                      </a:lnTo>
                      <a:lnTo>
                        <a:pt x="24" y="131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1" name="Google Shape;1541;p9"/>
                <p:cNvSpPr/>
                <p:nvPr/>
              </p:nvSpPr>
              <p:spPr>
                <a:xfrm>
                  <a:off x="8057063" y="511738"/>
                  <a:ext cx="169863" cy="196850"/>
                </a:xfrm>
                <a:custGeom>
                  <a:rect b="b" l="l" r="r" t="t"/>
                  <a:pathLst>
                    <a:path extrusionOk="0" h="124" w="107">
                      <a:moveTo>
                        <a:pt x="0" y="97"/>
                      </a:moveTo>
                      <a:lnTo>
                        <a:pt x="107" y="0"/>
                      </a:lnTo>
                      <a:lnTo>
                        <a:pt x="7" y="124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2" name="Google Shape;1542;p9"/>
                <p:cNvSpPr/>
                <p:nvPr/>
              </p:nvSpPr>
              <p:spPr>
                <a:xfrm>
                  <a:off x="8012613" y="541900"/>
                  <a:ext cx="63500" cy="79375"/>
                </a:xfrm>
                <a:custGeom>
                  <a:rect b="b" l="l" r="r" t="t"/>
                  <a:pathLst>
                    <a:path extrusionOk="0" h="50" w="40">
                      <a:moveTo>
                        <a:pt x="0" y="38"/>
                      </a:moveTo>
                      <a:lnTo>
                        <a:pt x="40" y="0"/>
                      </a:lnTo>
                      <a:lnTo>
                        <a:pt x="12" y="5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3" name="Google Shape;1543;p9"/>
                <p:cNvSpPr/>
                <p:nvPr/>
              </p:nvSpPr>
              <p:spPr>
                <a:xfrm>
                  <a:off x="7880850" y="527613"/>
                  <a:ext cx="33338" cy="52388"/>
                </a:xfrm>
                <a:custGeom>
                  <a:rect b="b" l="l" r="r" t="t"/>
                  <a:pathLst>
                    <a:path extrusionOk="0" h="33" w="21">
                      <a:moveTo>
                        <a:pt x="7" y="33"/>
                      </a:moveTo>
                      <a:lnTo>
                        <a:pt x="0" y="0"/>
                      </a:lnTo>
                      <a:lnTo>
                        <a:pt x="21" y="33"/>
                      </a:lnTo>
                      <a:lnTo>
                        <a:pt x="7" y="3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4" name="Google Shape;1544;p9"/>
                <p:cNvSpPr/>
                <p:nvPr/>
              </p:nvSpPr>
              <p:spPr>
                <a:xfrm>
                  <a:off x="8095163" y="695888"/>
                  <a:ext cx="222250" cy="114300"/>
                </a:xfrm>
                <a:custGeom>
                  <a:rect b="b" l="l" r="r" t="t"/>
                  <a:pathLst>
                    <a:path extrusionOk="0" h="72" w="140">
                      <a:moveTo>
                        <a:pt x="0" y="48"/>
                      </a:moveTo>
                      <a:lnTo>
                        <a:pt x="140" y="0"/>
                      </a:lnTo>
                      <a:lnTo>
                        <a:pt x="14" y="72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5" name="Google Shape;1545;p9"/>
                <p:cNvSpPr/>
                <p:nvPr/>
              </p:nvSpPr>
              <p:spPr>
                <a:xfrm>
                  <a:off x="8095163" y="651438"/>
                  <a:ext cx="117475" cy="87313"/>
                </a:xfrm>
                <a:custGeom>
                  <a:rect b="b" l="l" r="r" t="t"/>
                  <a:pathLst>
                    <a:path extrusionOk="0" h="55" w="74">
                      <a:moveTo>
                        <a:pt x="0" y="40"/>
                      </a:moveTo>
                      <a:lnTo>
                        <a:pt x="74" y="0"/>
                      </a:lnTo>
                      <a:lnTo>
                        <a:pt x="5" y="55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6" name="Google Shape;1546;p9"/>
                <p:cNvSpPr/>
                <p:nvPr/>
              </p:nvSpPr>
              <p:spPr>
                <a:xfrm>
                  <a:off x="7688763" y="903850"/>
                  <a:ext cx="90488" cy="41275"/>
                </a:xfrm>
                <a:custGeom>
                  <a:rect b="b" l="l" r="r" t="t"/>
                  <a:pathLst>
                    <a:path extrusionOk="0" h="26" w="57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7" y="21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7" name="Google Shape;1547;p9"/>
                <p:cNvSpPr/>
                <p:nvPr/>
              </p:nvSpPr>
              <p:spPr>
                <a:xfrm>
                  <a:off x="7582400" y="1076888"/>
                  <a:ext cx="260350" cy="174625"/>
                </a:xfrm>
                <a:custGeom>
                  <a:rect b="b" l="l" r="r" t="t"/>
                  <a:pathLst>
                    <a:path extrusionOk="0" h="110" w="164">
                      <a:moveTo>
                        <a:pt x="152" y="0"/>
                      </a:moveTo>
                      <a:lnTo>
                        <a:pt x="0" y="110"/>
                      </a:lnTo>
                      <a:lnTo>
                        <a:pt x="164" y="36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8" name="Google Shape;1548;p9"/>
                <p:cNvSpPr/>
                <p:nvPr/>
              </p:nvSpPr>
              <p:spPr>
                <a:xfrm>
                  <a:off x="7620500" y="986400"/>
                  <a:ext cx="180975" cy="84138"/>
                </a:xfrm>
                <a:custGeom>
                  <a:rect b="b" l="l" r="r" t="t"/>
                  <a:pathLst>
                    <a:path extrusionOk="0" h="53" w="114">
                      <a:moveTo>
                        <a:pt x="114" y="19"/>
                      </a:moveTo>
                      <a:lnTo>
                        <a:pt x="0" y="53"/>
                      </a:lnTo>
                      <a:lnTo>
                        <a:pt x="112" y="0"/>
                      </a:lnTo>
                      <a:lnTo>
                        <a:pt x="114" y="1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9" name="Google Shape;1549;p9"/>
                <p:cNvSpPr/>
                <p:nvPr/>
              </p:nvSpPr>
              <p:spPr>
                <a:xfrm>
                  <a:off x="8155488" y="829238"/>
                  <a:ext cx="98425" cy="90488"/>
                </a:xfrm>
                <a:custGeom>
                  <a:rect b="b" l="l" r="r" t="t"/>
                  <a:pathLst>
                    <a:path extrusionOk="0" h="57" w="62">
                      <a:moveTo>
                        <a:pt x="0" y="42"/>
                      </a:moveTo>
                      <a:lnTo>
                        <a:pt x="62" y="0"/>
                      </a:lnTo>
                      <a:lnTo>
                        <a:pt x="10" y="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0" name="Google Shape;1550;p9"/>
                <p:cNvSpPr/>
                <p:nvPr/>
              </p:nvSpPr>
              <p:spPr>
                <a:xfrm>
                  <a:off x="8193588" y="862575"/>
                  <a:ext cx="236538" cy="161925"/>
                </a:xfrm>
                <a:custGeom>
                  <a:rect b="b" l="l" r="r" t="t"/>
                  <a:pathLst>
                    <a:path extrusionOk="0" h="102" w="149">
                      <a:moveTo>
                        <a:pt x="0" y="71"/>
                      </a:moveTo>
                      <a:lnTo>
                        <a:pt x="149" y="0"/>
                      </a:lnTo>
                      <a:lnTo>
                        <a:pt x="21" y="102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1" name="Google Shape;1551;p9"/>
                <p:cNvSpPr/>
                <p:nvPr/>
              </p:nvSpPr>
              <p:spPr>
                <a:xfrm>
                  <a:off x="7793538" y="1183250"/>
                  <a:ext cx="98425" cy="38100"/>
                </a:xfrm>
                <a:custGeom>
                  <a:rect b="b" l="l" r="r" t="t"/>
                  <a:pathLst>
                    <a:path extrusionOk="0" h="24" w="62">
                      <a:moveTo>
                        <a:pt x="52" y="0"/>
                      </a:moveTo>
                      <a:lnTo>
                        <a:pt x="0" y="21"/>
                      </a:lnTo>
                      <a:lnTo>
                        <a:pt x="62" y="24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2" name="Google Shape;1552;p9"/>
                <p:cNvSpPr/>
                <p:nvPr/>
              </p:nvSpPr>
              <p:spPr>
                <a:xfrm>
                  <a:off x="7815763" y="1311838"/>
                  <a:ext cx="155575" cy="211138"/>
                </a:xfrm>
                <a:custGeom>
                  <a:rect b="b" l="l" r="r" t="t"/>
                  <a:pathLst>
                    <a:path extrusionOk="0" h="133" w="98">
                      <a:moveTo>
                        <a:pt x="86" y="0"/>
                      </a:moveTo>
                      <a:lnTo>
                        <a:pt x="0" y="133"/>
                      </a:lnTo>
                      <a:lnTo>
                        <a:pt x="98" y="21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3" name="Google Shape;1553;p9"/>
                <p:cNvSpPr/>
                <p:nvPr/>
              </p:nvSpPr>
              <p:spPr>
                <a:xfrm>
                  <a:off x="8284075" y="1032438"/>
                  <a:ext cx="233363" cy="109538"/>
                </a:xfrm>
                <a:custGeom>
                  <a:rect b="b" l="l" r="r" t="t"/>
                  <a:pathLst>
                    <a:path extrusionOk="0" h="69" w="147">
                      <a:moveTo>
                        <a:pt x="0" y="45"/>
                      </a:moveTo>
                      <a:lnTo>
                        <a:pt x="147" y="0"/>
                      </a:lnTo>
                      <a:lnTo>
                        <a:pt x="16" y="69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4" name="Google Shape;1554;p9"/>
                <p:cNvSpPr/>
                <p:nvPr/>
              </p:nvSpPr>
              <p:spPr>
                <a:xfrm>
                  <a:off x="8347575" y="1213413"/>
                  <a:ext cx="161925" cy="52388"/>
                </a:xfrm>
                <a:custGeom>
                  <a:rect b="b" l="l" r="r" t="t"/>
                  <a:pathLst>
                    <a:path extrusionOk="0" h="33" w="102">
                      <a:moveTo>
                        <a:pt x="0" y="24"/>
                      </a:moveTo>
                      <a:lnTo>
                        <a:pt x="102" y="33"/>
                      </a:lnTo>
                      <a:lnTo>
                        <a:pt x="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5" name="Google Shape;1555;p9"/>
                <p:cNvSpPr/>
                <p:nvPr/>
              </p:nvSpPr>
              <p:spPr>
                <a:xfrm>
                  <a:off x="8257088" y="1021325"/>
                  <a:ext cx="82550" cy="66675"/>
                </a:xfrm>
                <a:custGeom>
                  <a:rect b="b" l="l" r="r" t="t"/>
                  <a:pathLst>
                    <a:path extrusionOk="0" h="42" w="52">
                      <a:moveTo>
                        <a:pt x="0" y="31"/>
                      </a:moveTo>
                      <a:lnTo>
                        <a:pt x="52" y="0"/>
                      </a:lnTo>
                      <a:lnTo>
                        <a:pt x="12" y="4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6" name="Google Shape;1556;p9"/>
                <p:cNvSpPr/>
                <p:nvPr/>
              </p:nvSpPr>
              <p:spPr>
                <a:xfrm>
                  <a:off x="7845925" y="1273738"/>
                  <a:ext cx="98425" cy="71438"/>
                </a:xfrm>
                <a:custGeom>
                  <a:rect b="b" l="l" r="r" t="t"/>
                  <a:pathLst>
                    <a:path extrusionOk="0" h="45" w="62">
                      <a:moveTo>
                        <a:pt x="57" y="0"/>
                      </a:moveTo>
                      <a:lnTo>
                        <a:pt x="0" y="45"/>
                      </a:lnTo>
                      <a:lnTo>
                        <a:pt x="62" y="14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7" name="Google Shape;1557;p9"/>
                <p:cNvSpPr/>
                <p:nvPr/>
              </p:nvSpPr>
              <p:spPr>
                <a:xfrm>
                  <a:off x="7922125" y="1386450"/>
                  <a:ext cx="131763" cy="192088"/>
                </a:xfrm>
                <a:custGeom>
                  <a:rect b="b" l="l" r="r" t="t"/>
                  <a:pathLst>
                    <a:path extrusionOk="0" h="121" w="83">
                      <a:moveTo>
                        <a:pt x="62" y="0"/>
                      </a:moveTo>
                      <a:lnTo>
                        <a:pt x="0" y="121"/>
                      </a:lnTo>
                      <a:lnTo>
                        <a:pt x="83" y="1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8" name="Google Shape;1558;p9"/>
                <p:cNvSpPr/>
                <p:nvPr/>
              </p:nvSpPr>
              <p:spPr>
                <a:xfrm>
                  <a:off x="8065000" y="1432488"/>
                  <a:ext cx="38100" cy="66675"/>
                </a:xfrm>
                <a:custGeom>
                  <a:rect b="b" l="l" r="r" t="t"/>
                  <a:pathLst>
                    <a:path extrusionOk="0" h="42" w="24">
                      <a:moveTo>
                        <a:pt x="12" y="0"/>
                      </a:moveTo>
                      <a:lnTo>
                        <a:pt x="0" y="42"/>
                      </a:lnTo>
                      <a:lnTo>
                        <a:pt x="24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9" name="Google Shape;1559;p9"/>
                <p:cNvSpPr/>
                <p:nvPr/>
              </p:nvSpPr>
              <p:spPr>
                <a:xfrm>
                  <a:off x="8325350" y="1081650"/>
                  <a:ext cx="260350" cy="96838"/>
                </a:xfrm>
                <a:custGeom>
                  <a:rect b="b" l="l" r="r" t="t"/>
                  <a:pathLst>
                    <a:path extrusionOk="0" h="61" w="164">
                      <a:moveTo>
                        <a:pt x="0" y="47"/>
                      </a:moveTo>
                      <a:lnTo>
                        <a:pt x="164" y="0"/>
                      </a:lnTo>
                      <a:lnTo>
                        <a:pt x="5" y="61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0" name="Google Shape;1560;p9"/>
                <p:cNvSpPr/>
                <p:nvPr/>
              </p:nvSpPr>
              <p:spPr>
                <a:xfrm>
                  <a:off x="7831638" y="538725"/>
                  <a:ext cx="52388" cy="63500"/>
                </a:xfrm>
                <a:custGeom>
                  <a:rect b="b" l="l" r="r" t="t"/>
                  <a:pathLst>
                    <a:path extrusionOk="0" h="17" w="14">
                      <a:moveTo>
                        <a:pt x="14" y="1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4" y="17"/>
                        <a:pt x="4" y="17"/>
                        <a:pt x="4" y="17"/>
                      </a:cubicBezTo>
                      <a:lnTo>
                        <a:pt x="1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1" name="Google Shape;1561;p9"/>
                <p:cNvSpPr/>
                <p:nvPr/>
              </p:nvSpPr>
              <p:spPr>
                <a:xfrm>
                  <a:off x="7741150" y="605400"/>
                  <a:ext cx="60325" cy="68262"/>
                </a:xfrm>
                <a:custGeom>
                  <a:rect b="b" l="l" r="r" t="t"/>
                  <a:pathLst>
                    <a:path extrusionOk="0" h="18" w="16">
                      <a:moveTo>
                        <a:pt x="16" y="8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2"/>
                        <a:pt x="2" y="5"/>
                        <a:pt x="0" y="7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lnTo>
                        <a:pt x="16" y="8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2" name="Google Shape;1562;p9"/>
                <p:cNvSpPr/>
                <p:nvPr/>
              </p:nvSpPr>
              <p:spPr>
                <a:xfrm>
                  <a:off x="7696700" y="719700"/>
                  <a:ext cx="47625" cy="41275"/>
                </a:xfrm>
                <a:custGeom>
                  <a:rect b="b" l="l" r="r" t="t"/>
                  <a:pathLst>
                    <a:path extrusionOk="0" h="11" w="13">
                      <a:moveTo>
                        <a:pt x="13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3" name="Google Shape;1563;p9"/>
                <p:cNvSpPr/>
                <p:nvPr/>
              </p:nvSpPr>
              <p:spPr>
                <a:xfrm>
                  <a:off x="7696700" y="835588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3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1" y="9"/>
                        <a:pt x="2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4" name="Google Shape;1564;p9"/>
                <p:cNvSpPr/>
                <p:nvPr/>
              </p:nvSpPr>
              <p:spPr>
                <a:xfrm>
                  <a:off x="7944350" y="522850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0" y="15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14"/>
                        <a:pt x="0" y="14"/>
                        <a:pt x="0" y="14"/>
                      </a:cubicBezTo>
                      <a:lnTo>
                        <a:pt x="10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5" name="Google Shape;1565;p9"/>
                <p:cNvSpPr/>
                <p:nvPr/>
              </p:nvSpPr>
              <p:spPr>
                <a:xfrm>
                  <a:off x="8057063" y="624450"/>
                  <a:ext cx="60325" cy="84138"/>
                </a:xfrm>
                <a:custGeom>
                  <a:rect b="b" l="l" r="r" t="t"/>
                  <a:pathLst>
                    <a:path extrusionOk="0" h="22" w="16">
                      <a:moveTo>
                        <a:pt x="3" y="22"/>
                      </a:move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4" y="4"/>
                        <a:pt x="13" y="2"/>
                        <a:pt x="12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lnTo>
                        <a:pt x="3" y="2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6" name="Google Shape;1566;p9"/>
                <p:cNvSpPr/>
                <p:nvPr/>
              </p:nvSpPr>
              <p:spPr>
                <a:xfrm>
                  <a:off x="8012613" y="564125"/>
                  <a:ext cx="49213" cy="57150"/>
                </a:xfrm>
                <a:custGeom>
                  <a:rect b="b" l="l" r="r" t="t"/>
                  <a:pathLst>
                    <a:path extrusionOk="0" h="15" w="13">
                      <a:moveTo>
                        <a:pt x="5" y="15"/>
                      </a:move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0" y="10"/>
                        <a:pt x="0" y="10"/>
                        <a:pt x="0" y="10"/>
                      </a:cubicBezTo>
                      <a:lnTo>
                        <a:pt x="5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7" name="Google Shape;1567;p9"/>
                <p:cNvSpPr/>
                <p:nvPr/>
              </p:nvSpPr>
              <p:spPr>
                <a:xfrm>
                  <a:off x="7880850" y="530788"/>
                  <a:ext cx="33338" cy="49213"/>
                </a:xfrm>
                <a:custGeom>
                  <a:rect b="b" l="l" r="r" t="t"/>
                  <a:pathLst>
                    <a:path extrusionOk="0" h="31" w="21">
                      <a:moveTo>
                        <a:pt x="21" y="31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31"/>
                      </a:lnTo>
                      <a:lnTo>
                        <a:pt x="21" y="31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8" name="Google Shape;1568;p9"/>
                <p:cNvSpPr/>
                <p:nvPr/>
              </p:nvSpPr>
              <p:spPr>
                <a:xfrm>
                  <a:off x="8095163" y="753038"/>
                  <a:ext cx="71437" cy="57150"/>
                </a:xfrm>
                <a:custGeom>
                  <a:rect b="b" l="l" r="r" t="t"/>
                  <a:pathLst>
                    <a:path extrusionOk="0" h="15" w="19">
                      <a:moveTo>
                        <a:pt x="6" y="15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6"/>
                        <a:pt x="18" y="4"/>
                        <a:pt x="17" y="2"/>
                      </a:cubicBezTo>
                      <a:cubicBezTo>
                        <a:pt x="17" y="1"/>
                        <a:pt x="16" y="1"/>
                        <a:pt x="16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lnTo>
                        <a:pt x="6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9" name="Google Shape;1569;p9"/>
                <p:cNvSpPr/>
                <p:nvPr/>
              </p:nvSpPr>
              <p:spPr>
                <a:xfrm>
                  <a:off x="8095163" y="692713"/>
                  <a:ext cx="46037" cy="46037"/>
                </a:xfrm>
                <a:custGeom>
                  <a:rect b="b" l="l" r="r" t="t"/>
                  <a:pathLst>
                    <a:path extrusionOk="0" h="12" w="12">
                      <a:moveTo>
                        <a:pt x="2" y="12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3"/>
                        <a:pt x="11" y="2"/>
                        <a:pt x="1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0" name="Google Shape;1570;p9"/>
                <p:cNvSpPr/>
                <p:nvPr/>
              </p:nvSpPr>
              <p:spPr>
                <a:xfrm>
                  <a:off x="7714163" y="903850"/>
                  <a:ext cx="65088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9"/>
                        <a:pt x="1" y="10"/>
                      </a:cubicBezTo>
                      <a:cubicBezTo>
                        <a:pt x="17" y="9"/>
                        <a:pt x="17" y="9"/>
                        <a:pt x="17" y="9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1" name="Google Shape;1571;p9"/>
                <p:cNvSpPr/>
                <p:nvPr/>
              </p:nvSpPr>
              <p:spPr>
                <a:xfrm>
                  <a:off x="7782425" y="1076888"/>
                  <a:ext cx="60325" cy="76200"/>
                </a:xfrm>
                <a:custGeom>
                  <a:rect b="b" l="l" r="r" t="t"/>
                  <a:pathLst>
                    <a:path extrusionOk="0" h="20" w="16">
                      <a:moveTo>
                        <a:pt x="11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2"/>
                        <a:pt x="3" y="16"/>
                        <a:pt x="5" y="20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2" name="Google Shape;1572;p9"/>
                <p:cNvSpPr/>
                <p:nvPr/>
              </p:nvSpPr>
              <p:spPr>
                <a:xfrm>
                  <a:off x="7741150" y="986400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5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8"/>
                        <a:pt x="1" y="9"/>
                        <a:pt x="2" y="10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6" y="8"/>
                        <a:pt x="16" y="8"/>
                        <a:pt x="16" y="8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3" name="Google Shape;1573;p9"/>
                <p:cNvSpPr/>
                <p:nvPr/>
              </p:nvSpPr>
              <p:spPr>
                <a:xfrm>
                  <a:off x="8155488" y="865750"/>
                  <a:ext cx="52388" cy="53975"/>
                </a:xfrm>
                <a:custGeom>
                  <a:rect b="b" l="l" r="r" t="t"/>
                  <a:pathLst>
                    <a:path extrusionOk="0" h="14" w="14">
                      <a:moveTo>
                        <a:pt x="4" y="14"/>
                      </a:move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3" y="1"/>
                        <a:pt x="12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4" name="Google Shape;1574;p9"/>
                <p:cNvSpPr/>
                <p:nvPr/>
              </p:nvSpPr>
              <p:spPr>
                <a:xfrm>
                  <a:off x="8193588" y="953063"/>
                  <a:ext cx="74613" cy="71437"/>
                </a:xfrm>
                <a:custGeom>
                  <a:rect b="b" l="l" r="r" t="t"/>
                  <a:pathLst>
                    <a:path extrusionOk="0" h="19" w="20">
                      <a:moveTo>
                        <a:pt x="9" y="19"/>
                      </a:move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8" y="7"/>
                        <a:pt x="16" y="3"/>
                        <a:pt x="14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5" name="Google Shape;1575;p9"/>
                <p:cNvSpPr/>
                <p:nvPr/>
              </p:nvSpPr>
              <p:spPr>
                <a:xfrm>
                  <a:off x="7828463" y="1183250"/>
                  <a:ext cx="63500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7"/>
                        <a:pt x="2" y="8"/>
                        <a:pt x="2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6" name="Google Shape;1576;p9"/>
                <p:cNvSpPr/>
                <p:nvPr/>
              </p:nvSpPr>
              <p:spPr>
                <a:xfrm>
                  <a:off x="7922125" y="1311838"/>
                  <a:ext cx="49213" cy="63500"/>
                </a:xfrm>
                <a:custGeom>
                  <a:rect b="b" l="l" r="r" t="t"/>
                  <a:pathLst>
                    <a:path extrusionOk="0" h="17" w="13">
                      <a:moveTo>
                        <a:pt x="8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13"/>
                        <a:pt x="2" y="14"/>
                        <a:pt x="3" y="15"/>
                      </a:cubicBezTo>
                      <a:cubicBezTo>
                        <a:pt x="4" y="16"/>
                        <a:pt x="4" y="17"/>
                        <a:pt x="5" y="17"/>
                      </a:cubicBezTo>
                      <a:cubicBezTo>
                        <a:pt x="13" y="9"/>
                        <a:pt x="13" y="9"/>
                        <a:pt x="13" y="9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7" name="Google Shape;1577;p9"/>
                <p:cNvSpPr/>
                <p:nvPr/>
              </p:nvSpPr>
              <p:spPr>
                <a:xfrm>
                  <a:off x="8284075" y="1088000"/>
                  <a:ext cx="71437" cy="53975"/>
                </a:xfrm>
                <a:custGeom>
                  <a:rect b="b" l="l" r="r" t="t"/>
                  <a:pathLst>
                    <a:path extrusionOk="0" h="14" w="19">
                      <a:moveTo>
                        <a:pt x="7" y="14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5"/>
                        <a:pt x="16" y="2"/>
                        <a:pt x="14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8" name="Google Shape;1578;p9"/>
                <p:cNvSpPr/>
                <p:nvPr/>
              </p:nvSpPr>
              <p:spPr>
                <a:xfrm>
                  <a:off x="8347575" y="1213413"/>
                  <a:ext cx="57150" cy="41275"/>
                </a:xfrm>
                <a:custGeom>
                  <a:rect b="b" l="l" r="r" t="t"/>
                  <a:pathLst>
                    <a:path extrusionOk="0" h="11" w="15">
                      <a:moveTo>
                        <a:pt x="0" y="10"/>
                      </a:move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5" y="10"/>
                        <a:pt x="15" y="9"/>
                      </a:cubicBezTo>
                      <a:cubicBezTo>
                        <a:pt x="15" y="7"/>
                        <a:pt x="15" y="6"/>
                        <a:pt x="14" y="5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9" name="Google Shape;1579;p9"/>
                <p:cNvSpPr/>
                <p:nvPr/>
              </p:nvSpPr>
              <p:spPr>
                <a:xfrm>
                  <a:off x="8257088" y="1043550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5" y="12"/>
                      </a:move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3" y="1"/>
                        <a:pt x="12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0" name="Google Shape;1580;p9"/>
                <p:cNvSpPr/>
                <p:nvPr/>
              </p:nvSpPr>
              <p:spPr>
                <a:xfrm>
                  <a:off x="7891963" y="1273738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12" y="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0"/>
                        <a:pt x="1" y="11"/>
                        <a:pt x="2" y="12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1" name="Google Shape;1581;p9"/>
                <p:cNvSpPr/>
                <p:nvPr/>
              </p:nvSpPr>
              <p:spPr>
                <a:xfrm>
                  <a:off x="7996738" y="1386450"/>
                  <a:ext cx="57150" cy="63500"/>
                </a:xfrm>
                <a:custGeom>
                  <a:rect b="b" l="l" r="r" t="t"/>
                  <a:pathLst>
                    <a:path extrusionOk="0" h="17" w="15">
                      <a:moveTo>
                        <a:pt x="6" y="0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2" y="14"/>
                        <a:pt x="4" y="15"/>
                        <a:pt x="6" y="17"/>
                      </a:cubicBezTo>
                      <a:cubicBezTo>
                        <a:pt x="15" y="5"/>
                        <a:pt x="15" y="5"/>
                        <a:pt x="15" y="5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2" name="Google Shape;1582;p9"/>
                <p:cNvSpPr/>
                <p:nvPr/>
              </p:nvSpPr>
              <p:spPr>
                <a:xfrm>
                  <a:off x="8068175" y="1432488"/>
                  <a:ext cx="34925" cy="47625"/>
                </a:xfrm>
                <a:custGeom>
                  <a:rect b="b" l="l" r="r" t="t"/>
                  <a:pathLst>
                    <a:path extrusionOk="0" h="13" w="9">
                      <a:moveTo>
                        <a:pt x="4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1" y="13"/>
                        <a:pt x="2" y="13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3" name="Google Shape;1583;p9"/>
                <p:cNvSpPr/>
                <p:nvPr/>
              </p:nvSpPr>
              <p:spPr>
                <a:xfrm>
                  <a:off x="8325350" y="1141975"/>
                  <a:ext cx="55563" cy="36513"/>
                </a:xfrm>
                <a:custGeom>
                  <a:rect b="b" l="l" r="r" t="t"/>
                  <a:pathLst>
                    <a:path extrusionOk="0" h="10" w="15">
                      <a:moveTo>
                        <a:pt x="2" y="10"/>
                      </a:move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4" y="3"/>
                        <a:pt x="13" y="2"/>
                        <a:pt x="12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4" name="Google Shape;1584;p9"/>
                <p:cNvSpPr/>
                <p:nvPr/>
              </p:nvSpPr>
              <p:spPr>
                <a:xfrm>
                  <a:off x="7710988" y="522850"/>
                  <a:ext cx="682625" cy="973137"/>
                </a:xfrm>
                <a:custGeom>
                  <a:rect b="b" l="l" r="r" t="t"/>
                  <a:pathLst>
                    <a:path extrusionOk="0" h="258" w="181">
                      <a:moveTo>
                        <a:pt x="69" y="218"/>
                      </a:moveTo>
                      <a:cubicBezTo>
                        <a:pt x="100" y="258"/>
                        <a:pt x="129" y="253"/>
                        <a:pt x="152" y="231"/>
                      </a:cubicBezTo>
                      <a:cubicBezTo>
                        <a:pt x="181" y="204"/>
                        <a:pt x="175" y="181"/>
                        <a:pt x="156" y="156"/>
                      </a:cubicBezTo>
                      <a:cubicBezTo>
                        <a:pt x="132" y="124"/>
                        <a:pt x="118" y="98"/>
                        <a:pt x="102" y="51"/>
                      </a:cubicBezTo>
                      <a:cubicBezTo>
                        <a:pt x="94" y="26"/>
                        <a:pt x="76" y="0"/>
                        <a:pt x="41" y="16"/>
                      </a:cubicBezTo>
                      <a:cubicBezTo>
                        <a:pt x="13" y="29"/>
                        <a:pt x="0" y="54"/>
                        <a:pt x="9" y="90"/>
                      </a:cubicBezTo>
                      <a:cubicBezTo>
                        <a:pt x="18" y="128"/>
                        <a:pt x="36" y="175"/>
                        <a:pt x="69" y="2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5" name="Google Shape;1585;p9"/>
                <p:cNvSpPr/>
                <p:nvPr/>
              </p:nvSpPr>
              <p:spPr>
                <a:xfrm>
                  <a:off x="7718925" y="624450"/>
                  <a:ext cx="674688" cy="871538"/>
                </a:xfrm>
                <a:custGeom>
                  <a:rect b="b" l="l" r="r" t="t"/>
                  <a:pathLst>
                    <a:path extrusionOk="0" h="231" w="179">
                      <a:moveTo>
                        <a:pt x="136" y="162"/>
                      </a:moveTo>
                      <a:cubicBezTo>
                        <a:pt x="118" y="178"/>
                        <a:pt x="91" y="176"/>
                        <a:pt x="63" y="131"/>
                      </a:cubicBezTo>
                      <a:cubicBezTo>
                        <a:pt x="33" y="83"/>
                        <a:pt x="17" y="33"/>
                        <a:pt x="23" y="0"/>
                      </a:cubicBezTo>
                      <a:cubicBezTo>
                        <a:pt x="7" y="14"/>
                        <a:pt x="0" y="35"/>
                        <a:pt x="7" y="63"/>
                      </a:cubicBezTo>
                      <a:cubicBezTo>
                        <a:pt x="16" y="101"/>
                        <a:pt x="34" y="148"/>
                        <a:pt x="67" y="191"/>
                      </a:cubicBezTo>
                      <a:cubicBezTo>
                        <a:pt x="98" y="231"/>
                        <a:pt x="127" y="226"/>
                        <a:pt x="150" y="204"/>
                      </a:cubicBezTo>
                      <a:cubicBezTo>
                        <a:pt x="179" y="177"/>
                        <a:pt x="173" y="154"/>
                        <a:pt x="154" y="129"/>
                      </a:cubicBezTo>
                      <a:cubicBezTo>
                        <a:pt x="150" y="123"/>
                        <a:pt x="145" y="117"/>
                        <a:pt x="141" y="111"/>
                      </a:cubicBezTo>
                      <a:cubicBezTo>
                        <a:pt x="147" y="128"/>
                        <a:pt x="150" y="150"/>
                        <a:pt x="136" y="16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6" name="Google Shape;1586;p9"/>
                <p:cNvSpPr/>
                <p:nvPr/>
              </p:nvSpPr>
              <p:spPr>
                <a:xfrm>
                  <a:off x="7930063" y="594288"/>
                  <a:ext cx="161925" cy="276225"/>
                </a:xfrm>
                <a:custGeom>
                  <a:rect b="b" l="l" r="r" t="t"/>
                  <a:pathLst>
                    <a:path extrusionOk="0" h="73" w="43">
                      <a:moveTo>
                        <a:pt x="35" y="31"/>
                      </a:moveTo>
                      <a:cubicBezTo>
                        <a:pt x="43" y="49"/>
                        <a:pt x="43" y="67"/>
                        <a:pt x="36" y="70"/>
                      </a:cubicBezTo>
                      <a:cubicBezTo>
                        <a:pt x="29" y="73"/>
                        <a:pt x="17" y="60"/>
                        <a:pt x="9" y="42"/>
                      </a:cubicBezTo>
                      <a:cubicBezTo>
                        <a:pt x="1" y="23"/>
                        <a:pt x="0" y="6"/>
                        <a:pt x="8" y="3"/>
                      </a:cubicBezTo>
                      <a:cubicBezTo>
                        <a:pt x="15" y="0"/>
                        <a:pt x="27" y="12"/>
                        <a:pt x="35" y="31"/>
                      </a:cubicBezTo>
                      <a:close/>
                    </a:path>
                  </a:pathLst>
                </a:custGeom>
                <a:solidFill>
                  <a:srgbClr val="F8F8F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87" name="Google Shape;1587;p9"/>
              <p:cNvGrpSpPr/>
              <p:nvPr/>
            </p:nvGrpSpPr>
            <p:grpSpPr>
              <a:xfrm flipH="1" rot="8100000">
                <a:off x="8473260" y="2721080"/>
                <a:ext cx="847454" cy="1030905"/>
                <a:chOff x="7491913" y="372038"/>
                <a:chExt cx="1503363" cy="1828800"/>
              </a:xfrm>
            </p:grpSpPr>
            <p:sp>
              <p:nvSpPr>
                <p:cNvPr id="1588" name="Google Shape;1588;p9"/>
                <p:cNvSpPr/>
                <p:nvPr/>
              </p:nvSpPr>
              <p:spPr>
                <a:xfrm>
                  <a:off x="8117388" y="1383275"/>
                  <a:ext cx="746125" cy="700088"/>
                </a:xfrm>
                <a:custGeom>
                  <a:rect b="b" l="l" r="r" t="t"/>
                  <a:pathLst>
                    <a:path extrusionOk="0" h="186" w="198">
                      <a:moveTo>
                        <a:pt x="12" y="0"/>
                      </a:moveTo>
                      <a:cubicBezTo>
                        <a:pt x="13" y="13"/>
                        <a:pt x="15" y="26"/>
                        <a:pt x="20" y="38"/>
                      </a:cubicBezTo>
                      <a:cubicBezTo>
                        <a:pt x="25" y="50"/>
                        <a:pt x="32" y="61"/>
                        <a:pt x="43" y="67"/>
                      </a:cubicBezTo>
                      <a:cubicBezTo>
                        <a:pt x="54" y="73"/>
                        <a:pt x="68" y="74"/>
                        <a:pt x="81" y="74"/>
                      </a:cubicBezTo>
                      <a:cubicBezTo>
                        <a:pt x="88" y="73"/>
                        <a:pt x="94" y="73"/>
                        <a:pt x="101" y="72"/>
                      </a:cubicBezTo>
                      <a:cubicBezTo>
                        <a:pt x="108" y="72"/>
                        <a:pt x="116" y="72"/>
                        <a:pt x="123" y="74"/>
                      </a:cubicBezTo>
                      <a:cubicBezTo>
                        <a:pt x="127" y="75"/>
                        <a:pt x="130" y="77"/>
                        <a:pt x="133" y="80"/>
                      </a:cubicBezTo>
                      <a:cubicBezTo>
                        <a:pt x="136" y="83"/>
                        <a:pt x="137" y="86"/>
                        <a:pt x="139" y="90"/>
                      </a:cubicBezTo>
                      <a:cubicBezTo>
                        <a:pt x="141" y="97"/>
                        <a:pt x="142" y="104"/>
                        <a:pt x="142" y="111"/>
                      </a:cubicBezTo>
                      <a:cubicBezTo>
                        <a:pt x="143" y="125"/>
                        <a:pt x="142" y="138"/>
                        <a:pt x="142" y="152"/>
                      </a:cubicBezTo>
                      <a:cubicBezTo>
                        <a:pt x="142" y="155"/>
                        <a:pt x="142" y="159"/>
                        <a:pt x="142" y="162"/>
                      </a:cubicBezTo>
                      <a:cubicBezTo>
                        <a:pt x="142" y="166"/>
                        <a:pt x="142" y="169"/>
                        <a:pt x="144" y="172"/>
                      </a:cubicBezTo>
                      <a:cubicBezTo>
                        <a:pt x="144" y="173"/>
                        <a:pt x="144" y="173"/>
                        <a:pt x="145" y="174"/>
                      </a:cubicBezTo>
                      <a:cubicBezTo>
                        <a:pt x="145" y="174"/>
                        <a:pt x="146" y="175"/>
                        <a:pt x="147" y="175"/>
                      </a:cubicBezTo>
                      <a:cubicBezTo>
                        <a:pt x="148" y="176"/>
                        <a:pt x="149" y="177"/>
                        <a:pt x="151" y="178"/>
                      </a:cubicBezTo>
                      <a:cubicBezTo>
                        <a:pt x="154" y="179"/>
                        <a:pt x="157" y="179"/>
                        <a:pt x="160" y="179"/>
                      </a:cubicBezTo>
                      <a:cubicBezTo>
                        <a:pt x="167" y="178"/>
                        <a:pt x="174" y="175"/>
                        <a:pt x="181" y="175"/>
                      </a:cubicBezTo>
                      <a:cubicBezTo>
                        <a:pt x="184" y="175"/>
                        <a:pt x="188" y="177"/>
                        <a:pt x="190" y="178"/>
                      </a:cubicBezTo>
                      <a:cubicBezTo>
                        <a:pt x="193" y="180"/>
                        <a:pt x="196" y="183"/>
                        <a:pt x="198" y="186"/>
                      </a:cubicBezTo>
                      <a:cubicBezTo>
                        <a:pt x="196" y="183"/>
                        <a:pt x="193" y="180"/>
                        <a:pt x="190" y="179"/>
                      </a:cubicBezTo>
                      <a:cubicBezTo>
                        <a:pt x="187" y="177"/>
                        <a:pt x="184" y="176"/>
                        <a:pt x="181" y="176"/>
                      </a:cubicBezTo>
                      <a:cubicBezTo>
                        <a:pt x="174" y="176"/>
                        <a:pt x="167" y="179"/>
                        <a:pt x="161" y="180"/>
                      </a:cubicBezTo>
                      <a:cubicBezTo>
                        <a:pt x="157" y="181"/>
                        <a:pt x="153" y="181"/>
                        <a:pt x="150" y="180"/>
                      </a:cubicBezTo>
                      <a:cubicBezTo>
                        <a:pt x="148" y="179"/>
                        <a:pt x="147" y="178"/>
                        <a:pt x="145" y="177"/>
                      </a:cubicBezTo>
                      <a:cubicBezTo>
                        <a:pt x="145" y="176"/>
                        <a:pt x="144" y="176"/>
                        <a:pt x="143" y="175"/>
                      </a:cubicBezTo>
                      <a:cubicBezTo>
                        <a:pt x="143" y="175"/>
                        <a:pt x="142" y="174"/>
                        <a:pt x="141" y="173"/>
                      </a:cubicBezTo>
                      <a:cubicBezTo>
                        <a:pt x="140" y="169"/>
                        <a:pt x="139" y="166"/>
                        <a:pt x="139" y="162"/>
                      </a:cubicBezTo>
                      <a:cubicBezTo>
                        <a:pt x="139" y="159"/>
                        <a:pt x="139" y="155"/>
                        <a:pt x="139" y="152"/>
                      </a:cubicBezTo>
                      <a:cubicBezTo>
                        <a:pt x="139" y="138"/>
                        <a:pt x="139" y="125"/>
                        <a:pt x="138" y="111"/>
                      </a:cubicBezTo>
                      <a:cubicBezTo>
                        <a:pt x="137" y="104"/>
                        <a:pt x="136" y="98"/>
                        <a:pt x="134" y="92"/>
                      </a:cubicBezTo>
                      <a:cubicBezTo>
                        <a:pt x="132" y="89"/>
                        <a:pt x="131" y="86"/>
                        <a:pt x="129" y="84"/>
                      </a:cubicBezTo>
                      <a:cubicBezTo>
                        <a:pt x="127" y="82"/>
                        <a:pt x="124" y="81"/>
                        <a:pt x="121" y="80"/>
                      </a:cubicBezTo>
                      <a:cubicBezTo>
                        <a:pt x="115" y="78"/>
                        <a:pt x="109" y="79"/>
                        <a:pt x="102" y="79"/>
                      </a:cubicBezTo>
                      <a:cubicBezTo>
                        <a:pt x="95" y="80"/>
                        <a:pt x="88" y="81"/>
                        <a:pt x="81" y="81"/>
                      </a:cubicBezTo>
                      <a:cubicBezTo>
                        <a:pt x="74" y="82"/>
                        <a:pt x="67" y="82"/>
                        <a:pt x="60" y="81"/>
                      </a:cubicBezTo>
                      <a:cubicBezTo>
                        <a:pt x="53" y="81"/>
                        <a:pt x="46" y="79"/>
                        <a:pt x="39" y="75"/>
                      </a:cubicBezTo>
                      <a:cubicBezTo>
                        <a:pt x="32" y="72"/>
                        <a:pt x="26" y="67"/>
                        <a:pt x="21" y="61"/>
                      </a:cubicBezTo>
                      <a:cubicBezTo>
                        <a:pt x="17" y="56"/>
                        <a:pt x="13" y="49"/>
                        <a:pt x="10" y="43"/>
                      </a:cubicBezTo>
                      <a:cubicBezTo>
                        <a:pt x="7" y="36"/>
                        <a:pt x="5" y="29"/>
                        <a:pt x="3" y="22"/>
                      </a:cubicBezTo>
                      <a:cubicBezTo>
                        <a:pt x="2" y="15"/>
                        <a:pt x="0" y="8"/>
                        <a:pt x="0" y="1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9" name="Google Shape;1589;p9"/>
                <p:cNvSpPr/>
                <p:nvPr/>
              </p:nvSpPr>
              <p:spPr>
                <a:xfrm>
                  <a:off x="8234863" y="1394388"/>
                  <a:ext cx="387350" cy="806450"/>
                </a:xfrm>
                <a:custGeom>
                  <a:rect b="b" l="l" r="r" t="t"/>
                  <a:pathLst>
                    <a:path extrusionOk="0" h="214" w="103">
                      <a:moveTo>
                        <a:pt x="13" y="0"/>
                      </a:moveTo>
                      <a:cubicBezTo>
                        <a:pt x="14" y="9"/>
                        <a:pt x="17" y="18"/>
                        <a:pt x="22" y="26"/>
                      </a:cubicBezTo>
                      <a:cubicBezTo>
                        <a:pt x="27" y="35"/>
                        <a:pt x="34" y="43"/>
                        <a:pt x="40" y="50"/>
                      </a:cubicBezTo>
                      <a:cubicBezTo>
                        <a:pt x="44" y="54"/>
                        <a:pt x="47" y="58"/>
                        <a:pt x="50" y="63"/>
                      </a:cubicBezTo>
                      <a:cubicBezTo>
                        <a:pt x="52" y="65"/>
                        <a:pt x="53" y="67"/>
                        <a:pt x="55" y="69"/>
                      </a:cubicBezTo>
                      <a:cubicBezTo>
                        <a:pt x="56" y="71"/>
                        <a:pt x="58" y="74"/>
                        <a:pt x="59" y="76"/>
                      </a:cubicBezTo>
                      <a:cubicBezTo>
                        <a:pt x="63" y="87"/>
                        <a:pt x="63" y="98"/>
                        <a:pt x="63" y="108"/>
                      </a:cubicBezTo>
                      <a:cubicBezTo>
                        <a:pt x="62" y="119"/>
                        <a:pt x="60" y="129"/>
                        <a:pt x="59" y="139"/>
                      </a:cubicBezTo>
                      <a:cubicBezTo>
                        <a:pt x="59" y="144"/>
                        <a:pt x="59" y="149"/>
                        <a:pt x="59" y="154"/>
                      </a:cubicBezTo>
                      <a:cubicBezTo>
                        <a:pt x="59" y="159"/>
                        <a:pt x="60" y="164"/>
                        <a:pt x="62" y="169"/>
                      </a:cubicBezTo>
                      <a:cubicBezTo>
                        <a:pt x="66" y="178"/>
                        <a:pt x="74" y="185"/>
                        <a:pt x="82" y="192"/>
                      </a:cubicBezTo>
                      <a:cubicBezTo>
                        <a:pt x="86" y="195"/>
                        <a:pt x="90" y="198"/>
                        <a:pt x="93" y="202"/>
                      </a:cubicBezTo>
                      <a:cubicBezTo>
                        <a:pt x="97" y="205"/>
                        <a:pt x="100" y="209"/>
                        <a:pt x="103" y="214"/>
                      </a:cubicBezTo>
                      <a:cubicBezTo>
                        <a:pt x="100" y="209"/>
                        <a:pt x="97" y="206"/>
                        <a:pt x="93" y="202"/>
                      </a:cubicBezTo>
                      <a:cubicBezTo>
                        <a:pt x="89" y="199"/>
                        <a:pt x="85" y="196"/>
                        <a:pt x="81" y="193"/>
                      </a:cubicBezTo>
                      <a:cubicBezTo>
                        <a:pt x="73" y="186"/>
                        <a:pt x="64" y="179"/>
                        <a:pt x="60" y="170"/>
                      </a:cubicBezTo>
                      <a:cubicBezTo>
                        <a:pt x="57" y="165"/>
                        <a:pt x="56" y="160"/>
                        <a:pt x="55" y="155"/>
                      </a:cubicBezTo>
                      <a:cubicBezTo>
                        <a:pt x="55" y="149"/>
                        <a:pt x="55" y="144"/>
                        <a:pt x="55" y="139"/>
                      </a:cubicBezTo>
                      <a:cubicBezTo>
                        <a:pt x="55" y="128"/>
                        <a:pt x="56" y="118"/>
                        <a:pt x="56" y="108"/>
                      </a:cubicBezTo>
                      <a:cubicBezTo>
                        <a:pt x="56" y="98"/>
                        <a:pt x="56" y="88"/>
                        <a:pt x="52" y="80"/>
                      </a:cubicBezTo>
                      <a:cubicBezTo>
                        <a:pt x="51" y="77"/>
                        <a:pt x="50" y="76"/>
                        <a:pt x="48" y="74"/>
                      </a:cubicBezTo>
                      <a:cubicBezTo>
                        <a:pt x="47" y="72"/>
                        <a:pt x="45" y="70"/>
                        <a:pt x="43" y="68"/>
                      </a:cubicBezTo>
                      <a:cubicBezTo>
                        <a:pt x="40" y="64"/>
                        <a:pt x="37" y="60"/>
                        <a:pt x="33" y="57"/>
                      </a:cubicBezTo>
                      <a:cubicBezTo>
                        <a:pt x="26" y="49"/>
                        <a:pt x="19" y="41"/>
                        <a:pt x="13" y="32"/>
                      </a:cubicBezTo>
                      <a:cubicBezTo>
                        <a:pt x="7" y="23"/>
                        <a:pt x="3" y="13"/>
                        <a:pt x="0" y="2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0" name="Google Shape;1590;p9"/>
                <p:cNvSpPr/>
                <p:nvPr/>
              </p:nvSpPr>
              <p:spPr>
                <a:xfrm>
                  <a:off x="8292013" y="1295963"/>
                  <a:ext cx="703263" cy="709613"/>
                </a:xfrm>
                <a:custGeom>
                  <a:rect b="b" l="l" r="r" t="t"/>
                  <a:pathLst>
                    <a:path extrusionOk="0" h="188" w="187">
                      <a:moveTo>
                        <a:pt x="10" y="0"/>
                      </a:moveTo>
                      <a:cubicBezTo>
                        <a:pt x="14" y="7"/>
                        <a:pt x="15" y="13"/>
                        <a:pt x="17" y="19"/>
                      </a:cubicBezTo>
                      <a:cubicBezTo>
                        <a:pt x="19" y="25"/>
                        <a:pt x="21" y="30"/>
                        <a:pt x="24" y="35"/>
                      </a:cubicBezTo>
                      <a:cubicBezTo>
                        <a:pt x="27" y="41"/>
                        <a:pt x="30" y="46"/>
                        <a:pt x="34" y="50"/>
                      </a:cubicBezTo>
                      <a:cubicBezTo>
                        <a:pt x="36" y="52"/>
                        <a:pt x="38" y="53"/>
                        <a:pt x="40" y="55"/>
                      </a:cubicBezTo>
                      <a:cubicBezTo>
                        <a:pt x="42" y="56"/>
                        <a:pt x="45" y="57"/>
                        <a:pt x="48" y="58"/>
                      </a:cubicBezTo>
                      <a:cubicBezTo>
                        <a:pt x="59" y="62"/>
                        <a:pt x="71" y="62"/>
                        <a:pt x="84" y="63"/>
                      </a:cubicBezTo>
                      <a:cubicBezTo>
                        <a:pt x="90" y="63"/>
                        <a:pt x="96" y="64"/>
                        <a:pt x="103" y="65"/>
                      </a:cubicBezTo>
                      <a:cubicBezTo>
                        <a:pt x="106" y="65"/>
                        <a:pt x="109" y="66"/>
                        <a:pt x="112" y="67"/>
                      </a:cubicBezTo>
                      <a:cubicBezTo>
                        <a:pt x="116" y="68"/>
                        <a:pt x="119" y="70"/>
                        <a:pt x="121" y="73"/>
                      </a:cubicBezTo>
                      <a:cubicBezTo>
                        <a:pt x="123" y="76"/>
                        <a:pt x="125" y="79"/>
                        <a:pt x="127" y="82"/>
                      </a:cubicBezTo>
                      <a:cubicBezTo>
                        <a:pt x="128" y="85"/>
                        <a:pt x="129" y="88"/>
                        <a:pt x="130" y="91"/>
                      </a:cubicBezTo>
                      <a:cubicBezTo>
                        <a:pt x="132" y="97"/>
                        <a:pt x="133" y="104"/>
                        <a:pt x="134" y="110"/>
                      </a:cubicBezTo>
                      <a:cubicBezTo>
                        <a:pt x="135" y="113"/>
                        <a:pt x="136" y="116"/>
                        <a:pt x="137" y="118"/>
                      </a:cubicBezTo>
                      <a:cubicBezTo>
                        <a:pt x="138" y="121"/>
                        <a:pt x="139" y="124"/>
                        <a:pt x="140" y="127"/>
                      </a:cubicBezTo>
                      <a:cubicBezTo>
                        <a:pt x="141" y="129"/>
                        <a:pt x="143" y="131"/>
                        <a:pt x="146" y="132"/>
                      </a:cubicBezTo>
                      <a:cubicBezTo>
                        <a:pt x="148" y="134"/>
                        <a:pt x="151" y="134"/>
                        <a:pt x="154" y="134"/>
                      </a:cubicBezTo>
                      <a:cubicBezTo>
                        <a:pt x="161" y="135"/>
                        <a:pt x="167" y="135"/>
                        <a:pt x="173" y="138"/>
                      </a:cubicBezTo>
                      <a:cubicBezTo>
                        <a:pt x="175" y="138"/>
                        <a:pt x="176" y="139"/>
                        <a:pt x="177" y="140"/>
                      </a:cubicBezTo>
                      <a:cubicBezTo>
                        <a:pt x="179" y="141"/>
                        <a:pt x="180" y="142"/>
                        <a:pt x="181" y="143"/>
                      </a:cubicBezTo>
                      <a:cubicBezTo>
                        <a:pt x="183" y="144"/>
                        <a:pt x="184" y="146"/>
                        <a:pt x="184" y="148"/>
                      </a:cubicBezTo>
                      <a:cubicBezTo>
                        <a:pt x="184" y="149"/>
                        <a:pt x="184" y="151"/>
                        <a:pt x="184" y="152"/>
                      </a:cubicBezTo>
                      <a:cubicBezTo>
                        <a:pt x="183" y="159"/>
                        <a:pt x="181" y="165"/>
                        <a:pt x="181" y="171"/>
                      </a:cubicBezTo>
                      <a:cubicBezTo>
                        <a:pt x="182" y="177"/>
                        <a:pt x="184" y="183"/>
                        <a:pt x="187" y="188"/>
                      </a:cubicBezTo>
                      <a:cubicBezTo>
                        <a:pt x="184" y="183"/>
                        <a:pt x="181" y="177"/>
                        <a:pt x="181" y="171"/>
                      </a:cubicBezTo>
                      <a:cubicBezTo>
                        <a:pt x="180" y="165"/>
                        <a:pt x="181" y="158"/>
                        <a:pt x="182" y="152"/>
                      </a:cubicBezTo>
                      <a:cubicBezTo>
                        <a:pt x="183" y="149"/>
                        <a:pt x="182" y="146"/>
                        <a:pt x="180" y="144"/>
                      </a:cubicBezTo>
                      <a:cubicBezTo>
                        <a:pt x="179" y="144"/>
                        <a:pt x="178" y="143"/>
                        <a:pt x="176" y="142"/>
                      </a:cubicBezTo>
                      <a:cubicBezTo>
                        <a:pt x="175" y="141"/>
                        <a:pt x="174" y="140"/>
                        <a:pt x="172" y="140"/>
                      </a:cubicBezTo>
                      <a:cubicBezTo>
                        <a:pt x="167" y="138"/>
                        <a:pt x="161" y="138"/>
                        <a:pt x="154" y="137"/>
                      </a:cubicBezTo>
                      <a:cubicBezTo>
                        <a:pt x="151" y="137"/>
                        <a:pt x="148" y="137"/>
                        <a:pt x="144" y="136"/>
                      </a:cubicBezTo>
                      <a:cubicBezTo>
                        <a:pt x="141" y="134"/>
                        <a:pt x="139" y="132"/>
                        <a:pt x="137" y="129"/>
                      </a:cubicBezTo>
                      <a:cubicBezTo>
                        <a:pt x="135" y="126"/>
                        <a:pt x="134" y="123"/>
                        <a:pt x="133" y="120"/>
                      </a:cubicBezTo>
                      <a:cubicBezTo>
                        <a:pt x="132" y="117"/>
                        <a:pt x="131" y="114"/>
                        <a:pt x="130" y="111"/>
                      </a:cubicBezTo>
                      <a:cubicBezTo>
                        <a:pt x="128" y="105"/>
                        <a:pt x="127" y="98"/>
                        <a:pt x="125" y="93"/>
                      </a:cubicBezTo>
                      <a:cubicBezTo>
                        <a:pt x="123" y="87"/>
                        <a:pt x="120" y="82"/>
                        <a:pt x="117" y="77"/>
                      </a:cubicBezTo>
                      <a:cubicBezTo>
                        <a:pt x="113" y="74"/>
                        <a:pt x="108" y="72"/>
                        <a:pt x="102" y="71"/>
                      </a:cubicBezTo>
                      <a:cubicBezTo>
                        <a:pt x="96" y="71"/>
                        <a:pt x="90" y="71"/>
                        <a:pt x="83" y="71"/>
                      </a:cubicBezTo>
                      <a:cubicBezTo>
                        <a:pt x="71" y="70"/>
                        <a:pt x="58" y="71"/>
                        <a:pt x="45" y="67"/>
                      </a:cubicBezTo>
                      <a:cubicBezTo>
                        <a:pt x="42" y="66"/>
                        <a:pt x="38" y="65"/>
                        <a:pt x="35" y="63"/>
                      </a:cubicBezTo>
                      <a:cubicBezTo>
                        <a:pt x="32" y="61"/>
                        <a:pt x="29" y="59"/>
                        <a:pt x="27" y="57"/>
                      </a:cubicBezTo>
                      <a:cubicBezTo>
                        <a:pt x="22" y="52"/>
                        <a:pt x="18" y="46"/>
                        <a:pt x="15" y="41"/>
                      </a:cubicBezTo>
                      <a:cubicBezTo>
                        <a:pt x="11" y="35"/>
                        <a:pt x="9" y="29"/>
                        <a:pt x="7" y="23"/>
                      </a:cubicBezTo>
                      <a:cubicBezTo>
                        <a:pt x="4" y="17"/>
                        <a:pt x="2" y="11"/>
                        <a:pt x="0" y="7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1" name="Google Shape;1591;p9"/>
                <p:cNvSpPr/>
                <p:nvPr/>
              </p:nvSpPr>
              <p:spPr>
                <a:xfrm>
                  <a:off x="8117388" y="1383275"/>
                  <a:ext cx="109537" cy="222250"/>
                </a:xfrm>
                <a:custGeom>
                  <a:rect b="b" l="l" r="r" t="t"/>
                  <a:pathLst>
                    <a:path extrusionOk="0" h="59" w="29">
                      <a:moveTo>
                        <a:pt x="20" y="38"/>
                      </a:moveTo>
                      <a:cubicBezTo>
                        <a:pt x="15" y="26"/>
                        <a:pt x="13" y="13"/>
                        <a:pt x="1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8"/>
                        <a:pt x="2" y="15"/>
                        <a:pt x="3" y="22"/>
                      </a:cubicBezTo>
                      <a:cubicBezTo>
                        <a:pt x="5" y="29"/>
                        <a:pt x="7" y="36"/>
                        <a:pt x="10" y="43"/>
                      </a:cubicBezTo>
                      <a:cubicBezTo>
                        <a:pt x="13" y="48"/>
                        <a:pt x="16" y="54"/>
                        <a:pt x="19" y="59"/>
                      </a:cubicBezTo>
                      <a:cubicBezTo>
                        <a:pt x="23" y="58"/>
                        <a:pt x="26" y="57"/>
                        <a:pt x="29" y="55"/>
                      </a:cubicBezTo>
                      <a:cubicBezTo>
                        <a:pt x="26" y="50"/>
                        <a:pt x="22" y="44"/>
                        <a:pt x="20" y="3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2" name="Google Shape;1592;p9"/>
                <p:cNvSpPr/>
                <p:nvPr/>
              </p:nvSpPr>
              <p:spPr>
                <a:xfrm>
                  <a:off x="8234863" y="1394388"/>
                  <a:ext cx="98425" cy="146050"/>
                </a:xfrm>
                <a:custGeom>
                  <a:rect b="b" l="l" r="r" t="t"/>
                  <a:pathLst>
                    <a:path extrusionOk="0" h="39" w="26">
                      <a:moveTo>
                        <a:pt x="13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3"/>
                        <a:pt x="7" y="23"/>
                        <a:pt x="13" y="32"/>
                      </a:cubicBezTo>
                      <a:cubicBezTo>
                        <a:pt x="15" y="35"/>
                        <a:pt x="16" y="37"/>
                        <a:pt x="18" y="39"/>
                      </a:cubicBezTo>
                      <a:cubicBezTo>
                        <a:pt x="21" y="37"/>
                        <a:pt x="23" y="34"/>
                        <a:pt x="26" y="32"/>
                      </a:cubicBezTo>
                      <a:cubicBezTo>
                        <a:pt x="25" y="30"/>
                        <a:pt x="23" y="28"/>
                        <a:pt x="22" y="26"/>
                      </a:cubicBezTo>
                      <a:cubicBezTo>
                        <a:pt x="17" y="18"/>
                        <a:pt x="14" y="9"/>
                        <a:pt x="13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3" name="Google Shape;1593;p9"/>
                <p:cNvSpPr/>
                <p:nvPr/>
              </p:nvSpPr>
              <p:spPr>
                <a:xfrm>
                  <a:off x="8292013" y="1295963"/>
                  <a:ext cx="96838" cy="180975"/>
                </a:xfrm>
                <a:custGeom>
                  <a:rect b="b" l="l" r="r" t="t"/>
                  <a:pathLst>
                    <a:path extrusionOk="0" h="48" w="26">
                      <a:moveTo>
                        <a:pt x="24" y="35"/>
                      </a:moveTo>
                      <a:cubicBezTo>
                        <a:pt x="21" y="30"/>
                        <a:pt x="19" y="25"/>
                        <a:pt x="17" y="19"/>
                      </a:cubicBezTo>
                      <a:cubicBezTo>
                        <a:pt x="15" y="13"/>
                        <a:pt x="14" y="7"/>
                        <a:pt x="10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1"/>
                        <a:pt x="4" y="17"/>
                        <a:pt x="7" y="23"/>
                      </a:cubicBezTo>
                      <a:cubicBezTo>
                        <a:pt x="9" y="29"/>
                        <a:pt x="11" y="35"/>
                        <a:pt x="15" y="41"/>
                      </a:cubicBezTo>
                      <a:cubicBezTo>
                        <a:pt x="16" y="43"/>
                        <a:pt x="17" y="46"/>
                        <a:pt x="19" y="48"/>
                      </a:cubicBezTo>
                      <a:cubicBezTo>
                        <a:pt x="21" y="45"/>
                        <a:pt x="24" y="42"/>
                        <a:pt x="26" y="38"/>
                      </a:cubicBezTo>
                      <a:cubicBezTo>
                        <a:pt x="25" y="37"/>
                        <a:pt x="25" y="36"/>
                        <a:pt x="24" y="3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4" name="Google Shape;1594;p9"/>
                <p:cNvSpPr/>
                <p:nvPr/>
              </p:nvSpPr>
              <p:spPr>
                <a:xfrm>
                  <a:off x="7801475" y="432363"/>
                  <a:ext cx="82550" cy="169863"/>
                </a:xfrm>
                <a:custGeom>
                  <a:rect b="b" l="l" r="r" t="t"/>
                  <a:pathLst>
                    <a:path extrusionOk="0" h="107" w="52">
                      <a:moveTo>
                        <a:pt x="28" y="107"/>
                      </a:moveTo>
                      <a:lnTo>
                        <a:pt x="0" y="0"/>
                      </a:lnTo>
                      <a:lnTo>
                        <a:pt x="52" y="100"/>
                      </a:lnTo>
                      <a:lnTo>
                        <a:pt x="28" y="1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5" name="Google Shape;1595;p9"/>
                <p:cNvSpPr/>
                <p:nvPr/>
              </p:nvSpPr>
              <p:spPr>
                <a:xfrm>
                  <a:off x="7598275" y="481575"/>
                  <a:ext cx="203200" cy="192088"/>
                </a:xfrm>
                <a:custGeom>
                  <a:rect b="b" l="l" r="r" t="t"/>
                  <a:pathLst>
                    <a:path extrusionOk="0" h="121" w="128">
                      <a:moveTo>
                        <a:pt x="128" y="97"/>
                      </a:moveTo>
                      <a:lnTo>
                        <a:pt x="0" y="0"/>
                      </a:lnTo>
                      <a:lnTo>
                        <a:pt x="116" y="121"/>
                      </a:lnTo>
                      <a:lnTo>
                        <a:pt x="128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6" name="Google Shape;1596;p9"/>
                <p:cNvSpPr/>
                <p:nvPr/>
              </p:nvSpPr>
              <p:spPr>
                <a:xfrm>
                  <a:off x="7620500" y="708588"/>
                  <a:ext cx="123825" cy="52388"/>
                </a:xfrm>
                <a:custGeom>
                  <a:rect b="b" l="l" r="r" t="t"/>
                  <a:pathLst>
                    <a:path extrusionOk="0" h="33" w="78">
                      <a:moveTo>
                        <a:pt x="78" y="11"/>
                      </a:moveTo>
                      <a:lnTo>
                        <a:pt x="0" y="0"/>
                      </a:lnTo>
                      <a:lnTo>
                        <a:pt x="78" y="33"/>
                      </a:lnTo>
                      <a:lnTo>
                        <a:pt x="78" y="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7" name="Google Shape;1597;p9"/>
                <p:cNvSpPr/>
                <p:nvPr/>
              </p:nvSpPr>
              <p:spPr>
                <a:xfrm>
                  <a:off x="7491913" y="835588"/>
                  <a:ext cx="265113" cy="65088"/>
                </a:xfrm>
                <a:custGeom>
                  <a:rect b="b" l="l" r="r" t="t"/>
                  <a:pathLst>
                    <a:path extrusionOk="0" h="41" w="167">
                      <a:moveTo>
                        <a:pt x="159" y="0"/>
                      </a:moveTo>
                      <a:lnTo>
                        <a:pt x="0" y="41"/>
                      </a:lnTo>
                      <a:lnTo>
                        <a:pt x="167" y="26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8" name="Google Shape;1598;p9"/>
                <p:cNvSpPr/>
                <p:nvPr/>
              </p:nvSpPr>
              <p:spPr>
                <a:xfrm>
                  <a:off x="7944350" y="372038"/>
                  <a:ext cx="38100" cy="207963"/>
                </a:xfrm>
                <a:custGeom>
                  <a:rect b="b" l="l" r="r" t="t"/>
                  <a:pathLst>
                    <a:path extrusionOk="0" h="131" w="24">
                      <a:moveTo>
                        <a:pt x="0" y="128"/>
                      </a:moveTo>
                      <a:lnTo>
                        <a:pt x="22" y="0"/>
                      </a:lnTo>
                      <a:lnTo>
                        <a:pt x="24" y="131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9" name="Google Shape;1599;p9"/>
                <p:cNvSpPr/>
                <p:nvPr/>
              </p:nvSpPr>
              <p:spPr>
                <a:xfrm>
                  <a:off x="8057063" y="511738"/>
                  <a:ext cx="169863" cy="196850"/>
                </a:xfrm>
                <a:custGeom>
                  <a:rect b="b" l="l" r="r" t="t"/>
                  <a:pathLst>
                    <a:path extrusionOk="0" h="124" w="107">
                      <a:moveTo>
                        <a:pt x="0" y="97"/>
                      </a:moveTo>
                      <a:lnTo>
                        <a:pt x="107" y="0"/>
                      </a:lnTo>
                      <a:lnTo>
                        <a:pt x="7" y="124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0" name="Google Shape;1600;p9"/>
                <p:cNvSpPr/>
                <p:nvPr/>
              </p:nvSpPr>
              <p:spPr>
                <a:xfrm>
                  <a:off x="8012613" y="541900"/>
                  <a:ext cx="63500" cy="79375"/>
                </a:xfrm>
                <a:custGeom>
                  <a:rect b="b" l="l" r="r" t="t"/>
                  <a:pathLst>
                    <a:path extrusionOk="0" h="50" w="40">
                      <a:moveTo>
                        <a:pt x="0" y="38"/>
                      </a:moveTo>
                      <a:lnTo>
                        <a:pt x="40" y="0"/>
                      </a:lnTo>
                      <a:lnTo>
                        <a:pt x="12" y="5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1" name="Google Shape;1601;p9"/>
                <p:cNvSpPr/>
                <p:nvPr/>
              </p:nvSpPr>
              <p:spPr>
                <a:xfrm>
                  <a:off x="7880850" y="527613"/>
                  <a:ext cx="33338" cy="52388"/>
                </a:xfrm>
                <a:custGeom>
                  <a:rect b="b" l="l" r="r" t="t"/>
                  <a:pathLst>
                    <a:path extrusionOk="0" h="33" w="21">
                      <a:moveTo>
                        <a:pt x="7" y="33"/>
                      </a:moveTo>
                      <a:lnTo>
                        <a:pt x="0" y="0"/>
                      </a:lnTo>
                      <a:lnTo>
                        <a:pt x="21" y="33"/>
                      </a:lnTo>
                      <a:lnTo>
                        <a:pt x="7" y="3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2" name="Google Shape;1602;p9"/>
                <p:cNvSpPr/>
                <p:nvPr/>
              </p:nvSpPr>
              <p:spPr>
                <a:xfrm>
                  <a:off x="8095163" y="695888"/>
                  <a:ext cx="222250" cy="114300"/>
                </a:xfrm>
                <a:custGeom>
                  <a:rect b="b" l="l" r="r" t="t"/>
                  <a:pathLst>
                    <a:path extrusionOk="0" h="72" w="140">
                      <a:moveTo>
                        <a:pt x="0" y="48"/>
                      </a:moveTo>
                      <a:lnTo>
                        <a:pt x="140" y="0"/>
                      </a:lnTo>
                      <a:lnTo>
                        <a:pt x="14" y="72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3" name="Google Shape;1603;p9"/>
                <p:cNvSpPr/>
                <p:nvPr/>
              </p:nvSpPr>
              <p:spPr>
                <a:xfrm>
                  <a:off x="8095163" y="651438"/>
                  <a:ext cx="117475" cy="87313"/>
                </a:xfrm>
                <a:custGeom>
                  <a:rect b="b" l="l" r="r" t="t"/>
                  <a:pathLst>
                    <a:path extrusionOk="0" h="55" w="74">
                      <a:moveTo>
                        <a:pt x="0" y="40"/>
                      </a:moveTo>
                      <a:lnTo>
                        <a:pt x="74" y="0"/>
                      </a:lnTo>
                      <a:lnTo>
                        <a:pt x="5" y="55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4" name="Google Shape;1604;p9"/>
                <p:cNvSpPr/>
                <p:nvPr/>
              </p:nvSpPr>
              <p:spPr>
                <a:xfrm>
                  <a:off x="7688763" y="903850"/>
                  <a:ext cx="90488" cy="41275"/>
                </a:xfrm>
                <a:custGeom>
                  <a:rect b="b" l="l" r="r" t="t"/>
                  <a:pathLst>
                    <a:path extrusionOk="0" h="26" w="57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7" y="21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5" name="Google Shape;1605;p9"/>
                <p:cNvSpPr/>
                <p:nvPr/>
              </p:nvSpPr>
              <p:spPr>
                <a:xfrm>
                  <a:off x="7582400" y="1076888"/>
                  <a:ext cx="260350" cy="174625"/>
                </a:xfrm>
                <a:custGeom>
                  <a:rect b="b" l="l" r="r" t="t"/>
                  <a:pathLst>
                    <a:path extrusionOk="0" h="110" w="164">
                      <a:moveTo>
                        <a:pt x="152" y="0"/>
                      </a:moveTo>
                      <a:lnTo>
                        <a:pt x="0" y="110"/>
                      </a:lnTo>
                      <a:lnTo>
                        <a:pt x="164" y="36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6" name="Google Shape;1606;p9"/>
                <p:cNvSpPr/>
                <p:nvPr/>
              </p:nvSpPr>
              <p:spPr>
                <a:xfrm>
                  <a:off x="7620500" y="986400"/>
                  <a:ext cx="180975" cy="84138"/>
                </a:xfrm>
                <a:custGeom>
                  <a:rect b="b" l="l" r="r" t="t"/>
                  <a:pathLst>
                    <a:path extrusionOk="0" h="53" w="114">
                      <a:moveTo>
                        <a:pt x="114" y="19"/>
                      </a:moveTo>
                      <a:lnTo>
                        <a:pt x="0" y="53"/>
                      </a:lnTo>
                      <a:lnTo>
                        <a:pt x="112" y="0"/>
                      </a:lnTo>
                      <a:lnTo>
                        <a:pt x="114" y="1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7" name="Google Shape;1607;p9"/>
                <p:cNvSpPr/>
                <p:nvPr/>
              </p:nvSpPr>
              <p:spPr>
                <a:xfrm>
                  <a:off x="8155488" y="829238"/>
                  <a:ext cx="98425" cy="90488"/>
                </a:xfrm>
                <a:custGeom>
                  <a:rect b="b" l="l" r="r" t="t"/>
                  <a:pathLst>
                    <a:path extrusionOk="0" h="57" w="62">
                      <a:moveTo>
                        <a:pt x="0" y="42"/>
                      </a:moveTo>
                      <a:lnTo>
                        <a:pt x="62" y="0"/>
                      </a:lnTo>
                      <a:lnTo>
                        <a:pt x="10" y="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8" name="Google Shape;1608;p9"/>
                <p:cNvSpPr/>
                <p:nvPr/>
              </p:nvSpPr>
              <p:spPr>
                <a:xfrm>
                  <a:off x="8193588" y="862575"/>
                  <a:ext cx="236538" cy="161925"/>
                </a:xfrm>
                <a:custGeom>
                  <a:rect b="b" l="l" r="r" t="t"/>
                  <a:pathLst>
                    <a:path extrusionOk="0" h="102" w="149">
                      <a:moveTo>
                        <a:pt x="0" y="71"/>
                      </a:moveTo>
                      <a:lnTo>
                        <a:pt x="149" y="0"/>
                      </a:lnTo>
                      <a:lnTo>
                        <a:pt x="21" y="102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9" name="Google Shape;1609;p9"/>
                <p:cNvSpPr/>
                <p:nvPr/>
              </p:nvSpPr>
              <p:spPr>
                <a:xfrm>
                  <a:off x="7793538" y="1183250"/>
                  <a:ext cx="98425" cy="38100"/>
                </a:xfrm>
                <a:custGeom>
                  <a:rect b="b" l="l" r="r" t="t"/>
                  <a:pathLst>
                    <a:path extrusionOk="0" h="24" w="62">
                      <a:moveTo>
                        <a:pt x="52" y="0"/>
                      </a:moveTo>
                      <a:lnTo>
                        <a:pt x="0" y="21"/>
                      </a:lnTo>
                      <a:lnTo>
                        <a:pt x="62" y="24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0" name="Google Shape;1610;p9"/>
                <p:cNvSpPr/>
                <p:nvPr/>
              </p:nvSpPr>
              <p:spPr>
                <a:xfrm>
                  <a:off x="7815763" y="1311838"/>
                  <a:ext cx="155575" cy="211138"/>
                </a:xfrm>
                <a:custGeom>
                  <a:rect b="b" l="l" r="r" t="t"/>
                  <a:pathLst>
                    <a:path extrusionOk="0" h="133" w="98">
                      <a:moveTo>
                        <a:pt x="86" y="0"/>
                      </a:moveTo>
                      <a:lnTo>
                        <a:pt x="0" y="133"/>
                      </a:lnTo>
                      <a:lnTo>
                        <a:pt x="98" y="21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1" name="Google Shape;1611;p9"/>
                <p:cNvSpPr/>
                <p:nvPr/>
              </p:nvSpPr>
              <p:spPr>
                <a:xfrm>
                  <a:off x="8284075" y="1032438"/>
                  <a:ext cx="233363" cy="109538"/>
                </a:xfrm>
                <a:custGeom>
                  <a:rect b="b" l="l" r="r" t="t"/>
                  <a:pathLst>
                    <a:path extrusionOk="0" h="69" w="147">
                      <a:moveTo>
                        <a:pt x="0" y="45"/>
                      </a:moveTo>
                      <a:lnTo>
                        <a:pt x="147" y="0"/>
                      </a:lnTo>
                      <a:lnTo>
                        <a:pt x="16" y="69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2" name="Google Shape;1612;p9"/>
                <p:cNvSpPr/>
                <p:nvPr/>
              </p:nvSpPr>
              <p:spPr>
                <a:xfrm>
                  <a:off x="8347575" y="1213413"/>
                  <a:ext cx="161925" cy="52388"/>
                </a:xfrm>
                <a:custGeom>
                  <a:rect b="b" l="l" r="r" t="t"/>
                  <a:pathLst>
                    <a:path extrusionOk="0" h="33" w="102">
                      <a:moveTo>
                        <a:pt x="0" y="24"/>
                      </a:moveTo>
                      <a:lnTo>
                        <a:pt x="102" y="33"/>
                      </a:lnTo>
                      <a:lnTo>
                        <a:pt x="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3" name="Google Shape;1613;p9"/>
                <p:cNvSpPr/>
                <p:nvPr/>
              </p:nvSpPr>
              <p:spPr>
                <a:xfrm>
                  <a:off x="8257088" y="1021325"/>
                  <a:ext cx="82550" cy="66675"/>
                </a:xfrm>
                <a:custGeom>
                  <a:rect b="b" l="l" r="r" t="t"/>
                  <a:pathLst>
                    <a:path extrusionOk="0" h="42" w="52">
                      <a:moveTo>
                        <a:pt x="0" y="31"/>
                      </a:moveTo>
                      <a:lnTo>
                        <a:pt x="52" y="0"/>
                      </a:lnTo>
                      <a:lnTo>
                        <a:pt x="12" y="4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4" name="Google Shape;1614;p9"/>
                <p:cNvSpPr/>
                <p:nvPr/>
              </p:nvSpPr>
              <p:spPr>
                <a:xfrm>
                  <a:off x="7845925" y="1273738"/>
                  <a:ext cx="98425" cy="71438"/>
                </a:xfrm>
                <a:custGeom>
                  <a:rect b="b" l="l" r="r" t="t"/>
                  <a:pathLst>
                    <a:path extrusionOk="0" h="45" w="62">
                      <a:moveTo>
                        <a:pt x="57" y="0"/>
                      </a:moveTo>
                      <a:lnTo>
                        <a:pt x="0" y="45"/>
                      </a:lnTo>
                      <a:lnTo>
                        <a:pt x="62" y="14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5" name="Google Shape;1615;p9"/>
                <p:cNvSpPr/>
                <p:nvPr/>
              </p:nvSpPr>
              <p:spPr>
                <a:xfrm>
                  <a:off x="7922125" y="1386450"/>
                  <a:ext cx="131763" cy="192088"/>
                </a:xfrm>
                <a:custGeom>
                  <a:rect b="b" l="l" r="r" t="t"/>
                  <a:pathLst>
                    <a:path extrusionOk="0" h="121" w="83">
                      <a:moveTo>
                        <a:pt x="62" y="0"/>
                      </a:moveTo>
                      <a:lnTo>
                        <a:pt x="0" y="121"/>
                      </a:lnTo>
                      <a:lnTo>
                        <a:pt x="83" y="1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6" name="Google Shape;1616;p9"/>
                <p:cNvSpPr/>
                <p:nvPr/>
              </p:nvSpPr>
              <p:spPr>
                <a:xfrm>
                  <a:off x="8065000" y="1432488"/>
                  <a:ext cx="38100" cy="66675"/>
                </a:xfrm>
                <a:custGeom>
                  <a:rect b="b" l="l" r="r" t="t"/>
                  <a:pathLst>
                    <a:path extrusionOk="0" h="42" w="24">
                      <a:moveTo>
                        <a:pt x="12" y="0"/>
                      </a:moveTo>
                      <a:lnTo>
                        <a:pt x="0" y="42"/>
                      </a:lnTo>
                      <a:lnTo>
                        <a:pt x="24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7" name="Google Shape;1617;p9"/>
                <p:cNvSpPr/>
                <p:nvPr/>
              </p:nvSpPr>
              <p:spPr>
                <a:xfrm>
                  <a:off x="8325350" y="1081650"/>
                  <a:ext cx="260350" cy="96838"/>
                </a:xfrm>
                <a:custGeom>
                  <a:rect b="b" l="l" r="r" t="t"/>
                  <a:pathLst>
                    <a:path extrusionOk="0" h="61" w="164">
                      <a:moveTo>
                        <a:pt x="0" y="47"/>
                      </a:moveTo>
                      <a:lnTo>
                        <a:pt x="164" y="0"/>
                      </a:lnTo>
                      <a:lnTo>
                        <a:pt x="5" y="61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8" name="Google Shape;1618;p9"/>
                <p:cNvSpPr/>
                <p:nvPr/>
              </p:nvSpPr>
              <p:spPr>
                <a:xfrm>
                  <a:off x="7831638" y="538725"/>
                  <a:ext cx="52388" cy="63500"/>
                </a:xfrm>
                <a:custGeom>
                  <a:rect b="b" l="l" r="r" t="t"/>
                  <a:pathLst>
                    <a:path extrusionOk="0" h="17" w="14">
                      <a:moveTo>
                        <a:pt x="14" y="1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4" y="17"/>
                        <a:pt x="4" y="17"/>
                        <a:pt x="4" y="17"/>
                      </a:cubicBezTo>
                      <a:lnTo>
                        <a:pt x="1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9" name="Google Shape;1619;p9"/>
                <p:cNvSpPr/>
                <p:nvPr/>
              </p:nvSpPr>
              <p:spPr>
                <a:xfrm>
                  <a:off x="7741150" y="605400"/>
                  <a:ext cx="60325" cy="68262"/>
                </a:xfrm>
                <a:custGeom>
                  <a:rect b="b" l="l" r="r" t="t"/>
                  <a:pathLst>
                    <a:path extrusionOk="0" h="18" w="16">
                      <a:moveTo>
                        <a:pt x="16" y="8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2"/>
                        <a:pt x="2" y="5"/>
                        <a:pt x="0" y="7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lnTo>
                        <a:pt x="16" y="8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0" name="Google Shape;1620;p9"/>
                <p:cNvSpPr/>
                <p:nvPr/>
              </p:nvSpPr>
              <p:spPr>
                <a:xfrm>
                  <a:off x="7696700" y="719700"/>
                  <a:ext cx="47625" cy="41275"/>
                </a:xfrm>
                <a:custGeom>
                  <a:rect b="b" l="l" r="r" t="t"/>
                  <a:pathLst>
                    <a:path extrusionOk="0" h="11" w="13">
                      <a:moveTo>
                        <a:pt x="13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1" name="Google Shape;1621;p9"/>
                <p:cNvSpPr/>
                <p:nvPr/>
              </p:nvSpPr>
              <p:spPr>
                <a:xfrm>
                  <a:off x="7696700" y="835588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3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1" y="9"/>
                        <a:pt x="2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2" name="Google Shape;1622;p9"/>
                <p:cNvSpPr/>
                <p:nvPr/>
              </p:nvSpPr>
              <p:spPr>
                <a:xfrm>
                  <a:off x="7944350" y="522850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0" y="15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14"/>
                        <a:pt x="0" y="14"/>
                        <a:pt x="0" y="14"/>
                      </a:cubicBezTo>
                      <a:lnTo>
                        <a:pt x="10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3" name="Google Shape;1623;p9"/>
                <p:cNvSpPr/>
                <p:nvPr/>
              </p:nvSpPr>
              <p:spPr>
                <a:xfrm>
                  <a:off x="8057063" y="624450"/>
                  <a:ext cx="60325" cy="84138"/>
                </a:xfrm>
                <a:custGeom>
                  <a:rect b="b" l="l" r="r" t="t"/>
                  <a:pathLst>
                    <a:path extrusionOk="0" h="22" w="16">
                      <a:moveTo>
                        <a:pt x="3" y="22"/>
                      </a:move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4" y="4"/>
                        <a:pt x="13" y="2"/>
                        <a:pt x="12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lnTo>
                        <a:pt x="3" y="2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4" name="Google Shape;1624;p9"/>
                <p:cNvSpPr/>
                <p:nvPr/>
              </p:nvSpPr>
              <p:spPr>
                <a:xfrm>
                  <a:off x="8012613" y="564125"/>
                  <a:ext cx="49213" cy="57150"/>
                </a:xfrm>
                <a:custGeom>
                  <a:rect b="b" l="l" r="r" t="t"/>
                  <a:pathLst>
                    <a:path extrusionOk="0" h="15" w="13">
                      <a:moveTo>
                        <a:pt x="5" y="15"/>
                      </a:move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0" y="10"/>
                        <a:pt x="0" y="10"/>
                        <a:pt x="0" y="10"/>
                      </a:cubicBezTo>
                      <a:lnTo>
                        <a:pt x="5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5" name="Google Shape;1625;p9"/>
                <p:cNvSpPr/>
                <p:nvPr/>
              </p:nvSpPr>
              <p:spPr>
                <a:xfrm>
                  <a:off x="7880850" y="530788"/>
                  <a:ext cx="33338" cy="49213"/>
                </a:xfrm>
                <a:custGeom>
                  <a:rect b="b" l="l" r="r" t="t"/>
                  <a:pathLst>
                    <a:path extrusionOk="0" h="31" w="21">
                      <a:moveTo>
                        <a:pt x="21" y="31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31"/>
                      </a:lnTo>
                      <a:lnTo>
                        <a:pt x="21" y="31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6" name="Google Shape;1626;p9"/>
                <p:cNvSpPr/>
                <p:nvPr/>
              </p:nvSpPr>
              <p:spPr>
                <a:xfrm>
                  <a:off x="8095163" y="753038"/>
                  <a:ext cx="71437" cy="57150"/>
                </a:xfrm>
                <a:custGeom>
                  <a:rect b="b" l="l" r="r" t="t"/>
                  <a:pathLst>
                    <a:path extrusionOk="0" h="15" w="19">
                      <a:moveTo>
                        <a:pt x="6" y="15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6"/>
                        <a:pt x="18" y="4"/>
                        <a:pt x="17" y="2"/>
                      </a:cubicBezTo>
                      <a:cubicBezTo>
                        <a:pt x="17" y="1"/>
                        <a:pt x="16" y="1"/>
                        <a:pt x="16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lnTo>
                        <a:pt x="6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7" name="Google Shape;1627;p9"/>
                <p:cNvSpPr/>
                <p:nvPr/>
              </p:nvSpPr>
              <p:spPr>
                <a:xfrm>
                  <a:off x="8095163" y="692713"/>
                  <a:ext cx="46037" cy="46037"/>
                </a:xfrm>
                <a:custGeom>
                  <a:rect b="b" l="l" r="r" t="t"/>
                  <a:pathLst>
                    <a:path extrusionOk="0" h="12" w="12">
                      <a:moveTo>
                        <a:pt x="2" y="12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3"/>
                        <a:pt x="11" y="2"/>
                        <a:pt x="1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8" name="Google Shape;1628;p9"/>
                <p:cNvSpPr/>
                <p:nvPr/>
              </p:nvSpPr>
              <p:spPr>
                <a:xfrm>
                  <a:off x="7714163" y="903850"/>
                  <a:ext cx="65088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9"/>
                        <a:pt x="1" y="10"/>
                      </a:cubicBezTo>
                      <a:cubicBezTo>
                        <a:pt x="17" y="9"/>
                        <a:pt x="17" y="9"/>
                        <a:pt x="17" y="9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9" name="Google Shape;1629;p9"/>
                <p:cNvSpPr/>
                <p:nvPr/>
              </p:nvSpPr>
              <p:spPr>
                <a:xfrm>
                  <a:off x="7782425" y="1076888"/>
                  <a:ext cx="60325" cy="76200"/>
                </a:xfrm>
                <a:custGeom>
                  <a:rect b="b" l="l" r="r" t="t"/>
                  <a:pathLst>
                    <a:path extrusionOk="0" h="20" w="16">
                      <a:moveTo>
                        <a:pt x="11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2"/>
                        <a:pt x="3" y="16"/>
                        <a:pt x="5" y="20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0" name="Google Shape;1630;p9"/>
                <p:cNvSpPr/>
                <p:nvPr/>
              </p:nvSpPr>
              <p:spPr>
                <a:xfrm>
                  <a:off x="7741150" y="986400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5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8"/>
                        <a:pt x="1" y="9"/>
                        <a:pt x="2" y="10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6" y="8"/>
                        <a:pt x="16" y="8"/>
                        <a:pt x="16" y="8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1" name="Google Shape;1631;p9"/>
                <p:cNvSpPr/>
                <p:nvPr/>
              </p:nvSpPr>
              <p:spPr>
                <a:xfrm>
                  <a:off x="8155488" y="865750"/>
                  <a:ext cx="52388" cy="53975"/>
                </a:xfrm>
                <a:custGeom>
                  <a:rect b="b" l="l" r="r" t="t"/>
                  <a:pathLst>
                    <a:path extrusionOk="0" h="14" w="14">
                      <a:moveTo>
                        <a:pt x="4" y="14"/>
                      </a:move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3" y="1"/>
                        <a:pt x="12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2" name="Google Shape;1632;p9"/>
                <p:cNvSpPr/>
                <p:nvPr/>
              </p:nvSpPr>
              <p:spPr>
                <a:xfrm>
                  <a:off x="8193588" y="953063"/>
                  <a:ext cx="74613" cy="71437"/>
                </a:xfrm>
                <a:custGeom>
                  <a:rect b="b" l="l" r="r" t="t"/>
                  <a:pathLst>
                    <a:path extrusionOk="0" h="19" w="20">
                      <a:moveTo>
                        <a:pt x="9" y="19"/>
                      </a:move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8" y="7"/>
                        <a:pt x="16" y="3"/>
                        <a:pt x="14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3" name="Google Shape;1633;p9"/>
                <p:cNvSpPr/>
                <p:nvPr/>
              </p:nvSpPr>
              <p:spPr>
                <a:xfrm>
                  <a:off x="7828463" y="1183250"/>
                  <a:ext cx="63500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7"/>
                        <a:pt x="2" y="8"/>
                        <a:pt x="2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4" name="Google Shape;1634;p9"/>
                <p:cNvSpPr/>
                <p:nvPr/>
              </p:nvSpPr>
              <p:spPr>
                <a:xfrm>
                  <a:off x="7922125" y="1311838"/>
                  <a:ext cx="49213" cy="63500"/>
                </a:xfrm>
                <a:custGeom>
                  <a:rect b="b" l="l" r="r" t="t"/>
                  <a:pathLst>
                    <a:path extrusionOk="0" h="17" w="13">
                      <a:moveTo>
                        <a:pt x="8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13"/>
                        <a:pt x="2" y="14"/>
                        <a:pt x="3" y="15"/>
                      </a:cubicBezTo>
                      <a:cubicBezTo>
                        <a:pt x="4" y="16"/>
                        <a:pt x="4" y="17"/>
                        <a:pt x="5" y="17"/>
                      </a:cubicBezTo>
                      <a:cubicBezTo>
                        <a:pt x="13" y="9"/>
                        <a:pt x="13" y="9"/>
                        <a:pt x="13" y="9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5" name="Google Shape;1635;p9"/>
                <p:cNvSpPr/>
                <p:nvPr/>
              </p:nvSpPr>
              <p:spPr>
                <a:xfrm>
                  <a:off x="8284075" y="1088000"/>
                  <a:ext cx="71437" cy="53975"/>
                </a:xfrm>
                <a:custGeom>
                  <a:rect b="b" l="l" r="r" t="t"/>
                  <a:pathLst>
                    <a:path extrusionOk="0" h="14" w="19">
                      <a:moveTo>
                        <a:pt x="7" y="14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5"/>
                        <a:pt x="16" y="2"/>
                        <a:pt x="14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6" name="Google Shape;1636;p9"/>
                <p:cNvSpPr/>
                <p:nvPr/>
              </p:nvSpPr>
              <p:spPr>
                <a:xfrm>
                  <a:off x="8347575" y="1213413"/>
                  <a:ext cx="57150" cy="41275"/>
                </a:xfrm>
                <a:custGeom>
                  <a:rect b="b" l="l" r="r" t="t"/>
                  <a:pathLst>
                    <a:path extrusionOk="0" h="11" w="15">
                      <a:moveTo>
                        <a:pt x="0" y="10"/>
                      </a:move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5" y="10"/>
                        <a:pt x="15" y="9"/>
                      </a:cubicBezTo>
                      <a:cubicBezTo>
                        <a:pt x="15" y="7"/>
                        <a:pt x="15" y="6"/>
                        <a:pt x="14" y="5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7" name="Google Shape;1637;p9"/>
                <p:cNvSpPr/>
                <p:nvPr/>
              </p:nvSpPr>
              <p:spPr>
                <a:xfrm>
                  <a:off x="8257088" y="1043550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5" y="12"/>
                      </a:move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3" y="1"/>
                        <a:pt x="12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8" name="Google Shape;1638;p9"/>
                <p:cNvSpPr/>
                <p:nvPr/>
              </p:nvSpPr>
              <p:spPr>
                <a:xfrm>
                  <a:off x="7891963" y="1273738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12" y="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0"/>
                        <a:pt x="1" y="11"/>
                        <a:pt x="2" y="12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9" name="Google Shape;1639;p9"/>
                <p:cNvSpPr/>
                <p:nvPr/>
              </p:nvSpPr>
              <p:spPr>
                <a:xfrm>
                  <a:off x="7996738" y="1386450"/>
                  <a:ext cx="57150" cy="63500"/>
                </a:xfrm>
                <a:custGeom>
                  <a:rect b="b" l="l" r="r" t="t"/>
                  <a:pathLst>
                    <a:path extrusionOk="0" h="17" w="15">
                      <a:moveTo>
                        <a:pt x="6" y="0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2" y="14"/>
                        <a:pt x="4" y="15"/>
                        <a:pt x="6" y="17"/>
                      </a:cubicBezTo>
                      <a:cubicBezTo>
                        <a:pt x="15" y="5"/>
                        <a:pt x="15" y="5"/>
                        <a:pt x="15" y="5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0" name="Google Shape;1640;p9"/>
                <p:cNvSpPr/>
                <p:nvPr/>
              </p:nvSpPr>
              <p:spPr>
                <a:xfrm>
                  <a:off x="8068175" y="1432488"/>
                  <a:ext cx="34925" cy="47625"/>
                </a:xfrm>
                <a:custGeom>
                  <a:rect b="b" l="l" r="r" t="t"/>
                  <a:pathLst>
                    <a:path extrusionOk="0" h="13" w="9">
                      <a:moveTo>
                        <a:pt x="4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1" y="13"/>
                        <a:pt x="2" y="13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1" name="Google Shape;1641;p9"/>
                <p:cNvSpPr/>
                <p:nvPr/>
              </p:nvSpPr>
              <p:spPr>
                <a:xfrm>
                  <a:off x="8325350" y="1141975"/>
                  <a:ext cx="55563" cy="36513"/>
                </a:xfrm>
                <a:custGeom>
                  <a:rect b="b" l="l" r="r" t="t"/>
                  <a:pathLst>
                    <a:path extrusionOk="0" h="10" w="15">
                      <a:moveTo>
                        <a:pt x="2" y="10"/>
                      </a:move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4" y="3"/>
                        <a:pt x="13" y="2"/>
                        <a:pt x="12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2" name="Google Shape;1642;p9"/>
                <p:cNvSpPr/>
                <p:nvPr/>
              </p:nvSpPr>
              <p:spPr>
                <a:xfrm>
                  <a:off x="7710988" y="522850"/>
                  <a:ext cx="682625" cy="973137"/>
                </a:xfrm>
                <a:custGeom>
                  <a:rect b="b" l="l" r="r" t="t"/>
                  <a:pathLst>
                    <a:path extrusionOk="0" h="258" w="181">
                      <a:moveTo>
                        <a:pt x="69" y="218"/>
                      </a:moveTo>
                      <a:cubicBezTo>
                        <a:pt x="100" y="258"/>
                        <a:pt x="129" y="253"/>
                        <a:pt x="152" y="231"/>
                      </a:cubicBezTo>
                      <a:cubicBezTo>
                        <a:pt x="181" y="204"/>
                        <a:pt x="175" y="181"/>
                        <a:pt x="156" y="156"/>
                      </a:cubicBezTo>
                      <a:cubicBezTo>
                        <a:pt x="132" y="124"/>
                        <a:pt x="118" y="98"/>
                        <a:pt x="102" y="51"/>
                      </a:cubicBezTo>
                      <a:cubicBezTo>
                        <a:pt x="94" y="26"/>
                        <a:pt x="76" y="0"/>
                        <a:pt x="41" y="16"/>
                      </a:cubicBezTo>
                      <a:cubicBezTo>
                        <a:pt x="13" y="29"/>
                        <a:pt x="0" y="54"/>
                        <a:pt x="9" y="90"/>
                      </a:cubicBezTo>
                      <a:cubicBezTo>
                        <a:pt x="18" y="128"/>
                        <a:pt x="36" y="175"/>
                        <a:pt x="69" y="2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3" name="Google Shape;1643;p9"/>
                <p:cNvSpPr/>
                <p:nvPr/>
              </p:nvSpPr>
              <p:spPr>
                <a:xfrm>
                  <a:off x="7718925" y="624450"/>
                  <a:ext cx="674688" cy="871538"/>
                </a:xfrm>
                <a:custGeom>
                  <a:rect b="b" l="l" r="r" t="t"/>
                  <a:pathLst>
                    <a:path extrusionOk="0" h="231" w="179">
                      <a:moveTo>
                        <a:pt x="136" y="162"/>
                      </a:moveTo>
                      <a:cubicBezTo>
                        <a:pt x="118" y="178"/>
                        <a:pt x="91" y="176"/>
                        <a:pt x="63" y="131"/>
                      </a:cubicBezTo>
                      <a:cubicBezTo>
                        <a:pt x="33" y="83"/>
                        <a:pt x="17" y="33"/>
                        <a:pt x="23" y="0"/>
                      </a:cubicBezTo>
                      <a:cubicBezTo>
                        <a:pt x="7" y="14"/>
                        <a:pt x="0" y="35"/>
                        <a:pt x="7" y="63"/>
                      </a:cubicBezTo>
                      <a:cubicBezTo>
                        <a:pt x="16" y="101"/>
                        <a:pt x="34" y="148"/>
                        <a:pt x="67" y="191"/>
                      </a:cubicBezTo>
                      <a:cubicBezTo>
                        <a:pt x="98" y="231"/>
                        <a:pt x="127" y="226"/>
                        <a:pt x="150" y="204"/>
                      </a:cubicBezTo>
                      <a:cubicBezTo>
                        <a:pt x="179" y="177"/>
                        <a:pt x="173" y="154"/>
                        <a:pt x="154" y="129"/>
                      </a:cubicBezTo>
                      <a:cubicBezTo>
                        <a:pt x="150" y="123"/>
                        <a:pt x="145" y="117"/>
                        <a:pt x="141" y="111"/>
                      </a:cubicBezTo>
                      <a:cubicBezTo>
                        <a:pt x="147" y="128"/>
                        <a:pt x="150" y="150"/>
                        <a:pt x="136" y="16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4" name="Google Shape;1644;p9"/>
                <p:cNvSpPr/>
                <p:nvPr/>
              </p:nvSpPr>
              <p:spPr>
                <a:xfrm>
                  <a:off x="7930063" y="594288"/>
                  <a:ext cx="161925" cy="276225"/>
                </a:xfrm>
                <a:custGeom>
                  <a:rect b="b" l="l" r="r" t="t"/>
                  <a:pathLst>
                    <a:path extrusionOk="0" h="73" w="43">
                      <a:moveTo>
                        <a:pt x="35" y="31"/>
                      </a:moveTo>
                      <a:cubicBezTo>
                        <a:pt x="43" y="49"/>
                        <a:pt x="43" y="67"/>
                        <a:pt x="36" y="70"/>
                      </a:cubicBezTo>
                      <a:cubicBezTo>
                        <a:pt x="29" y="73"/>
                        <a:pt x="17" y="60"/>
                        <a:pt x="9" y="42"/>
                      </a:cubicBezTo>
                      <a:cubicBezTo>
                        <a:pt x="1" y="23"/>
                        <a:pt x="0" y="6"/>
                        <a:pt x="8" y="3"/>
                      </a:cubicBezTo>
                      <a:cubicBezTo>
                        <a:pt x="15" y="0"/>
                        <a:pt x="27" y="12"/>
                        <a:pt x="35" y="31"/>
                      </a:cubicBezTo>
                      <a:close/>
                    </a:path>
                  </a:pathLst>
                </a:custGeom>
                <a:solidFill>
                  <a:srgbClr val="F8F8F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45" name="Google Shape;1645;p9"/>
              <p:cNvGrpSpPr/>
              <p:nvPr/>
            </p:nvGrpSpPr>
            <p:grpSpPr>
              <a:xfrm flipH="1" rot="10800000">
                <a:off x="8232879" y="310673"/>
                <a:ext cx="458822" cy="635706"/>
                <a:chOff x="8260675" y="2995400"/>
                <a:chExt cx="811213" cy="1123950"/>
              </a:xfrm>
            </p:grpSpPr>
            <p:sp>
              <p:nvSpPr>
                <p:cNvPr id="1646" name="Google Shape;1646;p9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7" name="Google Shape;1647;p9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8" name="Google Shape;1648;p9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9" name="Google Shape;1649;p9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0" name="Google Shape;1650;p9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1" name="Google Shape;1651;p9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2" name="Google Shape;1652;p9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3" name="Google Shape;1653;p9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4" name="Google Shape;1654;p9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5" name="Google Shape;1655;p9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6" name="Google Shape;1656;p9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7" name="Google Shape;1657;p9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8" name="Google Shape;1658;p9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9" name="Google Shape;1659;p9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60" name="Google Shape;1660;p9"/>
              <p:cNvGrpSpPr/>
              <p:nvPr/>
            </p:nvGrpSpPr>
            <p:grpSpPr>
              <a:xfrm flipH="1" rot="2403461">
                <a:off x="8513794" y="946393"/>
                <a:ext cx="835593" cy="1157729"/>
                <a:chOff x="8260675" y="2995400"/>
                <a:chExt cx="811213" cy="1123950"/>
              </a:xfrm>
            </p:grpSpPr>
            <p:sp>
              <p:nvSpPr>
                <p:cNvPr id="1661" name="Google Shape;1661;p9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2" name="Google Shape;1662;p9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3" name="Google Shape;1663;p9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4" name="Google Shape;1664;p9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5" name="Google Shape;1665;p9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6" name="Google Shape;1666;p9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7" name="Google Shape;1667;p9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8" name="Google Shape;1668;p9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9" name="Google Shape;1669;p9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0" name="Google Shape;1670;p9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1" name="Google Shape;1671;p9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2" name="Google Shape;1672;p9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3" name="Google Shape;1673;p9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4" name="Google Shape;1674;p9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75" name="Google Shape;1675;p9"/>
            <p:cNvGrpSpPr/>
            <p:nvPr/>
          </p:nvGrpSpPr>
          <p:grpSpPr>
            <a:xfrm flipH="1" rot="10800000">
              <a:off x="-436144" y="4440584"/>
              <a:ext cx="1150208" cy="981457"/>
              <a:chOff x="-469100" y="3905588"/>
              <a:chExt cx="1352550" cy="1154113"/>
            </a:xfrm>
          </p:grpSpPr>
          <p:grpSp>
            <p:nvGrpSpPr>
              <p:cNvPr id="1676" name="Google Shape;1676;p9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1677" name="Google Shape;1677;p9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8" name="Google Shape;1678;p9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9" name="Google Shape;1679;p9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0" name="Google Shape;1680;p9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681" name="Google Shape;1681;p9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2" name="Google Shape;1682;p9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3" name="Google Shape;1683;p9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4" name="Google Shape;1684;p9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5" name="Google Shape;1685;p9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6" name="Google Shape;1686;p9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9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1688;p9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1689;p9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9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9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9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1693;p9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9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5" name="Google Shape;1695;p9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6" name="Google Shape;1696;p9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7" name="Google Shape;1697;p9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8" name="Google Shape;1698;p9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9" name="Google Shape;1699;p9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0" name="Google Shape;1700;p9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1" name="Google Shape;1701;p9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2" name="Google Shape;1702;p9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3" name="Google Shape;1703;p9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4" name="Google Shape;1704;p9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9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1706;p9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9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9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9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0" name="Google Shape;1710;p9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1" name="Google Shape;1711;p9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2" name="Google Shape;1712;p9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3" name="Google Shape;1713;p9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4" name="Google Shape;1714;p9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9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1716;p9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7" name="Google Shape;1717;p9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8" name="Google Shape;1718;p9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9" name="Google Shape;1719;p9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0" name="Google Shape;1720;p9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1" name="Google Shape;1721;p9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2" name="Google Shape;1722;p9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1723;p9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4" name="Google Shape;1724;p9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5" name="Google Shape;1725;p9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1726;p9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7" name="Google Shape;1727;p9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8" name="Google Shape;1728;p9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9" name="Google Shape;1729;p9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1730;p9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1" name="Google Shape;1731;p9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2" name="Google Shape;1732;p9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3" name="Google Shape;1733;p9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4" name="Google Shape;1734;p9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5" name="Google Shape;1735;p9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6" name="Google Shape;1736;p9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7" name="Google Shape;1737;p9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8" name="Google Shape;1738;p9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9" name="Google Shape;1739;p9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0" name="Google Shape;1740;p9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1" name="Google Shape;1741;p9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2" name="Google Shape;1742;p9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3" name="Google Shape;1743;p9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4" name="Google Shape;1744;p9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5" name="Google Shape;1745;p9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6" name="Google Shape;1746;p9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7" name="Google Shape;1747;p9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1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750" name="Google Shape;1750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1"/>
          <p:cNvSpPr txBox="1"/>
          <p:nvPr>
            <p:ph hasCustomPrompt="1" type="title"/>
          </p:nvPr>
        </p:nvSpPr>
        <p:spPr>
          <a:xfrm>
            <a:off x="3673926" y="1240950"/>
            <a:ext cx="4755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53" name="Google Shape;1753;p11"/>
          <p:cNvSpPr txBox="1"/>
          <p:nvPr>
            <p:ph idx="1" type="subTitle"/>
          </p:nvPr>
        </p:nvSpPr>
        <p:spPr>
          <a:xfrm>
            <a:off x="3673945" y="2752050"/>
            <a:ext cx="4755000" cy="11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13"/>
          <p:cNvSpPr/>
          <p:nvPr/>
        </p:nvSpPr>
        <p:spPr>
          <a:xfrm>
            <a:off x="8136075" y="-16650"/>
            <a:ext cx="1008000" cy="517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757" name="Google Shape;1757;p13"/>
          <p:cNvGrpSpPr/>
          <p:nvPr/>
        </p:nvGrpSpPr>
        <p:grpSpPr>
          <a:xfrm>
            <a:off x="-436144" y="310673"/>
            <a:ext cx="10060048" cy="5111368"/>
            <a:chOff x="-436144" y="310673"/>
            <a:chExt cx="10060048" cy="5111368"/>
          </a:xfrm>
        </p:grpSpPr>
        <p:grpSp>
          <p:nvGrpSpPr>
            <p:cNvPr id="1758" name="Google Shape;1758;p13"/>
            <p:cNvGrpSpPr/>
            <p:nvPr/>
          </p:nvGrpSpPr>
          <p:grpSpPr>
            <a:xfrm>
              <a:off x="7853777" y="310673"/>
              <a:ext cx="1770126" cy="4997436"/>
              <a:chOff x="7853777" y="310673"/>
              <a:chExt cx="1770126" cy="4997436"/>
            </a:xfrm>
          </p:grpSpPr>
          <p:grpSp>
            <p:nvGrpSpPr>
              <p:cNvPr id="1759" name="Google Shape;1759;p13"/>
              <p:cNvGrpSpPr/>
              <p:nvPr/>
            </p:nvGrpSpPr>
            <p:grpSpPr>
              <a:xfrm flipH="1">
                <a:off x="7853777" y="3908894"/>
                <a:ext cx="1150223" cy="1399215"/>
                <a:chOff x="7491913" y="372038"/>
                <a:chExt cx="1503363" cy="1828800"/>
              </a:xfrm>
            </p:grpSpPr>
            <p:sp>
              <p:nvSpPr>
                <p:cNvPr id="1760" name="Google Shape;1760;p13"/>
                <p:cNvSpPr/>
                <p:nvPr/>
              </p:nvSpPr>
              <p:spPr>
                <a:xfrm>
                  <a:off x="8117388" y="1383275"/>
                  <a:ext cx="746125" cy="700088"/>
                </a:xfrm>
                <a:custGeom>
                  <a:rect b="b" l="l" r="r" t="t"/>
                  <a:pathLst>
                    <a:path extrusionOk="0" h="186" w="198">
                      <a:moveTo>
                        <a:pt x="12" y="0"/>
                      </a:moveTo>
                      <a:cubicBezTo>
                        <a:pt x="13" y="13"/>
                        <a:pt x="15" y="26"/>
                        <a:pt x="20" y="38"/>
                      </a:cubicBezTo>
                      <a:cubicBezTo>
                        <a:pt x="25" y="50"/>
                        <a:pt x="32" y="61"/>
                        <a:pt x="43" y="67"/>
                      </a:cubicBezTo>
                      <a:cubicBezTo>
                        <a:pt x="54" y="73"/>
                        <a:pt x="68" y="74"/>
                        <a:pt x="81" y="74"/>
                      </a:cubicBezTo>
                      <a:cubicBezTo>
                        <a:pt x="88" y="73"/>
                        <a:pt x="94" y="73"/>
                        <a:pt x="101" y="72"/>
                      </a:cubicBezTo>
                      <a:cubicBezTo>
                        <a:pt x="108" y="72"/>
                        <a:pt x="116" y="72"/>
                        <a:pt x="123" y="74"/>
                      </a:cubicBezTo>
                      <a:cubicBezTo>
                        <a:pt x="127" y="75"/>
                        <a:pt x="130" y="77"/>
                        <a:pt x="133" y="80"/>
                      </a:cubicBezTo>
                      <a:cubicBezTo>
                        <a:pt x="136" y="83"/>
                        <a:pt x="137" y="86"/>
                        <a:pt x="139" y="90"/>
                      </a:cubicBezTo>
                      <a:cubicBezTo>
                        <a:pt x="141" y="97"/>
                        <a:pt x="142" y="104"/>
                        <a:pt x="142" y="111"/>
                      </a:cubicBezTo>
                      <a:cubicBezTo>
                        <a:pt x="143" y="125"/>
                        <a:pt x="142" y="138"/>
                        <a:pt x="142" y="152"/>
                      </a:cubicBezTo>
                      <a:cubicBezTo>
                        <a:pt x="142" y="155"/>
                        <a:pt x="142" y="159"/>
                        <a:pt x="142" y="162"/>
                      </a:cubicBezTo>
                      <a:cubicBezTo>
                        <a:pt x="142" y="166"/>
                        <a:pt x="142" y="169"/>
                        <a:pt x="144" y="172"/>
                      </a:cubicBezTo>
                      <a:cubicBezTo>
                        <a:pt x="144" y="173"/>
                        <a:pt x="144" y="173"/>
                        <a:pt x="145" y="174"/>
                      </a:cubicBezTo>
                      <a:cubicBezTo>
                        <a:pt x="145" y="174"/>
                        <a:pt x="146" y="175"/>
                        <a:pt x="147" y="175"/>
                      </a:cubicBezTo>
                      <a:cubicBezTo>
                        <a:pt x="148" y="176"/>
                        <a:pt x="149" y="177"/>
                        <a:pt x="151" y="178"/>
                      </a:cubicBezTo>
                      <a:cubicBezTo>
                        <a:pt x="154" y="179"/>
                        <a:pt x="157" y="179"/>
                        <a:pt x="160" y="179"/>
                      </a:cubicBezTo>
                      <a:cubicBezTo>
                        <a:pt x="167" y="178"/>
                        <a:pt x="174" y="175"/>
                        <a:pt x="181" y="175"/>
                      </a:cubicBezTo>
                      <a:cubicBezTo>
                        <a:pt x="184" y="175"/>
                        <a:pt x="188" y="177"/>
                        <a:pt x="190" y="178"/>
                      </a:cubicBezTo>
                      <a:cubicBezTo>
                        <a:pt x="193" y="180"/>
                        <a:pt x="196" y="183"/>
                        <a:pt x="198" y="186"/>
                      </a:cubicBezTo>
                      <a:cubicBezTo>
                        <a:pt x="196" y="183"/>
                        <a:pt x="193" y="180"/>
                        <a:pt x="190" y="179"/>
                      </a:cubicBezTo>
                      <a:cubicBezTo>
                        <a:pt x="187" y="177"/>
                        <a:pt x="184" y="176"/>
                        <a:pt x="181" y="176"/>
                      </a:cubicBezTo>
                      <a:cubicBezTo>
                        <a:pt x="174" y="176"/>
                        <a:pt x="167" y="179"/>
                        <a:pt x="161" y="180"/>
                      </a:cubicBezTo>
                      <a:cubicBezTo>
                        <a:pt x="157" y="181"/>
                        <a:pt x="153" y="181"/>
                        <a:pt x="150" y="180"/>
                      </a:cubicBezTo>
                      <a:cubicBezTo>
                        <a:pt x="148" y="179"/>
                        <a:pt x="147" y="178"/>
                        <a:pt x="145" y="177"/>
                      </a:cubicBezTo>
                      <a:cubicBezTo>
                        <a:pt x="145" y="176"/>
                        <a:pt x="144" y="176"/>
                        <a:pt x="143" y="175"/>
                      </a:cubicBezTo>
                      <a:cubicBezTo>
                        <a:pt x="143" y="175"/>
                        <a:pt x="142" y="174"/>
                        <a:pt x="141" y="173"/>
                      </a:cubicBezTo>
                      <a:cubicBezTo>
                        <a:pt x="140" y="169"/>
                        <a:pt x="139" y="166"/>
                        <a:pt x="139" y="162"/>
                      </a:cubicBezTo>
                      <a:cubicBezTo>
                        <a:pt x="139" y="159"/>
                        <a:pt x="139" y="155"/>
                        <a:pt x="139" y="152"/>
                      </a:cubicBezTo>
                      <a:cubicBezTo>
                        <a:pt x="139" y="138"/>
                        <a:pt x="139" y="125"/>
                        <a:pt x="138" y="111"/>
                      </a:cubicBezTo>
                      <a:cubicBezTo>
                        <a:pt x="137" y="104"/>
                        <a:pt x="136" y="98"/>
                        <a:pt x="134" y="92"/>
                      </a:cubicBezTo>
                      <a:cubicBezTo>
                        <a:pt x="132" y="89"/>
                        <a:pt x="131" y="86"/>
                        <a:pt x="129" y="84"/>
                      </a:cubicBezTo>
                      <a:cubicBezTo>
                        <a:pt x="127" y="82"/>
                        <a:pt x="124" y="81"/>
                        <a:pt x="121" y="80"/>
                      </a:cubicBezTo>
                      <a:cubicBezTo>
                        <a:pt x="115" y="78"/>
                        <a:pt x="109" y="79"/>
                        <a:pt x="102" y="79"/>
                      </a:cubicBezTo>
                      <a:cubicBezTo>
                        <a:pt x="95" y="80"/>
                        <a:pt x="88" y="81"/>
                        <a:pt x="81" y="81"/>
                      </a:cubicBezTo>
                      <a:cubicBezTo>
                        <a:pt x="74" y="82"/>
                        <a:pt x="67" y="82"/>
                        <a:pt x="60" y="81"/>
                      </a:cubicBezTo>
                      <a:cubicBezTo>
                        <a:pt x="53" y="81"/>
                        <a:pt x="46" y="79"/>
                        <a:pt x="39" y="75"/>
                      </a:cubicBezTo>
                      <a:cubicBezTo>
                        <a:pt x="32" y="72"/>
                        <a:pt x="26" y="67"/>
                        <a:pt x="21" y="61"/>
                      </a:cubicBezTo>
                      <a:cubicBezTo>
                        <a:pt x="17" y="56"/>
                        <a:pt x="13" y="49"/>
                        <a:pt x="10" y="43"/>
                      </a:cubicBezTo>
                      <a:cubicBezTo>
                        <a:pt x="7" y="36"/>
                        <a:pt x="5" y="29"/>
                        <a:pt x="3" y="22"/>
                      </a:cubicBezTo>
                      <a:cubicBezTo>
                        <a:pt x="2" y="15"/>
                        <a:pt x="0" y="8"/>
                        <a:pt x="0" y="1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1" name="Google Shape;1761;p13"/>
                <p:cNvSpPr/>
                <p:nvPr/>
              </p:nvSpPr>
              <p:spPr>
                <a:xfrm>
                  <a:off x="8234863" y="1394388"/>
                  <a:ext cx="387350" cy="806450"/>
                </a:xfrm>
                <a:custGeom>
                  <a:rect b="b" l="l" r="r" t="t"/>
                  <a:pathLst>
                    <a:path extrusionOk="0" h="214" w="103">
                      <a:moveTo>
                        <a:pt x="13" y="0"/>
                      </a:moveTo>
                      <a:cubicBezTo>
                        <a:pt x="14" y="9"/>
                        <a:pt x="17" y="18"/>
                        <a:pt x="22" y="26"/>
                      </a:cubicBezTo>
                      <a:cubicBezTo>
                        <a:pt x="27" y="35"/>
                        <a:pt x="34" y="43"/>
                        <a:pt x="40" y="50"/>
                      </a:cubicBezTo>
                      <a:cubicBezTo>
                        <a:pt x="44" y="54"/>
                        <a:pt x="47" y="58"/>
                        <a:pt x="50" y="63"/>
                      </a:cubicBezTo>
                      <a:cubicBezTo>
                        <a:pt x="52" y="65"/>
                        <a:pt x="53" y="67"/>
                        <a:pt x="55" y="69"/>
                      </a:cubicBezTo>
                      <a:cubicBezTo>
                        <a:pt x="56" y="71"/>
                        <a:pt x="58" y="74"/>
                        <a:pt x="59" y="76"/>
                      </a:cubicBezTo>
                      <a:cubicBezTo>
                        <a:pt x="63" y="87"/>
                        <a:pt x="63" y="98"/>
                        <a:pt x="63" y="108"/>
                      </a:cubicBezTo>
                      <a:cubicBezTo>
                        <a:pt x="62" y="119"/>
                        <a:pt x="60" y="129"/>
                        <a:pt x="59" y="139"/>
                      </a:cubicBezTo>
                      <a:cubicBezTo>
                        <a:pt x="59" y="144"/>
                        <a:pt x="59" y="149"/>
                        <a:pt x="59" y="154"/>
                      </a:cubicBezTo>
                      <a:cubicBezTo>
                        <a:pt x="59" y="159"/>
                        <a:pt x="60" y="164"/>
                        <a:pt x="62" y="169"/>
                      </a:cubicBezTo>
                      <a:cubicBezTo>
                        <a:pt x="66" y="178"/>
                        <a:pt x="74" y="185"/>
                        <a:pt x="82" y="192"/>
                      </a:cubicBezTo>
                      <a:cubicBezTo>
                        <a:pt x="86" y="195"/>
                        <a:pt x="90" y="198"/>
                        <a:pt x="93" y="202"/>
                      </a:cubicBezTo>
                      <a:cubicBezTo>
                        <a:pt x="97" y="205"/>
                        <a:pt x="100" y="209"/>
                        <a:pt x="103" y="214"/>
                      </a:cubicBezTo>
                      <a:cubicBezTo>
                        <a:pt x="100" y="209"/>
                        <a:pt x="97" y="206"/>
                        <a:pt x="93" y="202"/>
                      </a:cubicBezTo>
                      <a:cubicBezTo>
                        <a:pt x="89" y="199"/>
                        <a:pt x="85" y="196"/>
                        <a:pt x="81" y="193"/>
                      </a:cubicBezTo>
                      <a:cubicBezTo>
                        <a:pt x="73" y="186"/>
                        <a:pt x="64" y="179"/>
                        <a:pt x="60" y="170"/>
                      </a:cubicBezTo>
                      <a:cubicBezTo>
                        <a:pt x="57" y="165"/>
                        <a:pt x="56" y="160"/>
                        <a:pt x="55" y="155"/>
                      </a:cubicBezTo>
                      <a:cubicBezTo>
                        <a:pt x="55" y="149"/>
                        <a:pt x="55" y="144"/>
                        <a:pt x="55" y="139"/>
                      </a:cubicBezTo>
                      <a:cubicBezTo>
                        <a:pt x="55" y="128"/>
                        <a:pt x="56" y="118"/>
                        <a:pt x="56" y="108"/>
                      </a:cubicBezTo>
                      <a:cubicBezTo>
                        <a:pt x="56" y="98"/>
                        <a:pt x="56" y="88"/>
                        <a:pt x="52" y="80"/>
                      </a:cubicBezTo>
                      <a:cubicBezTo>
                        <a:pt x="51" y="77"/>
                        <a:pt x="50" y="76"/>
                        <a:pt x="48" y="74"/>
                      </a:cubicBezTo>
                      <a:cubicBezTo>
                        <a:pt x="47" y="72"/>
                        <a:pt x="45" y="70"/>
                        <a:pt x="43" y="68"/>
                      </a:cubicBezTo>
                      <a:cubicBezTo>
                        <a:pt x="40" y="64"/>
                        <a:pt x="37" y="60"/>
                        <a:pt x="33" y="57"/>
                      </a:cubicBezTo>
                      <a:cubicBezTo>
                        <a:pt x="26" y="49"/>
                        <a:pt x="19" y="41"/>
                        <a:pt x="13" y="32"/>
                      </a:cubicBezTo>
                      <a:cubicBezTo>
                        <a:pt x="7" y="23"/>
                        <a:pt x="3" y="13"/>
                        <a:pt x="0" y="2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2" name="Google Shape;1762;p13"/>
                <p:cNvSpPr/>
                <p:nvPr/>
              </p:nvSpPr>
              <p:spPr>
                <a:xfrm>
                  <a:off x="8292013" y="1295963"/>
                  <a:ext cx="703263" cy="709613"/>
                </a:xfrm>
                <a:custGeom>
                  <a:rect b="b" l="l" r="r" t="t"/>
                  <a:pathLst>
                    <a:path extrusionOk="0" h="188" w="187">
                      <a:moveTo>
                        <a:pt x="10" y="0"/>
                      </a:moveTo>
                      <a:cubicBezTo>
                        <a:pt x="14" y="7"/>
                        <a:pt x="15" y="13"/>
                        <a:pt x="17" y="19"/>
                      </a:cubicBezTo>
                      <a:cubicBezTo>
                        <a:pt x="19" y="25"/>
                        <a:pt x="21" y="30"/>
                        <a:pt x="24" y="35"/>
                      </a:cubicBezTo>
                      <a:cubicBezTo>
                        <a:pt x="27" y="41"/>
                        <a:pt x="30" y="46"/>
                        <a:pt x="34" y="50"/>
                      </a:cubicBezTo>
                      <a:cubicBezTo>
                        <a:pt x="36" y="52"/>
                        <a:pt x="38" y="53"/>
                        <a:pt x="40" y="55"/>
                      </a:cubicBezTo>
                      <a:cubicBezTo>
                        <a:pt x="42" y="56"/>
                        <a:pt x="45" y="57"/>
                        <a:pt x="48" y="58"/>
                      </a:cubicBezTo>
                      <a:cubicBezTo>
                        <a:pt x="59" y="62"/>
                        <a:pt x="71" y="62"/>
                        <a:pt x="84" y="63"/>
                      </a:cubicBezTo>
                      <a:cubicBezTo>
                        <a:pt x="90" y="63"/>
                        <a:pt x="96" y="64"/>
                        <a:pt x="103" y="65"/>
                      </a:cubicBezTo>
                      <a:cubicBezTo>
                        <a:pt x="106" y="65"/>
                        <a:pt x="109" y="66"/>
                        <a:pt x="112" y="67"/>
                      </a:cubicBezTo>
                      <a:cubicBezTo>
                        <a:pt x="116" y="68"/>
                        <a:pt x="119" y="70"/>
                        <a:pt x="121" y="73"/>
                      </a:cubicBezTo>
                      <a:cubicBezTo>
                        <a:pt x="123" y="76"/>
                        <a:pt x="125" y="79"/>
                        <a:pt x="127" y="82"/>
                      </a:cubicBezTo>
                      <a:cubicBezTo>
                        <a:pt x="128" y="85"/>
                        <a:pt x="129" y="88"/>
                        <a:pt x="130" y="91"/>
                      </a:cubicBezTo>
                      <a:cubicBezTo>
                        <a:pt x="132" y="97"/>
                        <a:pt x="133" y="104"/>
                        <a:pt x="134" y="110"/>
                      </a:cubicBezTo>
                      <a:cubicBezTo>
                        <a:pt x="135" y="113"/>
                        <a:pt x="136" y="116"/>
                        <a:pt x="137" y="118"/>
                      </a:cubicBezTo>
                      <a:cubicBezTo>
                        <a:pt x="138" y="121"/>
                        <a:pt x="139" y="124"/>
                        <a:pt x="140" y="127"/>
                      </a:cubicBezTo>
                      <a:cubicBezTo>
                        <a:pt x="141" y="129"/>
                        <a:pt x="143" y="131"/>
                        <a:pt x="146" y="132"/>
                      </a:cubicBezTo>
                      <a:cubicBezTo>
                        <a:pt x="148" y="134"/>
                        <a:pt x="151" y="134"/>
                        <a:pt x="154" y="134"/>
                      </a:cubicBezTo>
                      <a:cubicBezTo>
                        <a:pt x="161" y="135"/>
                        <a:pt x="167" y="135"/>
                        <a:pt x="173" y="138"/>
                      </a:cubicBezTo>
                      <a:cubicBezTo>
                        <a:pt x="175" y="138"/>
                        <a:pt x="176" y="139"/>
                        <a:pt x="177" y="140"/>
                      </a:cubicBezTo>
                      <a:cubicBezTo>
                        <a:pt x="179" y="141"/>
                        <a:pt x="180" y="142"/>
                        <a:pt x="181" y="143"/>
                      </a:cubicBezTo>
                      <a:cubicBezTo>
                        <a:pt x="183" y="144"/>
                        <a:pt x="184" y="146"/>
                        <a:pt x="184" y="148"/>
                      </a:cubicBezTo>
                      <a:cubicBezTo>
                        <a:pt x="184" y="149"/>
                        <a:pt x="184" y="151"/>
                        <a:pt x="184" y="152"/>
                      </a:cubicBezTo>
                      <a:cubicBezTo>
                        <a:pt x="183" y="159"/>
                        <a:pt x="181" y="165"/>
                        <a:pt x="181" y="171"/>
                      </a:cubicBezTo>
                      <a:cubicBezTo>
                        <a:pt x="182" y="177"/>
                        <a:pt x="184" y="183"/>
                        <a:pt x="187" y="188"/>
                      </a:cubicBezTo>
                      <a:cubicBezTo>
                        <a:pt x="184" y="183"/>
                        <a:pt x="181" y="177"/>
                        <a:pt x="181" y="171"/>
                      </a:cubicBezTo>
                      <a:cubicBezTo>
                        <a:pt x="180" y="165"/>
                        <a:pt x="181" y="158"/>
                        <a:pt x="182" y="152"/>
                      </a:cubicBezTo>
                      <a:cubicBezTo>
                        <a:pt x="183" y="149"/>
                        <a:pt x="182" y="146"/>
                        <a:pt x="180" y="144"/>
                      </a:cubicBezTo>
                      <a:cubicBezTo>
                        <a:pt x="179" y="144"/>
                        <a:pt x="178" y="143"/>
                        <a:pt x="176" y="142"/>
                      </a:cubicBezTo>
                      <a:cubicBezTo>
                        <a:pt x="175" y="141"/>
                        <a:pt x="174" y="140"/>
                        <a:pt x="172" y="140"/>
                      </a:cubicBezTo>
                      <a:cubicBezTo>
                        <a:pt x="167" y="138"/>
                        <a:pt x="161" y="138"/>
                        <a:pt x="154" y="137"/>
                      </a:cubicBezTo>
                      <a:cubicBezTo>
                        <a:pt x="151" y="137"/>
                        <a:pt x="148" y="137"/>
                        <a:pt x="144" y="136"/>
                      </a:cubicBezTo>
                      <a:cubicBezTo>
                        <a:pt x="141" y="134"/>
                        <a:pt x="139" y="132"/>
                        <a:pt x="137" y="129"/>
                      </a:cubicBezTo>
                      <a:cubicBezTo>
                        <a:pt x="135" y="126"/>
                        <a:pt x="134" y="123"/>
                        <a:pt x="133" y="120"/>
                      </a:cubicBezTo>
                      <a:cubicBezTo>
                        <a:pt x="132" y="117"/>
                        <a:pt x="131" y="114"/>
                        <a:pt x="130" y="111"/>
                      </a:cubicBezTo>
                      <a:cubicBezTo>
                        <a:pt x="128" y="105"/>
                        <a:pt x="127" y="98"/>
                        <a:pt x="125" y="93"/>
                      </a:cubicBezTo>
                      <a:cubicBezTo>
                        <a:pt x="123" y="87"/>
                        <a:pt x="120" y="82"/>
                        <a:pt x="117" y="77"/>
                      </a:cubicBezTo>
                      <a:cubicBezTo>
                        <a:pt x="113" y="74"/>
                        <a:pt x="108" y="72"/>
                        <a:pt x="102" y="71"/>
                      </a:cubicBezTo>
                      <a:cubicBezTo>
                        <a:pt x="96" y="71"/>
                        <a:pt x="90" y="71"/>
                        <a:pt x="83" y="71"/>
                      </a:cubicBezTo>
                      <a:cubicBezTo>
                        <a:pt x="71" y="70"/>
                        <a:pt x="58" y="71"/>
                        <a:pt x="45" y="67"/>
                      </a:cubicBezTo>
                      <a:cubicBezTo>
                        <a:pt x="42" y="66"/>
                        <a:pt x="38" y="65"/>
                        <a:pt x="35" y="63"/>
                      </a:cubicBezTo>
                      <a:cubicBezTo>
                        <a:pt x="32" y="61"/>
                        <a:pt x="29" y="59"/>
                        <a:pt x="27" y="57"/>
                      </a:cubicBezTo>
                      <a:cubicBezTo>
                        <a:pt x="22" y="52"/>
                        <a:pt x="18" y="46"/>
                        <a:pt x="15" y="41"/>
                      </a:cubicBezTo>
                      <a:cubicBezTo>
                        <a:pt x="11" y="35"/>
                        <a:pt x="9" y="29"/>
                        <a:pt x="7" y="23"/>
                      </a:cubicBezTo>
                      <a:cubicBezTo>
                        <a:pt x="4" y="17"/>
                        <a:pt x="2" y="11"/>
                        <a:pt x="0" y="7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3" name="Google Shape;1763;p13"/>
                <p:cNvSpPr/>
                <p:nvPr/>
              </p:nvSpPr>
              <p:spPr>
                <a:xfrm>
                  <a:off x="8117388" y="1383275"/>
                  <a:ext cx="109537" cy="222250"/>
                </a:xfrm>
                <a:custGeom>
                  <a:rect b="b" l="l" r="r" t="t"/>
                  <a:pathLst>
                    <a:path extrusionOk="0" h="59" w="29">
                      <a:moveTo>
                        <a:pt x="20" y="38"/>
                      </a:moveTo>
                      <a:cubicBezTo>
                        <a:pt x="15" y="26"/>
                        <a:pt x="13" y="13"/>
                        <a:pt x="1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8"/>
                        <a:pt x="2" y="15"/>
                        <a:pt x="3" y="22"/>
                      </a:cubicBezTo>
                      <a:cubicBezTo>
                        <a:pt x="5" y="29"/>
                        <a:pt x="7" y="36"/>
                        <a:pt x="10" y="43"/>
                      </a:cubicBezTo>
                      <a:cubicBezTo>
                        <a:pt x="13" y="48"/>
                        <a:pt x="16" y="54"/>
                        <a:pt x="19" y="59"/>
                      </a:cubicBezTo>
                      <a:cubicBezTo>
                        <a:pt x="23" y="58"/>
                        <a:pt x="26" y="57"/>
                        <a:pt x="29" y="55"/>
                      </a:cubicBezTo>
                      <a:cubicBezTo>
                        <a:pt x="26" y="50"/>
                        <a:pt x="22" y="44"/>
                        <a:pt x="20" y="3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4" name="Google Shape;1764;p13"/>
                <p:cNvSpPr/>
                <p:nvPr/>
              </p:nvSpPr>
              <p:spPr>
                <a:xfrm>
                  <a:off x="8234863" y="1394388"/>
                  <a:ext cx="98425" cy="146050"/>
                </a:xfrm>
                <a:custGeom>
                  <a:rect b="b" l="l" r="r" t="t"/>
                  <a:pathLst>
                    <a:path extrusionOk="0" h="39" w="26">
                      <a:moveTo>
                        <a:pt x="13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3"/>
                        <a:pt x="7" y="23"/>
                        <a:pt x="13" y="32"/>
                      </a:cubicBezTo>
                      <a:cubicBezTo>
                        <a:pt x="15" y="35"/>
                        <a:pt x="16" y="37"/>
                        <a:pt x="18" y="39"/>
                      </a:cubicBezTo>
                      <a:cubicBezTo>
                        <a:pt x="21" y="37"/>
                        <a:pt x="23" y="34"/>
                        <a:pt x="26" y="32"/>
                      </a:cubicBezTo>
                      <a:cubicBezTo>
                        <a:pt x="25" y="30"/>
                        <a:pt x="23" y="28"/>
                        <a:pt x="22" y="26"/>
                      </a:cubicBezTo>
                      <a:cubicBezTo>
                        <a:pt x="17" y="18"/>
                        <a:pt x="14" y="9"/>
                        <a:pt x="13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5" name="Google Shape;1765;p13"/>
                <p:cNvSpPr/>
                <p:nvPr/>
              </p:nvSpPr>
              <p:spPr>
                <a:xfrm>
                  <a:off x="8292013" y="1295963"/>
                  <a:ext cx="96838" cy="180975"/>
                </a:xfrm>
                <a:custGeom>
                  <a:rect b="b" l="l" r="r" t="t"/>
                  <a:pathLst>
                    <a:path extrusionOk="0" h="48" w="26">
                      <a:moveTo>
                        <a:pt x="24" y="35"/>
                      </a:moveTo>
                      <a:cubicBezTo>
                        <a:pt x="21" y="30"/>
                        <a:pt x="19" y="25"/>
                        <a:pt x="17" y="19"/>
                      </a:cubicBezTo>
                      <a:cubicBezTo>
                        <a:pt x="15" y="13"/>
                        <a:pt x="14" y="7"/>
                        <a:pt x="10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1"/>
                        <a:pt x="4" y="17"/>
                        <a:pt x="7" y="23"/>
                      </a:cubicBezTo>
                      <a:cubicBezTo>
                        <a:pt x="9" y="29"/>
                        <a:pt x="11" y="35"/>
                        <a:pt x="15" y="41"/>
                      </a:cubicBezTo>
                      <a:cubicBezTo>
                        <a:pt x="16" y="43"/>
                        <a:pt x="17" y="46"/>
                        <a:pt x="19" y="48"/>
                      </a:cubicBezTo>
                      <a:cubicBezTo>
                        <a:pt x="21" y="45"/>
                        <a:pt x="24" y="42"/>
                        <a:pt x="26" y="38"/>
                      </a:cubicBezTo>
                      <a:cubicBezTo>
                        <a:pt x="25" y="37"/>
                        <a:pt x="25" y="36"/>
                        <a:pt x="24" y="3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6" name="Google Shape;1766;p13"/>
                <p:cNvSpPr/>
                <p:nvPr/>
              </p:nvSpPr>
              <p:spPr>
                <a:xfrm>
                  <a:off x="7801475" y="432363"/>
                  <a:ext cx="82550" cy="169863"/>
                </a:xfrm>
                <a:custGeom>
                  <a:rect b="b" l="l" r="r" t="t"/>
                  <a:pathLst>
                    <a:path extrusionOk="0" h="107" w="52">
                      <a:moveTo>
                        <a:pt x="28" y="107"/>
                      </a:moveTo>
                      <a:lnTo>
                        <a:pt x="0" y="0"/>
                      </a:lnTo>
                      <a:lnTo>
                        <a:pt x="52" y="100"/>
                      </a:lnTo>
                      <a:lnTo>
                        <a:pt x="28" y="1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7" name="Google Shape;1767;p13"/>
                <p:cNvSpPr/>
                <p:nvPr/>
              </p:nvSpPr>
              <p:spPr>
                <a:xfrm>
                  <a:off x="7598275" y="481575"/>
                  <a:ext cx="203200" cy="192088"/>
                </a:xfrm>
                <a:custGeom>
                  <a:rect b="b" l="l" r="r" t="t"/>
                  <a:pathLst>
                    <a:path extrusionOk="0" h="121" w="128">
                      <a:moveTo>
                        <a:pt x="128" y="97"/>
                      </a:moveTo>
                      <a:lnTo>
                        <a:pt x="0" y="0"/>
                      </a:lnTo>
                      <a:lnTo>
                        <a:pt x="116" y="121"/>
                      </a:lnTo>
                      <a:lnTo>
                        <a:pt x="128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8" name="Google Shape;1768;p13"/>
                <p:cNvSpPr/>
                <p:nvPr/>
              </p:nvSpPr>
              <p:spPr>
                <a:xfrm>
                  <a:off x="7620500" y="708588"/>
                  <a:ext cx="123825" cy="52388"/>
                </a:xfrm>
                <a:custGeom>
                  <a:rect b="b" l="l" r="r" t="t"/>
                  <a:pathLst>
                    <a:path extrusionOk="0" h="33" w="78">
                      <a:moveTo>
                        <a:pt x="78" y="11"/>
                      </a:moveTo>
                      <a:lnTo>
                        <a:pt x="0" y="0"/>
                      </a:lnTo>
                      <a:lnTo>
                        <a:pt x="78" y="33"/>
                      </a:lnTo>
                      <a:lnTo>
                        <a:pt x="78" y="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9" name="Google Shape;1769;p13"/>
                <p:cNvSpPr/>
                <p:nvPr/>
              </p:nvSpPr>
              <p:spPr>
                <a:xfrm>
                  <a:off x="7491913" y="835588"/>
                  <a:ext cx="265113" cy="65088"/>
                </a:xfrm>
                <a:custGeom>
                  <a:rect b="b" l="l" r="r" t="t"/>
                  <a:pathLst>
                    <a:path extrusionOk="0" h="41" w="167">
                      <a:moveTo>
                        <a:pt x="159" y="0"/>
                      </a:moveTo>
                      <a:lnTo>
                        <a:pt x="0" y="41"/>
                      </a:lnTo>
                      <a:lnTo>
                        <a:pt x="167" y="26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0" name="Google Shape;1770;p13"/>
                <p:cNvSpPr/>
                <p:nvPr/>
              </p:nvSpPr>
              <p:spPr>
                <a:xfrm>
                  <a:off x="7944350" y="372038"/>
                  <a:ext cx="38100" cy="207963"/>
                </a:xfrm>
                <a:custGeom>
                  <a:rect b="b" l="l" r="r" t="t"/>
                  <a:pathLst>
                    <a:path extrusionOk="0" h="131" w="24">
                      <a:moveTo>
                        <a:pt x="0" y="128"/>
                      </a:moveTo>
                      <a:lnTo>
                        <a:pt x="22" y="0"/>
                      </a:lnTo>
                      <a:lnTo>
                        <a:pt x="24" y="131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1" name="Google Shape;1771;p13"/>
                <p:cNvSpPr/>
                <p:nvPr/>
              </p:nvSpPr>
              <p:spPr>
                <a:xfrm>
                  <a:off x="8057063" y="511738"/>
                  <a:ext cx="169863" cy="196850"/>
                </a:xfrm>
                <a:custGeom>
                  <a:rect b="b" l="l" r="r" t="t"/>
                  <a:pathLst>
                    <a:path extrusionOk="0" h="124" w="107">
                      <a:moveTo>
                        <a:pt x="0" y="97"/>
                      </a:moveTo>
                      <a:lnTo>
                        <a:pt x="107" y="0"/>
                      </a:lnTo>
                      <a:lnTo>
                        <a:pt x="7" y="124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2" name="Google Shape;1772;p13"/>
                <p:cNvSpPr/>
                <p:nvPr/>
              </p:nvSpPr>
              <p:spPr>
                <a:xfrm>
                  <a:off x="8012613" y="541900"/>
                  <a:ext cx="63500" cy="79375"/>
                </a:xfrm>
                <a:custGeom>
                  <a:rect b="b" l="l" r="r" t="t"/>
                  <a:pathLst>
                    <a:path extrusionOk="0" h="50" w="40">
                      <a:moveTo>
                        <a:pt x="0" y="38"/>
                      </a:moveTo>
                      <a:lnTo>
                        <a:pt x="40" y="0"/>
                      </a:lnTo>
                      <a:lnTo>
                        <a:pt x="12" y="5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3" name="Google Shape;1773;p13"/>
                <p:cNvSpPr/>
                <p:nvPr/>
              </p:nvSpPr>
              <p:spPr>
                <a:xfrm>
                  <a:off x="7880850" y="527613"/>
                  <a:ext cx="33338" cy="52388"/>
                </a:xfrm>
                <a:custGeom>
                  <a:rect b="b" l="l" r="r" t="t"/>
                  <a:pathLst>
                    <a:path extrusionOk="0" h="33" w="21">
                      <a:moveTo>
                        <a:pt x="7" y="33"/>
                      </a:moveTo>
                      <a:lnTo>
                        <a:pt x="0" y="0"/>
                      </a:lnTo>
                      <a:lnTo>
                        <a:pt x="21" y="33"/>
                      </a:lnTo>
                      <a:lnTo>
                        <a:pt x="7" y="3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4" name="Google Shape;1774;p13"/>
                <p:cNvSpPr/>
                <p:nvPr/>
              </p:nvSpPr>
              <p:spPr>
                <a:xfrm>
                  <a:off x="8095163" y="695888"/>
                  <a:ext cx="222250" cy="114300"/>
                </a:xfrm>
                <a:custGeom>
                  <a:rect b="b" l="l" r="r" t="t"/>
                  <a:pathLst>
                    <a:path extrusionOk="0" h="72" w="140">
                      <a:moveTo>
                        <a:pt x="0" y="48"/>
                      </a:moveTo>
                      <a:lnTo>
                        <a:pt x="140" y="0"/>
                      </a:lnTo>
                      <a:lnTo>
                        <a:pt x="14" y="72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5" name="Google Shape;1775;p13"/>
                <p:cNvSpPr/>
                <p:nvPr/>
              </p:nvSpPr>
              <p:spPr>
                <a:xfrm>
                  <a:off x="8095163" y="651438"/>
                  <a:ext cx="117475" cy="87313"/>
                </a:xfrm>
                <a:custGeom>
                  <a:rect b="b" l="l" r="r" t="t"/>
                  <a:pathLst>
                    <a:path extrusionOk="0" h="55" w="74">
                      <a:moveTo>
                        <a:pt x="0" y="40"/>
                      </a:moveTo>
                      <a:lnTo>
                        <a:pt x="74" y="0"/>
                      </a:lnTo>
                      <a:lnTo>
                        <a:pt x="5" y="55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6" name="Google Shape;1776;p13"/>
                <p:cNvSpPr/>
                <p:nvPr/>
              </p:nvSpPr>
              <p:spPr>
                <a:xfrm>
                  <a:off x="7688763" y="903850"/>
                  <a:ext cx="90488" cy="41275"/>
                </a:xfrm>
                <a:custGeom>
                  <a:rect b="b" l="l" r="r" t="t"/>
                  <a:pathLst>
                    <a:path extrusionOk="0" h="26" w="57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7" y="21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7" name="Google Shape;1777;p13"/>
                <p:cNvSpPr/>
                <p:nvPr/>
              </p:nvSpPr>
              <p:spPr>
                <a:xfrm>
                  <a:off x="7582400" y="1076888"/>
                  <a:ext cx="260350" cy="174625"/>
                </a:xfrm>
                <a:custGeom>
                  <a:rect b="b" l="l" r="r" t="t"/>
                  <a:pathLst>
                    <a:path extrusionOk="0" h="110" w="164">
                      <a:moveTo>
                        <a:pt x="152" y="0"/>
                      </a:moveTo>
                      <a:lnTo>
                        <a:pt x="0" y="110"/>
                      </a:lnTo>
                      <a:lnTo>
                        <a:pt x="164" y="36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8" name="Google Shape;1778;p13"/>
                <p:cNvSpPr/>
                <p:nvPr/>
              </p:nvSpPr>
              <p:spPr>
                <a:xfrm>
                  <a:off x="7620500" y="986400"/>
                  <a:ext cx="180975" cy="84138"/>
                </a:xfrm>
                <a:custGeom>
                  <a:rect b="b" l="l" r="r" t="t"/>
                  <a:pathLst>
                    <a:path extrusionOk="0" h="53" w="114">
                      <a:moveTo>
                        <a:pt x="114" y="19"/>
                      </a:moveTo>
                      <a:lnTo>
                        <a:pt x="0" y="53"/>
                      </a:lnTo>
                      <a:lnTo>
                        <a:pt x="112" y="0"/>
                      </a:lnTo>
                      <a:lnTo>
                        <a:pt x="114" y="1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9" name="Google Shape;1779;p13"/>
                <p:cNvSpPr/>
                <p:nvPr/>
              </p:nvSpPr>
              <p:spPr>
                <a:xfrm>
                  <a:off x="8155488" y="829238"/>
                  <a:ext cx="98425" cy="90488"/>
                </a:xfrm>
                <a:custGeom>
                  <a:rect b="b" l="l" r="r" t="t"/>
                  <a:pathLst>
                    <a:path extrusionOk="0" h="57" w="62">
                      <a:moveTo>
                        <a:pt x="0" y="42"/>
                      </a:moveTo>
                      <a:lnTo>
                        <a:pt x="62" y="0"/>
                      </a:lnTo>
                      <a:lnTo>
                        <a:pt x="10" y="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0" name="Google Shape;1780;p13"/>
                <p:cNvSpPr/>
                <p:nvPr/>
              </p:nvSpPr>
              <p:spPr>
                <a:xfrm>
                  <a:off x="8193588" y="862575"/>
                  <a:ext cx="236538" cy="161925"/>
                </a:xfrm>
                <a:custGeom>
                  <a:rect b="b" l="l" r="r" t="t"/>
                  <a:pathLst>
                    <a:path extrusionOk="0" h="102" w="149">
                      <a:moveTo>
                        <a:pt x="0" y="71"/>
                      </a:moveTo>
                      <a:lnTo>
                        <a:pt x="149" y="0"/>
                      </a:lnTo>
                      <a:lnTo>
                        <a:pt x="21" y="102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1" name="Google Shape;1781;p13"/>
                <p:cNvSpPr/>
                <p:nvPr/>
              </p:nvSpPr>
              <p:spPr>
                <a:xfrm>
                  <a:off x="7793538" y="1183250"/>
                  <a:ext cx="98425" cy="38100"/>
                </a:xfrm>
                <a:custGeom>
                  <a:rect b="b" l="l" r="r" t="t"/>
                  <a:pathLst>
                    <a:path extrusionOk="0" h="24" w="62">
                      <a:moveTo>
                        <a:pt x="52" y="0"/>
                      </a:moveTo>
                      <a:lnTo>
                        <a:pt x="0" y="21"/>
                      </a:lnTo>
                      <a:lnTo>
                        <a:pt x="62" y="24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2" name="Google Shape;1782;p13"/>
                <p:cNvSpPr/>
                <p:nvPr/>
              </p:nvSpPr>
              <p:spPr>
                <a:xfrm>
                  <a:off x="7815763" y="1311838"/>
                  <a:ext cx="155575" cy="211138"/>
                </a:xfrm>
                <a:custGeom>
                  <a:rect b="b" l="l" r="r" t="t"/>
                  <a:pathLst>
                    <a:path extrusionOk="0" h="133" w="98">
                      <a:moveTo>
                        <a:pt x="86" y="0"/>
                      </a:moveTo>
                      <a:lnTo>
                        <a:pt x="0" y="133"/>
                      </a:lnTo>
                      <a:lnTo>
                        <a:pt x="98" y="21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3" name="Google Shape;1783;p13"/>
                <p:cNvSpPr/>
                <p:nvPr/>
              </p:nvSpPr>
              <p:spPr>
                <a:xfrm>
                  <a:off x="8284075" y="1032438"/>
                  <a:ext cx="233363" cy="109538"/>
                </a:xfrm>
                <a:custGeom>
                  <a:rect b="b" l="l" r="r" t="t"/>
                  <a:pathLst>
                    <a:path extrusionOk="0" h="69" w="147">
                      <a:moveTo>
                        <a:pt x="0" y="45"/>
                      </a:moveTo>
                      <a:lnTo>
                        <a:pt x="147" y="0"/>
                      </a:lnTo>
                      <a:lnTo>
                        <a:pt x="16" y="69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4" name="Google Shape;1784;p13"/>
                <p:cNvSpPr/>
                <p:nvPr/>
              </p:nvSpPr>
              <p:spPr>
                <a:xfrm>
                  <a:off x="8347575" y="1213413"/>
                  <a:ext cx="161925" cy="52388"/>
                </a:xfrm>
                <a:custGeom>
                  <a:rect b="b" l="l" r="r" t="t"/>
                  <a:pathLst>
                    <a:path extrusionOk="0" h="33" w="102">
                      <a:moveTo>
                        <a:pt x="0" y="24"/>
                      </a:moveTo>
                      <a:lnTo>
                        <a:pt x="102" y="33"/>
                      </a:lnTo>
                      <a:lnTo>
                        <a:pt x="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5" name="Google Shape;1785;p13"/>
                <p:cNvSpPr/>
                <p:nvPr/>
              </p:nvSpPr>
              <p:spPr>
                <a:xfrm>
                  <a:off x="8257088" y="1021325"/>
                  <a:ext cx="82550" cy="66675"/>
                </a:xfrm>
                <a:custGeom>
                  <a:rect b="b" l="l" r="r" t="t"/>
                  <a:pathLst>
                    <a:path extrusionOk="0" h="42" w="52">
                      <a:moveTo>
                        <a:pt x="0" y="31"/>
                      </a:moveTo>
                      <a:lnTo>
                        <a:pt x="52" y="0"/>
                      </a:lnTo>
                      <a:lnTo>
                        <a:pt x="12" y="4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6" name="Google Shape;1786;p13"/>
                <p:cNvSpPr/>
                <p:nvPr/>
              </p:nvSpPr>
              <p:spPr>
                <a:xfrm>
                  <a:off x="7845925" y="1273738"/>
                  <a:ext cx="98425" cy="71438"/>
                </a:xfrm>
                <a:custGeom>
                  <a:rect b="b" l="l" r="r" t="t"/>
                  <a:pathLst>
                    <a:path extrusionOk="0" h="45" w="62">
                      <a:moveTo>
                        <a:pt x="57" y="0"/>
                      </a:moveTo>
                      <a:lnTo>
                        <a:pt x="0" y="45"/>
                      </a:lnTo>
                      <a:lnTo>
                        <a:pt x="62" y="14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7" name="Google Shape;1787;p13"/>
                <p:cNvSpPr/>
                <p:nvPr/>
              </p:nvSpPr>
              <p:spPr>
                <a:xfrm>
                  <a:off x="7922125" y="1386450"/>
                  <a:ext cx="131763" cy="192088"/>
                </a:xfrm>
                <a:custGeom>
                  <a:rect b="b" l="l" r="r" t="t"/>
                  <a:pathLst>
                    <a:path extrusionOk="0" h="121" w="83">
                      <a:moveTo>
                        <a:pt x="62" y="0"/>
                      </a:moveTo>
                      <a:lnTo>
                        <a:pt x="0" y="121"/>
                      </a:lnTo>
                      <a:lnTo>
                        <a:pt x="83" y="1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8" name="Google Shape;1788;p13"/>
                <p:cNvSpPr/>
                <p:nvPr/>
              </p:nvSpPr>
              <p:spPr>
                <a:xfrm>
                  <a:off x="8065000" y="1432488"/>
                  <a:ext cx="38100" cy="66675"/>
                </a:xfrm>
                <a:custGeom>
                  <a:rect b="b" l="l" r="r" t="t"/>
                  <a:pathLst>
                    <a:path extrusionOk="0" h="42" w="24">
                      <a:moveTo>
                        <a:pt x="12" y="0"/>
                      </a:moveTo>
                      <a:lnTo>
                        <a:pt x="0" y="42"/>
                      </a:lnTo>
                      <a:lnTo>
                        <a:pt x="24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9" name="Google Shape;1789;p13"/>
                <p:cNvSpPr/>
                <p:nvPr/>
              </p:nvSpPr>
              <p:spPr>
                <a:xfrm>
                  <a:off x="8325350" y="1081650"/>
                  <a:ext cx="260350" cy="96838"/>
                </a:xfrm>
                <a:custGeom>
                  <a:rect b="b" l="l" r="r" t="t"/>
                  <a:pathLst>
                    <a:path extrusionOk="0" h="61" w="164">
                      <a:moveTo>
                        <a:pt x="0" y="47"/>
                      </a:moveTo>
                      <a:lnTo>
                        <a:pt x="164" y="0"/>
                      </a:lnTo>
                      <a:lnTo>
                        <a:pt x="5" y="61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0" name="Google Shape;1790;p13"/>
                <p:cNvSpPr/>
                <p:nvPr/>
              </p:nvSpPr>
              <p:spPr>
                <a:xfrm>
                  <a:off x="7831638" y="538725"/>
                  <a:ext cx="52388" cy="63500"/>
                </a:xfrm>
                <a:custGeom>
                  <a:rect b="b" l="l" r="r" t="t"/>
                  <a:pathLst>
                    <a:path extrusionOk="0" h="17" w="14">
                      <a:moveTo>
                        <a:pt x="14" y="1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4" y="17"/>
                        <a:pt x="4" y="17"/>
                        <a:pt x="4" y="17"/>
                      </a:cubicBezTo>
                      <a:lnTo>
                        <a:pt x="1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1" name="Google Shape;1791;p13"/>
                <p:cNvSpPr/>
                <p:nvPr/>
              </p:nvSpPr>
              <p:spPr>
                <a:xfrm>
                  <a:off x="7741150" y="605400"/>
                  <a:ext cx="60325" cy="68262"/>
                </a:xfrm>
                <a:custGeom>
                  <a:rect b="b" l="l" r="r" t="t"/>
                  <a:pathLst>
                    <a:path extrusionOk="0" h="18" w="16">
                      <a:moveTo>
                        <a:pt x="16" y="8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2"/>
                        <a:pt x="2" y="5"/>
                        <a:pt x="0" y="7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lnTo>
                        <a:pt x="16" y="8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2" name="Google Shape;1792;p13"/>
                <p:cNvSpPr/>
                <p:nvPr/>
              </p:nvSpPr>
              <p:spPr>
                <a:xfrm>
                  <a:off x="7696700" y="719700"/>
                  <a:ext cx="47625" cy="41275"/>
                </a:xfrm>
                <a:custGeom>
                  <a:rect b="b" l="l" r="r" t="t"/>
                  <a:pathLst>
                    <a:path extrusionOk="0" h="11" w="13">
                      <a:moveTo>
                        <a:pt x="13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3" name="Google Shape;1793;p13"/>
                <p:cNvSpPr/>
                <p:nvPr/>
              </p:nvSpPr>
              <p:spPr>
                <a:xfrm>
                  <a:off x="7696700" y="835588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3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1" y="9"/>
                        <a:pt x="2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4" name="Google Shape;1794;p13"/>
                <p:cNvSpPr/>
                <p:nvPr/>
              </p:nvSpPr>
              <p:spPr>
                <a:xfrm>
                  <a:off x="7944350" y="522850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0" y="15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14"/>
                        <a:pt x="0" y="14"/>
                        <a:pt x="0" y="14"/>
                      </a:cubicBezTo>
                      <a:lnTo>
                        <a:pt x="10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5" name="Google Shape;1795;p13"/>
                <p:cNvSpPr/>
                <p:nvPr/>
              </p:nvSpPr>
              <p:spPr>
                <a:xfrm>
                  <a:off x="8057063" y="624450"/>
                  <a:ext cx="60325" cy="84138"/>
                </a:xfrm>
                <a:custGeom>
                  <a:rect b="b" l="l" r="r" t="t"/>
                  <a:pathLst>
                    <a:path extrusionOk="0" h="22" w="16">
                      <a:moveTo>
                        <a:pt x="3" y="22"/>
                      </a:move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4" y="4"/>
                        <a:pt x="13" y="2"/>
                        <a:pt x="12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lnTo>
                        <a:pt x="3" y="2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6" name="Google Shape;1796;p13"/>
                <p:cNvSpPr/>
                <p:nvPr/>
              </p:nvSpPr>
              <p:spPr>
                <a:xfrm>
                  <a:off x="8012613" y="564125"/>
                  <a:ext cx="49213" cy="57150"/>
                </a:xfrm>
                <a:custGeom>
                  <a:rect b="b" l="l" r="r" t="t"/>
                  <a:pathLst>
                    <a:path extrusionOk="0" h="15" w="13">
                      <a:moveTo>
                        <a:pt x="5" y="15"/>
                      </a:move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0" y="10"/>
                        <a:pt x="0" y="10"/>
                        <a:pt x="0" y="10"/>
                      </a:cubicBezTo>
                      <a:lnTo>
                        <a:pt x="5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7" name="Google Shape;1797;p13"/>
                <p:cNvSpPr/>
                <p:nvPr/>
              </p:nvSpPr>
              <p:spPr>
                <a:xfrm>
                  <a:off x="7880850" y="530788"/>
                  <a:ext cx="33338" cy="49213"/>
                </a:xfrm>
                <a:custGeom>
                  <a:rect b="b" l="l" r="r" t="t"/>
                  <a:pathLst>
                    <a:path extrusionOk="0" h="31" w="21">
                      <a:moveTo>
                        <a:pt x="21" y="31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31"/>
                      </a:lnTo>
                      <a:lnTo>
                        <a:pt x="21" y="31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8" name="Google Shape;1798;p13"/>
                <p:cNvSpPr/>
                <p:nvPr/>
              </p:nvSpPr>
              <p:spPr>
                <a:xfrm>
                  <a:off x="8095163" y="753038"/>
                  <a:ext cx="71437" cy="57150"/>
                </a:xfrm>
                <a:custGeom>
                  <a:rect b="b" l="l" r="r" t="t"/>
                  <a:pathLst>
                    <a:path extrusionOk="0" h="15" w="19">
                      <a:moveTo>
                        <a:pt x="6" y="15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6"/>
                        <a:pt x="18" y="4"/>
                        <a:pt x="17" y="2"/>
                      </a:cubicBezTo>
                      <a:cubicBezTo>
                        <a:pt x="17" y="1"/>
                        <a:pt x="16" y="1"/>
                        <a:pt x="16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lnTo>
                        <a:pt x="6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9" name="Google Shape;1799;p13"/>
                <p:cNvSpPr/>
                <p:nvPr/>
              </p:nvSpPr>
              <p:spPr>
                <a:xfrm>
                  <a:off x="8095163" y="692713"/>
                  <a:ext cx="46037" cy="46037"/>
                </a:xfrm>
                <a:custGeom>
                  <a:rect b="b" l="l" r="r" t="t"/>
                  <a:pathLst>
                    <a:path extrusionOk="0" h="12" w="12">
                      <a:moveTo>
                        <a:pt x="2" y="12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3"/>
                        <a:pt x="11" y="2"/>
                        <a:pt x="1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0" name="Google Shape;1800;p13"/>
                <p:cNvSpPr/>
                <p:nvPr/>
              </p:nvSpPr>
              <p:spPr>
                <a:xfrm>
                  <a:off x="7714163" y="903850"/>
                  <a:ext cx="65088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9"/>
                        <a:pt x="1" y="10"/>
                      </a:cubicBezTo>
                      <a:cubicBezTo>
                        <a:pt x="17" y="9"/>
                        <a:pt x="17" y="9"/>
                        <a:pt x="17" y="9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1" name="Google Shape;1801;p13"/>
                <p:cNvSpPr/>
                <p:nvPr/>
              </p:nvSpPr>
              <p:spPr>
                <a:xfrm>
                  <a:off x="7782425" y="1076888"/>
                  <a:ext cx="60325" cy="76200"/>
                </a:xfrm>
                <a:custGeom>
                  <a:rect b="b" l="l" r="r" t="t"/>
                  <a:pathLst>
                    <a:path extrusionOk="0" h="20" w="16">
                      <a:moveTo>
                        <a:pt x="11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2"/>
                        <a:pt x="3" y="16"/>
                        <a:pt x="5" y="20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2" name="Google Shape;1802;p13"/>
                <p:cNvSpPr/>
                <p:nvPr/>
              </p:nvSpPr>
              <p:spPr>
                <a:xfrm>
                  <a:off x="7741150" y="986400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5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8"/>
                        <a:pt x="1" y="9"/>
                        <a:pt x="2" y="10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6" y="8"/>
                        <a:pt x="16" y="8"/>
                        <a:pt x="16" y="8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3" name="Google Shape;1803;p13"/>
                <p:cNvSpPr/>
                <p:nvPr/>
              </p:nvSpPr>
              <p:spPr>
                <a:xfrm>
                  <a:off x="8155488" y="865750"/>
                  <a:ext cx="52388" cy="53975"/>
                </a:xfrm>
                <a:custGeom>
                  <a:rect b="b" l="l" r="r" t="t"/>
                  <a:pathLst>
                    <a:path extrusionOk="0" h="14" w="14">
                      <a:moveTo>
                        <a:pt x="4" y="14"/>
                      </a:move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3" y="1"/>
                        <a:pt x="12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4" name="Google Shape;1804;p13"/>
                <p:cNvSpPr/>
                <p:nvPr/>
              </p:nvSpPr>
              <p:spPr>
                <a:xfrm>
                  <a:off x="8193588" y="953063"/>
                  <a:ext cx="74613" cy="71437"/>
                </a:xfrm>
                <a:custGeom>
                  <a:rect b="b" l="l" r="r" t="t"/>
                  <a:pathLst>
                    <a:path extrusionOk="0" h="19" w="20">
                      <a:moveTo>
                        <a:pt x="9" y="19"/>
                      </a:move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8" y="7"/>
                        <a:pt x="16" y="3"/>
                        <a:pt x="14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5" name="Google Shape;1805;p13"/>
                <p:cNvSpPr/>
                <p:nvPr/>
              </p:nvSpPr>
              <p:spPr>
                <a:xfrm>
                  <a:off x="7828463" y="1183250"/>
                  <a:ext cx="63500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7"/>
                        <a:pt x="2" y="8"/>
                        <a:pt x="2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6" name="Google Shape;1806;p13"/>
                <p:cNvSpPr/>
                <p:nvPr/>
              </p:nvSpPr>
              <p:spPr>
                <a:xfrm>
                  <a:off x="7922125" y="1311838"/>
                  <a:ext cx="49213" cy="63500"/>
                </a:xfrm>
                <a:custGeom>
                  <a:rect b="b" l="l" r="r" t="t"/>
                  <a:pathLst>
                    <a:path extrusionOk="0" h="17" w="13">
                      <a:moveTo>
                        <a:pt x="8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13"/>
                        <a:pt x="2" y="14"/>
                        <a:pt x="3" y="15"/>
                      </a:cubicBezTo>
                      <a:cubicBezTo>
                        <a:pt x="4" y="16"/>
                        <a:pt x="4" y="17"/>
                        <a:pt x="5" y="17"/>
                      </a:cubicBezTo>
                      <a:cubicBezTo>
                        <a:pt x="13" y="9"/>
                        <a:pt x="13" y="9"/>
                        <a:pt x="13" y="9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7" name="Google Shape;1807;p13"/>
                <p:cNvSpPr/>
                <p:nvPr/>
              </p:nvSpPr>
              <p:spPr>
                <a:xfrm>
                  <a:off x="8284075" y="1088000"/>
                  <a:ext cx="71437" cy="53975"/>
                </a:xfrm>
                <a:custGeom>
                  <a:rect b="b" l="l" r="r" t="t"/>
                  <a:pathLst>
                    <a:path extrusionOk="0" h="14" w="19">
                      <a:moveTo>
                        <a:pt x="7" y="14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5"/>
                        <a:pt x="16" y="2"/>
                        <a:pt x="14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8" name="Google Shape;1808;p13"/>
                <p:cNvSpPr/>
                <p:nvPr/>
              </p:nvSpPr>
              <p:spPr>
                <a:xfrm>
                  <a:off x="8347575" y="1213413"/>
                  <a:ext cx="57150" cy="41275"/>
                </a:xfrm>
                <a:custGeom>
                  <a:rect b="b" l="l" r="r" t="t"/>
                  <a:pathLst>
                    <a:path extrusionOk="0" h="11" w="15">
                      <a:moveTo>
                        <a:pt x="0" y="10"/>
                      </a:move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5" y="10"/>
                        <a:pt x="15" y="9"/>
                      </a:cubicBezTo>
                      <a:cubicBezTo>
                        <a:pt x="15" y="7"/>
                        <a:pt x="15" y="6"/>
                        <a:pt x="14" y="5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9" name="Google Shape;1809;p13"/>
                <p:cNvSpPr/>
                <p:nvPr/>
              </p:nvSpPr>
              <p:spPr>
                <a:xfrm>
                  <a:off x="8257088" y="1043550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5" y="12"/>
                      </a:move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3" y="1"/>
                        <a:pt x="12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0" name="Google Shape;1810;p13"/>
                <p:cNvSpPr/>
                <p:nvPr/>
              </p:nvSpPr>
              <p:spPr>
                <a:xfrm>
                  <a:off x="7891963" y="1273738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12" y="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0"/>
                        <a:pt x="1" y="11"/>
                        <a:pt x="2" y="12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1" name="Google Shape;1811;p13"/>
                <p:cNvSpPr/>
                <p:nvPr/>
              </p:nvSpPr>
              <p:spPr>
                <a:xfrm>
                  <a:off x="7996738" y="1386450"/>
                  <a:ext cx="57150" cy="63500"/>
                </a:xfrm>
                <a:custGeom>
                  <a:rect b="b" l="l" r="r" t="t"/>
                  <a:pathLst>
                    <a:path extrusionOk="0" h="17" w="15">
                      <a:moveTo>
                        <a:pt x="6" y="0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2" y="14"/>
                        <a:pt x="4" y="15"/>
                        <a:pt x="6" y="17"/>
                      </a:cubicBezTo>
                      <a:cubicBezTo>
                        <a:pt x="15" y="5"/>
                        <a:pt x="15" y="5"/>
                        <a:pt x="15" y="5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2" name="Google Shape;1812;p13"/>
                <p:cNvSpPr/>
                <p:nvPr/>
              </p:nvSpPr>
              <p:spPr>
                <a:xfrm>
                  <a:off x="8068175" y="1432488"/>
                  <a:ext cx="34925" cy="47625"/>
                </a:xfrm>
                <a:custGeom>
                  <a:rect b="b" l="l" r="r" t="t"/>
                  <a:pathLst>
                    <a:path extrusionOk="0" h="13" w="9">
                      <a:moveTo>
                        <a:pt x="4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1" y="13"/>
                        <a:pt x="2" y="13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3" name="Google Shape;1813;p13"/>
                <p:cNvSpPr/>
                <p:nvPr/>
              </p:nvSpPr>
              <p:spPr>
                <a:xfrm>
                  <a:off x="8325350" y="1141975"/>
                  <a:ext cx="55563" cy="36513"/>
                </a:xfrm>
                <a:custGeom>
                  <a:rect b="b" l="l" r="r" t="t"/>
                  <a:pathLst>
                    <a:path extrusionOk="0" h="10" w="15">
                      <a:moveTo>
                        <a:pt x="2" y="10"/>
                      </a:move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4" y="3"/>
                        <a:pt x="13" y="2"/>
                        <a:pt x="12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4" name="Google Shape;1814;p13"/>
                <p:cNvSpPr/>
                <p:nvPr/>
              </p:nvSpPr>
              <p:spPr>
                <a:xfrm>
                  <a:off x="7710988" y="522850"/>
                  <a:ext cx="682625" cy="973137"/>
                </a:xfrm>
                <a:custGeom>
                  <a:rect b="b" l="l" r="r" t="t"/>
                  <a:pathLst>
                    <a:path extrusionOk="0" h="258" w="181">
                      <a:moveTo>
                        <a:pt x="69" y="218"/>
                      </a:moveTo>
                      <a:cubicBezTo>
                        <a:pt x="100" y="258"/>
                        <a:pt x="129" y="253"/>
                        <a:pt x="152" y="231"/>
                      </a:cubicBezTo>
                      <a:cubicBezTo>
                        <a:pt x="181" y="204"/>
                        <a:pt x="175" y="181"/>
                        <a:pt x="156" y="156"/>
                      </a:cubicBezTo>
                      <a:cubicBezTo>
                        <a:pt x="132" y="124"/>
                        <a:pt x="118" y="98"/>
                        <a:pt x="102" y="51"/>
                      </a:cubicBezTo>
                      <a:cubicBezTo>
                        <a:pt x="94" y="26"/>
                        <a:pt x="76" y="0"/>
                        <a:pt x="41" y="16"/>
                      </a:cubicBezTo>
                      <a:cubicBezTo>
                        <a:pt x="13" y="29"/>
                        <a:pt x="0" y="54"/>
                        <a:pt x="9" y="90"/>
                      </a:cubicBezTo>
                      <a:cubicBezTo>
                        <a:pt x="18" y="128"/>
                        <a:pt x="36" y="175"/>
                        <a:pt x="69" y="2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5" name="Google Shape;1815;p13"/>
                <p:cNvSpPr/>
                <p:nvPr/>
              </p:nvSpPr>
              <p:spPr>
                <a:xfrm>
                  <a:off x="7718925" y="624450"/>
                  <a:ext cx="674688" cy="871538"/>
                </a:xfrm>
                <a:custGeom>
                  <a:rect b="b" l="l" r="r" t="t"/>
                  <a:pathLst>
                    <a:path extrusionOk="0" h="231" w="179">
                      <a:moveTo>
                        <a:pt x="136" y="162"/>
                      </a:moveTo>
                      <a:cubicBezTo>
                        <a:pt x="118" y="178"/>
                        <a:pt x="91" y="176"/>
                        <a:pt x="63" y="131"/>
                      </a:cubicBezTo>
                      <a:cubicBezTo>
                        <a:pt x="33" y="83"/>
                        <a:pt x="17" y="33"/>
                        <a:pt x="23" y="0"/>
                      </a:cubicBezTo>
                      <a:cubicBezTo>
                        <a:pt x="7" y="14"/>
                        <a:pt x="0" y="35"/>
                        <a:pt x="7" y="63"/>
                      </a:cubicBezTo>
                      <a:cubicBezTo>
                        <a:pt x="16" y="101"/>
                        <a:pt x="34" y="148"/>
                        <a:pt x="67" y="191"/>
                      </a:cubicBezTo>
                      <a:cubicBezTo>
                        <a:pt x="98" y="231"/>
                        <a:pt x="127" y="226"/>
                        <a:pt x="150" y="204"/>
                      </a:cubicBezTo>
                      <a:cubicBezTo>
                        <a:pt x="179" y="177"/>
                        <a:pt x="173" y="154"/>
                        <a:pt x="154" y="129"/>
                      </a:cubicBezTo>
                      <a:cubicBezTo>
                        <a:pt x="150" y="123"/>
                        <a:pt x="145" y="117"/>
                        <a:pt x="141" y="111"/>
                      </a:cubicBezTo>
                      <a:cubicBezTo>
                        <a:pt x="147" y="128"/>
                        <a:pt x="150" y="150"/>
                        <a:pt x="136" y="16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6" name="Google Shape;1816;p13"/>
                <p:cNvSpPr/>
                <p:nvPr/>
              </p:nvSpPr>
              <p:spPr>
                <a:xfrm>
                  <a:off x="7930063" y="594288"/>
                  <a:ext cx="161925" cy="276225"/>
                </a:xfrm>
                <a:custGeom>
                  <a:rect b="b" l="l" r="r" t="t"/>
                  <a:pathLst>
                    <a:path extrusionOk="0" h="73" w="43">
                      <a:moveTo>
                        <a:pt x="35" y="31"/>
                      </a:moveTo>
                      <a:cubicBezTo>
                        <a:pt x="43" y="49"/>
                        <a:pt x="43" y="67"/>
                        <a:pt x="36" y="70"/>
                      </a:cubicBezTo>
                      <a:cubicBezTo>
                        <a:pt x="29" y="73"/>
                        <a:pt x="17" y="60"/>
                        <a:pt x="9" y="42"/>
                      </a:cubicBezTo>
                      <a:cubicBezTo>
                        <a:pt x="1" y="23"/>
                        <a:pt x="0" y="6"/>
                        <a:pt x="8" y="3"/>
                      </a:cubicBezTo>
                      <a:cubicBezTo>
                        <a:pt x="15" y="0"/>
                        <a:pt x="27" y="12"/>
                        <a:pt x="35" y="31"/>
                      </a:cubicBezTo>
                      <a:close/>
                    </a:path>
                  </a:pathLst>
                </a:custGeom>
                <a:solidFill>
                  <a:srgbClr val="F8F8F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17" name="Google Shape;1817;p13"/>
              <p:cNvGrpSpPr/>
              <p:nvPr/>
            </p:nvGrpSpPr>
            <p:grpSpPr>
              <a:xfrm flipH="1" rot="8100000">
                <a:off x="8473260" y="2721080"/>
                <a:ext cx="847454" cy="1030905"/>
                <a:chOff x="7491913" y="372038"/>
                <a:chExt cx="1503363" cy="1828800"/>
              </a:xfrm>
            </p:grpSpPr>
            <p:sp>
              <p:nvSpPr>
                <p:cNvPr id="1818" name="Google Shape;1818;p13"/>
                <p:cNvSpPr/>
                <p:nvPr/>
              </p:nvSpPr>
              <p:spPr>
                <a:xfrm>
                  <a:off x="8117388" y="1383275"/>
                  <a:ext cx="746125" cy="700088"/>
                </a:xfrm>
                <a:custGeom>
                  <a:rect b="b" l="l" r="r" t="t"/>
                  <a:pathLst>
                    <a:path extrusionOk="0" h="186" w="198">
                      <a:moveTo>
                        <a:pt x="12" y="0"/>
                      </a:moveTo>
                      <a:cubicBezTo>
                        <a:pt x="13" y="13"/>
                        <a:pt x="15" y="26"/>
                        <a:pt x="20" y="38"/>
                      </a:cubicBezTo>
                      <a:cubicBezTo>
                        <a:pt x="25" y="50"/>
                        <a:pt x="32" y="61"/>
                        <a:pt x="43" y="67"/>
                      </a:cubicBezTo>
                      <a:cubicBezTo>
                        <a:pt x="54" y="73"/>
                        <a:pt x="68" y="74"/>
                        <a:pt x="81" y="74"/>
                      </a:cubicBezTo>
                      <a:cubicBezTo>
                        <a:pt x="88" y="73"/>
                        <a:pt x="94" y="73"/>
                        <a:pt x="101" y="72"/>
                      </a:cubicBezTo>
                      <a:cubicBezTo>
                        <a:pt x="108" y="72"/>
                        <a:pt x="116" y="72"/>
                        <a:pt x="123" y="74"/>
                      </a:cubicBezTo>
                      <a:cubicBezTo>
                        <a:pt x="127" y="75"/>
                        <a:pt x="130" y="77"/>
                        <a:pt x="133" y="80"/>
                      </a:cubicBezTo>
                      <a:cubicBezTo>
                        <a:pt x="136" y="83"/>
                        <a:pt x="137" y="86"/>
                        <a:pt x="139" y="90"/>
                      </a:cubicBezTo>
                      <a:cubicBezTo>
                        <a:pt x="141" y="97"/>
                        <a:pt x="142" y="104"/>
                        <a:pt x="142" y="111"/>
                      </a:cubicBezTo>
                      <a:cubicBezTo>
                        <a:pt x="143" y="125"/>
                        <a:pt x="142" y="138"/>
                        <a:pt x="142" y="152"/>
                      </a:cubicBezTo>
                      <a:cubicBezTo>
                        <a:pt x="142" y="155"/>
                        <a:pt x="142" y="159"/>
                        <a:pt x="142" y="162"/>
                      </a:cubicBezTo>
                      <a:cubicBezTo>
                        <a:pt x="142" y="166"/>
                        <a:pt x="142" y="169"/>
                        <a:pt x="144" y="172"/>
                      </a:cubicBezTo>
                      <a:cubicBezTo>
                        <a:pt x="144" y="173"/>
                        <a:pt x="144" y="173"/>
                        <a:pt x="145" y="174"/>
                      </a:cubicBezTo>
                      <a:cubicBezTo>
                        <a:pt x="145" y="174"/>
                        <a:pt x="146" y="175"/>
                        <a:pt x="147" y="175"/>
                      </a:cubicBezTo>
                      <a:cubicBezTo>
                        <a:pt x="148" y="176"/>
                        <a:pt x="149" y="177"/>
                        <a:pt x="151" y="178"/>
                      </a:cubicBezTo>
                      <a:cubicBezTo>
                        <a:pt x="154" y="179"/>
                        <a:pt x="157" y="179"/>
                        <a:pt x="160" y="179"/>
                      </a:cubicBezTo>
                      <a:cubicBezTo>
                        <a:pt x="167" y="178"/>
                        <a:pt x="174" y="175"/>
                        <a:pt x="181" y="175"/>
                      </a:cubicBezTo>
                      <a:cubicBezTo>
                        <a:pt x="184" y="175"/>
                        <a:pt x="188" y="177"/>
                        <a:pt x="190" y="178"/>
                      </a:cubicBezTo>
                      <a:cubicBezTo>
                        <a:pt x="193" y="180"/>
                        <a:pt x="196" y="183"/>
                        <a:pt x="198" y="186"/>
                      </a:cubicBezTo>
                      <a:cubicBezTo>
                        <a:pt x="196" y="183"/>
                        <a:pt x="193" y="180"/>
                        <a:pt x="190" y="179"/>
                      </a:cubicBezTo>
                      <a:cubicBezTo>
                        <a:pt x="187" y="177"/>
                        <a:pt x="184" y="176"/>
                        <a:pt x="181" y="176"/>
                      </a:cubicBezTo>
                      <a:cubicBezTo>
                        <a:pt x="174" y="176"/>
                        <a:pt x="167" y="179"/>
                        <a:pt x="161" y="180"/>
                      </a:cubicBezTo>
                      <a:cubicBezTo>
                        <a:pt x="157" y="181"/>
                        <a:pt x="153" y="181"/>
                        <a:pt x="150" y="180"/>
                      </a:cubicBezTo>
                      <a:cubicBezTo>
                        <a:pt x="148" y="179"/>
                        <a:pt x="147" y="178"/>
                        <a:pt x="145" y="177"/>
                      </a:cubicBezTo>
                      <a:cubicBezTo>
                        <a:pt x="145" y="176"/>
                        <a:pt x="144" y="176"/>
                        <a:pt x="143" y="175"/>
                      </a:cubicBezTo>
                      <a:cubicBezTo>
                        <a:pt x="143" y="175"/>
                        <a:pt x="142" y="174"/>
                        <a:pt x="141" y="173"/>
                      </a:cubicBezTo>
                      <a:cubicBezTo>
                        <a:pt x="140" y="169"/>
                        <a:pt x="139" y="166"/>
                        <a:pt x="139" y="162"/>
                      </a:cubicBezTo>
                      <a:cubicBezTo>
                        <a:pt x="139" y="159"/>
                        <a:pt x="139" y="155"/>
                        <a:pt x="139" y="152"/>
                      </a:cubicBezTo>
                      <a:cubicBezTo>
                        <a:pt x="139" y="138"/>
                        <a:pt x="139" y="125"/>
                        <a:pt x="138" y="111"/>
                      </a:cubicBezTo>
                      <a:cubicBezTo>
                        <a:pt x="137" y="104"/>
                        <a:pt x="136" y="98"/>
                        <a:pt x="134" y="92"/>
                      </a:cubicBezTo>
                      <a:cubicBezTo>
                        <a:pt x="132" y="89"/>
                        <a:pt x="131" y="86"/>
                        <a:pt x="129" y="84"/>
                      </a:cubicBezTo>
                      <a:cubicBezTo>
                        <a:pt x="127" y="82"/>
                        <a:pt x="124" y="81"/>
                        <a:pt x="121" y="80"/>
                      </a:cubicBezTo>
                      <a:cubicBezTo>
                        <a:pt x="115" y="78"/>
                        <a:pt x="109" y="79"/>
                        <a:pt x="102" y="79"/>
                      </a:cubicBezTo>
                      <a:cubicBezTo>
                        <a:pt x="95" y="80"/>
                        <a:pt x="88" y="81"/>
                        <a:pt x="81" y="81"/>
                      </a:cubicBezTo>
                      <a:cubicBezTo>
                        <a:pt x="74" y="82"/>
                        <a:pt x="67" y="82"/>
                        <a:pt x="60" y="81"/>
                      </a:cubicBezTo>
                      <a:cubicBezTo>
                        <a:pt x="53" y="81"/>
                        <a:pt x="46" y="79"/>
                        <a:pt x="39" y="75"/>
                      </a:cubicBezTo>
                      <a:cubicBezTo>
                        <a:pt x="32" y="72"/>
                        <a:pt x="26" y="67"/>
                        <a:pt x="21" y="61"/>
                      </a:cubicBezTo>
                      <a:cubicBezTo>
                        <a:pt x="17" y="56"/>
                        <a:pt x="13" y="49"/>
                        <a:pt x="10" y="43"/>
                      </a:cubicBezTo>
                      <a:cubicBezTo>
                        <a:pt x="7" y="36"/>
                        <a:pt x="5" y="29"/>
                        <a:pt x="3" y="22"/>
                      </a:cubicBezTo>
                      <a:cubicBezTo>
                        <a:pt x="2" y="15"/>
                        <a:pt x="0" y="8"/>
                        <a:pt x="0" y="1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9" name="Google Shape;1819;p13"/>
                <p:cNvSpPr/>
                <p:nvPr/>
              </p:nvSpPr>
              <p:spPr>
                <a:xfrm>
                  <a:off x="8234863" y="1394388"/>
                  <a:ext cx="387350" cy="806450"/>
                </a:xfrm>
                <a:custGeom>
                  <a:rect b="b" l="l" r="r" t="t"/>
                  <a:pathLst>
                    <a:path extrusionOk="0" h="214" w="103">
                      <a:moveTo>
                        <a:pt x="13" y="0"/>
                      </a:moveTo>
                      <a:cubicBezTo>
                        <a:pt x="14" y="9"/>
                        <a:pt x="17" y="18"/>
                        <a:pt x="22" y="26"/>
                      </a:cubicBezTo>
                      <a:cubicBezTo>
                        <a:pt x="27" y="35"/>
                        <a:pt x="34" y="43"/>
                        <a:pt x="40" y="50"/>
                      </a:cubicBezTo>
                      <a:cubicBezTo>
                        <a:pt x="44" y="54"/>
                        <a:pt x="47" y="58"/>
                        <a:pt x="50" y="63"/>
                      </a:cubicBezTo>
                      <a:cubicBezTo>
                        <a:pt x="52" y="65"/>
                        <a:pt x="53" y="67"/>
                        <a:pt x="55" y="69"/>
                      </a:cubicBezTo>
                      <a:cubicBezTo>
                        <a:pt x="56" y="71"/>
                        <a:pt x="58" y="74"/>
                        <a:pt x="59" y="76"/>
                      </a:cubicBezTo>
                      <a:cubicBezTo>
                        <a:pt x="63" y="87"/>
                        <a:pt x="63" y="98"/>
                        <a:pt x="63" y="108"/>
                      </a:cubicBezTo>
                      <a:cubicBezTo>
                        <a:pt x="62" y="119"/>
                        <a:pt x="60" y="129"/>
                        <a:pt x="59" y="139"/>
                      </a:cubicBezTo>
                      <a:cubicBezTo>
                        <a:pt x="59" y="144"/>
                        <a:pt x="59" y="149"/>
                        <a:pt x="59" y="154"/>
                      </a:cubicBezTo>
                      <a:cubicBezTo>
                        <a:pt x="59" y="159"/>
                        <a:pt x="60" y="164"/>
                        <a:pt x="62" y="169"/>
                      </a:cubicBezTo>
                      <a:cubicBezTo>
                        <a:pt x="66" y="178"/>
                        <a:pt x="74" y="185"/>
                        <a:pt x="82" y="192"/>
                      </a:cubicBezTo>
                      <a:cubicBezTo>
                        <a:pt x="86" y="195"/>
                        <a:pt x="90" y="198"/>
                        <a:pt x="93" y="202"/>
                      </a:cubicBezTo>
                      <a:cubicBezTo>
                        <a:pt x="97" y="205"/>
                        <a:pt x="100" y="209"/>
                        <a:pt x="103" y="214"/>
                      </a:cubicBezTo>
                      <a:cubicBezTo>
                        <a:pt x="100" y="209"/>
                        <a:pt x="97" y="206"/>
                        <a:pt x="93" y="202"/>
                      </a:cubicBezTo>
                      <a:cubicBezTo>
                        <a:pt x="89" y="199"/>
                        <a:pt x="85" y="196"/>
                        <a:pt x="81" y="193"/>
                      </a:cubicBezTo>
                      <a:cubicBezTo>
                        <a:pt x="73" y="186"/>
                        <a:pt x="64" y="179"/>
                        <a:pt x="60" y="170"/>
                      </a:cubicBezTo>
                      <a:cubicBezTo>
                        <a:pt x="57" y="165"/>
                        <a:pt x="56" y="160"/>
                        <a:pt x="55" y="155"/>
                      </a:cubicBezTo>
                      <a:cubicBezTo>
                        <a:pt x="55" y="149"/>
                        <a:pt x="55" y="144"/>
                        <a:pt x="55" y="139"/>
                      </a:cubicBezTo>
                      <a:cubicBezTo>
                        <a:pt x="55" y="128"/>
                        <a:pt x="56" y="118"/>
                        <a:pt x="56" y="108"/>
                      </a:cubicBezTo>
                      <a:cubicBezTo>
                        <a:pt x="56" y="98"/>
                        <a:pt x="56" y="88"/>
                        <a:pt x="52" y="80"/>
                      </a:cubicBezTo>
                      <a:cubicBezTo>
                        <a:pt x="51" y="77"/>
                        <a:pt x="50" y="76"/>
                        <a:pt x="48" y="74"/>
                      </a:cubicBezTo>
                      <a:cubicBezTo>
                        <a:pt x="47" y="72"/>
                        <a:pt x="45" y="70"/>
                        <a:pt x="43" y="68"/>
                      </a:cubicBezTo>
                      <a:cubicBezTo>
                        <a:pt x="40" y="64"/>
                        <a:pt x="37" y="60"/>
                        <a:pt x="33" y="57"/>
                      </a:cubicBezTo>
                      <a:cubicBezTo>
                        <a:pt x="26" y="49"/>
                        <a:pt x="19" y="41"/>
                        <a:pt x="13" y="32"/>
                      </a:cubicBezTo>
                      <a:cubicBezTo>
                        <a:pt x="7" y="23"/>
                        <a:pt x="3" y="13"/>
                        <a:pt x="0" y="2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0" name="Google Shape;1820;p13"/>
                <p:cNvSpPr/>
                <p:nvPr/>
              </p:nvSpPr>
              <p:spPr>
                <a:xfrm>
                  <a:off x="8292013" y="1295963"/>
                  <a:ext cx="703263" cy="709613"/>
                </a:xfrm>
                <a:custGeom>
                  <a:rect b="b" l="l" r="r" t="t"/>
                  <a:pathLst>
                    <a:path extrusionOk="0" h="188" w="187">
                      <a:moveTo>
                        <a:pt x="10" y="0"/>
                      </a:moveTo>
                      <a:cubicBezTo>
                        <a:pt x="14" y="7"/>
                        <a:pt x="15" y="13"/>
                        <a:pt x="17" y="19"/>
                      </a:cubicBezTo>
                      <a:cubicBezTo>
                        <a:pt x="19" y="25"/>
                        <a:pt x="21" y="30"/>
                        <a:pt x="24" y="35"/>
                      </a:cubicBezTo>
                      <a:cubicBezTo>
                        <a:pt x="27" y="41"/>
                        <a:pt x="30" y="46"/>
                        <a:pt x="34" y="50"/>
                      </a:cubicBezTo>
                      <a:cubicBezTo>
                        <a:pt x="36" y="52"/>
                        <a:pt x="38" y="53"/>
                        <a:pt x="40" y="55"/>
                      </a:cubicBezTo>
                      <a:cubicBezTo>
                        <a:pt x="42" y="56"/>
                        <a:pt x="45" y="57"/>
                        <a:pt x="48" y="58"/>
                      </a:cubicBezTo>
                      <a:cubicBezTo>
                        <a:pt x="59" y="62"/>
                        <a:pt x="71" y="62"/>
                        <a:pt x="84" y="63"/>
                      </a:cubicBezTo>
                      <a:cubicBezTo>
                        <a:pt x="90" y="63"/>
                        <a:pt x="96" y="64"/>
                        <a:pt x="103" y="65"/>
                      </a:cubicBezTo>
                      <a:cubicBezTo>
                        <a:pt x="106" y="65"/>
                        <a:pt x="109" y="66"/>
                        <a:pt x="112" y="67"/>
                      </a:cubicBezTo>
                      <a:cubicBezTo>
                        <a:pt x="116" y="68"/>
                        <a:pt x="119" y="70"/>
                        <a:pt x="121" y="73"/>
                      </a:cubicBezTo>
                      <a:cubicBezTo>
                        <a:pt x="123" y="76"/>
                        <a:pt x="125" y="79"/>
                        <a:pt x="127" y="82"/>
                      </a:cubicBezTo>
                      <a:cubicBezTo>
                        <a:pt x="128" y="85"/>
                        <a:pt x="129" y="88"/>
                        <a:pt x="130" y="91"/>
                      </a:cubicBezTo>
                      <a:cubicBezTo>
                        <a:pt x="132" y="97"/>
                        <a:pt x="133" y="104"/>
                        <a:pt x="134" y="110"/>
                      </a:cubicBezTo>
                      <a:cubicBezTo>
                        <a:pt x="135" y="113"/>
                        <a:pt x="136" y="116"/>
                        <a:pt x="137" y="118"/>
                      </a:cubicBezTo>
                      <a:cubicBezTo>
                        <a:pt x="138" y="121"/>
                        <a:pt x="139" y="124"/>
                        <a:pt x="140" y="127"/>
                      </a:cubicBezTo>
                      <a:cubicBezTo>
                        <a:pt x="141" y="129"/>
                        <a:pt x="143" y="131"/>
                        <a:pt x="146" y="132"/>
                      </a:cubicBezTo>
                      <a:cubicBezTo>
                        <a:pt x="148" y="134"/>
                        <a:pt x="151" y="134"/>
                        <a:pt x="154" y="134"/>
                      </a:cubicBezTo>
                      <a:cubicBezTo>
                        <a:pt x="161" y="135"/>
                        <a:pt x="167" y="135"/>
                        <a:pt x="173" y="138"/>
                      </a:cubicBezTo>
                      <a:cubicBezTo>
                        <a:pt x="175" y="138"/>
                        <a:pt x="176" y="139"/>
                        <a:pt x="177" y="140"/>
                      </a:cubicBezTo>
                      <a:cubicBezTo>
                        <a:pt x="179" y="141"/>
                        <a:pt x="180" y="142"/>
                        <a:pt x="181" y="143"/>
                      </a:cubicBezTo>
                      <a:cubicBezTo>
                        <a:pt x="183" y="144"/>
                        <a:pt x="184" y="146"/>
                        <a:pt x="184" y="148"/>
                      </a:cubicBezTo>
                      <a:cubicBezTo>
                        <a:pt x="184" y="149"/>
                        <a:pt x="184" y="151"/>
                        <a:pt x="184" y="152"/>
                      </a:cubicBezTo>
                      <a:cubicBezTo>
                        <a:pt x="183" y="159"/>
                        <a:pt x="181" y="165"/>
                        <a:pt x="181" y="171"/>
                      </a:cubicBezTo>
                      <a:cubicBezTo>
                        <a:pt x="182" y="177"/>
                        <a:pt x="184" y="183"/>
                        <a:pt x="187" y="188"/>
                      </a:cubicBezTo>
                      <a:cubicBezTo>
                        <a:pt x="184" y="183"/>
                        <a:pt x="181" y="177"/>
                        <a:pt x="181" y="171"/>
                      </a:cubicBezTo>
                      <a:cubicBezTo>
                        <a:pt x="180" y="165"/>
                        <a:pt x="181" y="158"/>
                        <a:pt x="182" y="152"/>
                      </a:cubicBezTo>
                      <a:cubicBezTo>
                        <a:pt x="183" y="149"/>
                        <a:pt x="182" y="146"/>
                        <a:pt x="180" y="144"/>
                      </a:cubicBezTo>
                      <a:cubicBezTo>
                        <a:pt x="179" y="144"/>
                        <a:pt x="178" y="143"/>
                        <a:pt x="176" y="142"/>
                      </a:cubicBezTo>
                      <a:cubicBezTo>
                        <a:pt x="175" y="141"/>
                        <a:pt x="174" y="140"/>
                        <a:pt x="172" y="140"/>
                      </a:cubicBezTo>
                      <a:cubicBezTo>
                        <a:pt x="167" y="138"/>
                        <a:pt x="161" y="138"/>
                        <a:pt x="154" y="137"/>
                      </a:cubicBezTo>
                      <a:cubicBezTo>
                        <a:pt x="151" y="137"/>
                        <a:pt x="148" y="137"/>
                        <a:pt x="144" y="136"/>
                      </a:cubicBezTo>
                      <a:cubicBezTo>
                        <a:pt x="141" y="134"/>
                        <a:pt x="139" y="132"/>
                        <a:pt x="137" y="129"/>
                      </a:cubicBezTo>
                      <a:cubicBezTo>
                        <a:pt x="135" y="126"/>
                        <a:pt x="134" y="123"/>
                        <a:pt x="133" y="120"/>
                      </a:cubicBezTo>
                      <a:cubicBezTo>
                        <a:pt x="132" y="117"/>
                        <a:pt x="131" y="114"/>
                        <a:pt x="130" y="111"/>
                      </a:cubicBezTo>
                      <a:cubicBezTo>
                        <a:pt x="128" y="105"/>
                        <a:pt x="127" y="98"/>
                        <a:pt x="125" y="93"/>
                      </a:cubicBezTo>
                      <a:cubicBezTo>
                        <a:pt x="123" y="87"/>
                        <a:pt x="120" y="82"/>
                        <a:pt x="117" y="77"/>
                      </a:cubicBezTo>
                      <a:cubicBezTo>
                        <a:pt x="113" y="74"/>
                        <a:pt x="108" y="72"/>
                        <a:pt x="102" y="71"/>
                      </a:cubicBezTo>
                      <a:cubicBezTo>
                        <a:pt x="96" y="71"/>
                        <a:pt x="90" y="71"/>
                        <a:pt x="83" y="71"/>
                      </a:cubicBezTo>
                      <a:cubicBezTo>
                        <a:pt x="71" y="70"/>
                        <a:pt x="58" y="71"/>
                        <a:pt x="45" y="67"/>
                      </a:cubicBezTo>
                      <a:cubicBezTo>
                        <a:pt x="42" y="66"/>
                        <a:pt x="38" y="65"/>
                        <a:pt x="35" y="63"/>
                      </a:cubicBezTo>
                      <a:cubicBezTo>
                        <a:pt x="32" y="61"/>
                        <a:pt x="29" y="59"/>
                        <a:pt x="27" y="57"/>
                      </a:cubicBezTo>
                      <a:cubicBezTo>
                        <a:pt x="22" y="52"/>
                        <a:pt x="18" y="46"/>
                        <a:pt x="15" y="41"/>
                      </a:cubicBezTo>
                      <a:cubicBezTo>
                        <a:pt x="11" y="35"/>
                        <a:pt x="9" y="29"/>
                        <a:pt x="7" y="23"/>
                      </a:cubicBezTo>
                      <a:cubicBezTo>
                        <a:pt x="4" y="17"/>
                        <a:pt x="2" y="11"/>
                        <a:pt x="0" y="7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1" name="Google Shape;1821;p13"/>
                <p:cNvSpPr/>
                <p:nvPr/>
              </p:nvSpPr>
              <p:spPr>
                <a:xfrm>
                  <a:off x="8117388" y="1383275"/>
                  <a:ext cx="109537" cy="222250"/>
                </a:xfrm>
                <a:custGeom>
                  <a:rect b="b" l="l" r="r" t="t"/>
                  <a:pathLst>
                    <a:path extrusionOk="0" h="59" w="29">
                      <a:moveTo>
                        <a:pt x="20" y="38"/>
                      </a:moveTo>
                      <a:cubicBezTo>
                        <a:pt x="15" y="26"/>
                        <a:pt x="13" y="13"/>
                        <a:pt x="1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8"/>
                        <a:pt x="2" y="15"/>
                        <a:pt x="3" y="22"/>
                      </a:cubicBezTo>
                      <a:cubicBezTo>
                        <a:pt x="5" y="29"/>
                        <a:pt x="7" y="36"/>
                        <a:pt x="10" y="43"/>
                      </a:cubicBezTo>
                      <a:cubicBezTo>
                        <a:pt x="13" y="48"/>
                        <a:pt x="16" y="54"/>
                        <a:pt x="19" y="59"/>
                      </a:cubicBezTo>
                      <a:cubicBezTo>
                        <a:pt x="23" y="58"/>
                        <a:pt x="26" y="57"/>
                        <a:pt x="29" y="55"/>
                      </a:cubicBezTo>
                      <a:cubicBezTo>
                        <a:pt x="26" y="50"/>
                        <a:pt x="22" y="44"/>
                        <a:pt x="20" y="3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2" name="Google Shape;1822;p13"/>
                <p:cNvSpPr/>
                <p:nvPr/>
              </p:nvSpPr>
              <p:spPr>
                <a:xfrm>
                  <a:off x="8234863" y="1394388"/>
                  <a:ext cx="98425" cy="146050"/>
                </a:xfrm>
                <a:custGeom>
                  <a:rect b="b" l="l" r="r" t="t"/>
                  <a:pathLst>
                    <a:path extrusionOk="0" h="39" w="26">
                      <a:moveTo>
                        <a:pt x="13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3"/>
                        <a:pt x="7" y="23"/>
                        <a:pt x="13" y="32"/>
                      </a:cubicBezTo>
                      <a:cubicBezTo>
                        <a:pt x="15" y="35"/>
                        <a:pt x="16" y="37"/>
                        <a:pt x="18" y="39"/>
                      </a:cubicBezTo>
                      <a:cubicBezTo>
                        <a:pt x="21" y="37"/>
                        <a:pt x="23" y="34"/>
                        <a:pt x="26" y="32"/>
                      </a:cubicBezTo>
                      <a:cubicBezTo>
                        <a:pt x="25" y="30"/>
                        <a:pt x="23" y="28"/>
                        <a:pt x="22" y="26"/>
                      </a:cubicBezTo>
                      <a:cubicBezTo>
                        <a:pt x="17" y="18"/>
                        <a:pt x="14" y="9"/>
                        <a:pt x="13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3" name="Google Shape;1823;p13"/>
                <p:cNvSpPr/>
                <p:nvPr/>
              </p:nvSpPr>
              <p:spPr>
                <a:xfrm>
                  <a:off x="8292013" y="1295963"/>
                  <a:ext cx="96838" cy="180975"/>
                </a:xfrm>
                <a:custGeom>
                  <a:rect b="b" l="l" r="r" t="t"/>
                  <a:pathLst>
                    <a:path extrusionOk="0" h="48" w="26">
                      <a:moveTo>
                        <a:pt x="24" y="35"/>
                      </a:moveTo>
                      <a:cubicBezTo>
                        <a:pt x="21" y="30"/>
                        <a:pt x="19" y="25"/>
                        <a:pt x="17" y="19"/>
                      </a:cubicBezTo>
                      <a:cubicBezTo>
                        <a:pt x="15" y="13"/>
                        <a:pt x="14" y="7"/>
                        <a:pt x="10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1"/>
                        <a:pt x="4" y="17"/>
                        <a:pt x="7" y="23"/>
                      </a:cubicBezTo>
                      <a:cubicBezTo>
                        <a:pt x="9" y="29"/>
                        <a:pt x="11" y="35"/>
                        <a:pt x="15" y="41"/>
                      </a:cubicBezTo>
                      <a:cubicBezTo>
                        <a:pt x="16" y="43"/>
                        <a:pt x="17" y="46"/>
                        <a:pt x="19" y="48"/>
                      </a:cubicBezTo>
                      <a:cubicBezTo>
                        <a:pt x="21" y="45"/>
                        <a:pt x="24" y="42"/>
                        <a:pt x="26" y="38"/>
                      </a:cubicBezTo>
                      <a:cubicBezTo>
                        <a:pt x="25" y="37"/>
                        <a:pt x="25" y="36"/>
                        <a:pt x="24" y="3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4" name="Google Shape;1824;p13"/>
                <p:cNvSpPr/>
                <p:nvPr/>
              </p:nvSpPr>
              <p:spPr>
                <a:xfrm>
                  <a:off x="7801475" y="432363"/>
                  <a:ext cx="82550" cy="169863"/>
                </a:xfrm>
                <a:custGeom>
                  <a:rect b="b" l="l" r="r" t="t"/>
                  <a:pathLst>
                    <a:path extrusionOk="0" h="107" w="52">
                      <a:moveTo>
                        <a:pt x="28" y="107"/>
                      </a:moveTo>
                      <a:lnTo>
                        <a:pt x="0" y="0"/>
                      </a:lnTo>
                      <a:lnTo>
                        <a:pt x="52" y="100"/>
                      </a:lnTo>
                      <a:lnTo>
                        <a:pt x="28" y="1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5" name="Google Shape;1825;p13"/>
                <p:cNvSpPr/>
                <p:nvPr/>
              </p:nvSpPr>
              <p:spPr>
                <a:xfrm>
                  <a:off x="7598275" y="481575"/>
                  <a:ext cx="203200" cy="192088"/>
                </a:xfrm>
                <a:custGeom>
                  <a:rect b="b" l="l" r="r" t="t"/>
                  <a:pathLst>
                    <a:path extrusionOk="0" h="121" w="128">
                      <a:moveTo>
                        <a:pt x="128" y="97"/>
                      </a:moveTo>
                      <a:lnTo>
                        <a:pt x="0" y="0"/>
                      </a:lnTo>
                      <a:lnTo>
                        <a:pt x="116" y="121"/>
                      </a:lnTo>
                      <a:lnTo>
                        <a:pt x="128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6" name="Google Shape;1826;p13"/>
                <p:cNvSpPr/>
                <p:nvPr/>
              </p:nvSpPr>
              <p:spPr>
                <a:xfrm>
                  <a:off x="7620500" y="708588"/>
                  <a:ext cx="123825" cy="52388"/>
                </a:xfrm>
                <a:custGeom>
                  <a:rect b="b" l="l" r="r" t="t"/>
                  <a:pathLst>
                    <a:path extrusionOk="0" h="33" w="78">
                      <a:moveTo>
                        <a:pt x="78" y="11"/>
                      </a:moveTo>
                      <a:lnTo>
                        <a:pt x="0" y="0"/>
                      </a:lnTo>
                      <a:lnTo>
                        <a:pt x="78" y="33"/>
                      </a:lnTo>
                      <a:lnTo>
                        <a:pt x="78" y="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7" name="Google Shape;1827;p13"/>
                <p:cNvSpPr/>
                <p:nvPr/>
              </p:nvSpPr>
              <p:spPr>
                <a:xfrm>
                  <a:off x="7491913" y="835588"/>
                  <a:ext cx="265113" cy="65088"/>
                </a:xfrm>
                <a:custGeom>
                  <a:rect b="b" l="l" r="r" t="t"/>
                  <a:pathLst>
                    <a:path extrusionOk="0" h="41" w="167">
                      <a:moveTo>
                        <a:pt x="159" y="0"/>
                      </a:moveTo>
                      <a:lnTo>
                        <a:pt x="0" y="41"/>
                      </a:lnTo>
                      <a:lnTo>
                        <a:pt x="167" y="26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8" name="Google Shape;1828;p13"/>
                <p:cNvSpPr/>
                <p:nvPr/>
              </p:nvSpPr>
              <p:spPr>
                <a:xfrm>
                  <a:off x="7944350" y="372038"/>
                  <a:ext cx="38100" cy="207963"/>
                </a:xfrm>
                <a:custGeom>
                  <a:rect b="b" l="l" r="r" t="t"/>
                  <a:pathLst>
                    <a:path extrusionOk="0" h="131" w="24">
                      <a:moveTo>
                        <a:pt x="0" y="128"/>
                      </a:moveTo>
                      <a:lnTo>
                        <a:pt x="22" y="0"/>
                      </a:lnTo>
                      <a:lnTo>
                        <a:pt x="24" y="131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9" name="Google Shape;1829;p13"/>
                <p:cNvSpPr/>
                <p:nvPr/>
              </p:nvSpPr>
              <p:spPr>
                <a:xfrm>
                  <a:off x="8057063" y="511738"/>
                  <a:ext cx="169863" cy="196850"/>
                </a:xfrm>
                <a:custGeom>
                  <a:rect b="b" l="l" r="r" t="t"/>
                  <a:pathLst>
                    <a:path extrusionOk="0" h="124" w="107">
                      <a:moveTo>
                        <a:pt x="0" y="97"/>
                      </a:moveTo>
                      <a:lnTo>
                        <a:pt x="107" y="0"/>
                      </a:lnTo>
                      <a:lnTo>
                        <a:pt x="7" y="124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0" name="Google Shape;1830;p13"/>
                <p:cNvSpPr/>
                <p:nvPr/>
              </p:nvSpPr>
              <p:spPr>
                <a:xfrm>
                  <a:off x="8012613" y="541900"/>
                  <a:ext cx="63500" cy="79375"/>
                </a:xfrm>
                <a:custGeom>
                  <a:rect b="b" l="l" r="r" t="t"/>
                  <a:pathLst>
                    <a:path extrusionOk="0" h="50" w="40">
                      <a:moveTo>
                        <a:pt x="0" y="38"/>
                      </a:moveTo>
                      <a:lnTo>
                        <a:pt x="40" y="0"/>
                      </a:lnTo>
                      <a:lnTo>
                        <a:pt x="12" y="5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1" name="Google Shape;1831;p13"/>
                <p:cNvSpPr/>
                <p:nvPr/>
              </p:nvSpPr>
              <p:spPr>
                <a:xfrm>
                  <a:off x="7880850" y="527613"/>
                  <a:ext cx="33338" cy="52388"/>
                </a:xfrm>
                <a:custGeom>
                  <a:rect b="b" l="l" r="r" t="t"/>
                  <a:pathLst>
                    <a:path extrusionOk="0" h="33" w="21">
                      <a:moveTo>
                        <a:pt x="7" y="33"/>
                      </a:moveTo>
                      <a:lnTo>
                        <a:pt x="0" y="0"/>
                      </a:lnTo>
                      <a:lnTo>
                        <a:pt x="21" y="33"/>
                      </a:lnTo>
                      <a:lnTo>
                        <a:pt x="7" y="3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2" name="Google Shape;1832;p13"/>
                <p:cNvSpPr/>
                <p:nvPr/>
              </p:nvSpPr>
              <p:spPr>
                <a:xfrm>
                  <a:off x="8095163" y="695888"/>
                  <a:ext cx="222250" cy="114300"/>
                </a:xfrm>
                <a:custGeom>
                  <a:rect b="b" l="l" r="r" t="t"/>
                  <a:pathLst>
                    <a:path extrusionOk="0" h="72" w="140">
                      <a:moveTo>
                        <a:pt x="0" y="48"/>
                      </a:moveTo>
                      <a:lnTo>
                        <a:pt x="140" y="0"/>
                      </a:lnTo>
                      <a:lnTo>
                        <a:pt x="14" y="72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3" name="Google Shape;1833;p13"/>
                <p:cNvSpPr/>
                <p:nvPr/>
              </p:nvSpPr>
              <p:spPr>
                <a:xfrm>
                  <a:off x="8095163" y="651438"/>
                  <a:ext cx="117475" cy="87313"/>
                </a:xfrm>
                <a:custGeom>
                  <a:rect b="b" l="l" r="r" t="t"/>
                  <a:pathLst>
                    <a:path extrusionOk="0" h="55" w="74">
                      <a:moveTo>
                        <a:pt x="0" y="40"/>
                      </a:moveTo>
                      <a:lnTo>
                        <a:pt x="74" y="0"/>
                      </a:lnTo>
                      <a:lnTo>
                        <a:pt x="5" y="55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4" name="Google Shape;1834;p13"/>
                <p:cNvSpPr/>
                <p:nvPr/>
              </p:nvSpPr>
              <p:spPr>
                <a:xfrm>
                  <a:off x="7688763" y="903850"/>
                  <a:ext cx="90488" cy="41275"/>
                </a:xfrm>
                <a:custGeom>
                  <a:rect b="b" l="l" r="r" t="t"/>
                  <a:pathLst>
                    <a:path extrusionOk="0" h="26" w="57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7" y="21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5" name="Google Shape;1835;p13"/>
                <p:cNvSpPr/>
                <p:nvPr/>
              </p:nvSpPr>
              <p:spPr>
                <a:xfrm>
                  <a:off x="7582400" y="1076888"/>
                  <a:ext cx="260350" cy="174625"/>
                </a:xfrm>
                <a:custGeom>
                  <a:rect b="b" l="l" r="r" t="t"/>
                  <a:pathLst>
                    <a:path extrusionOk="0" h="110" w="164">
                      <a:moveTo>
                        <a:pt x="152" y="0"/>
                      </a:moveTo>
                      <a:lnTo>
                        <a:pt x="0" y="110"/>
                      </a:lnTo>
                      <a:lnTo>
                        <a:pt x="164" y="36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6" name="Google Shape;1836;p13"/>
                <p:cNvSpPr/>
                <p:nvPr/>
              </p:nvSpPr>
              <p:spPr>
                <a:xfrm>
                  <a:off x="7620500" y="986400"/>
                  <a:ext cx="180975" cy="84138"/>
                </a:xfrm>
                <a:custGeom>
                  <a:rect b="b" l="l" r="r" t="t"/>
                  <a:pathLst>
                    <a:path extrusionOk="0" h="53" w="114">
                      <a:moveTo>
                        <a:pt x="114" y="19"/>
                      </a:moveTo>
                      <a:lnTo>
                        <a:pt x="0" y="53"/>
                      </a:lnTo>
                      <a:lnTo>
                        <a:pt x="112" y="0"/>
                      </a:lnTo>
                      <a:lnTo>
                        <a:pt x="114" y="1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7" name="Google Shape;1837;p13"/>
                <p:cNvSpPr/>
                <p:nvPr/>
              </p:nvSpPr>
              <p:spPr>
                <a:xfrm>
                  <a:off x="8155488" y="829238"/>
                  <a:ext cx="98425" cy="90488"/>
                </a:xfrm>
                <a:custGeom>
                  <a:rect b="b" l="l" r="r" t="t"/>
                  <a:pathLst>
                    <a:path extrusionOk="0" h="57" w="62">
                      <a:moveTo>
                        <a:pt x="0" y="42"/>
                      </a:moveTo>
                      <a:lnTo>
                        <a:pt x="62" y="0"/>
                      </a:lnTo>
                      <a:lnTo>
                        <a:pt x="10" y="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8" name="Google Shape;1838;p13"/>
                <p:cNvSpPr/>
                <p:nvPr/>
              </p:nvSpPr>
              <p:spPr>
                <a:xfrm>
                  <a:off x="8193588" y="862575"/>
                  <a:ext cx="236538" cy="161925"/>
                </a:xfrm>
                <a:custGeom>
                  <a:rect b="b" l="l" r="r" t="t"/>
                  <a:pathLst>
                    <a:path extrusionOk="0" h="102" w="149">
                      <a:moveTo>
                        <a:pt x="0" y="71"/>
                      </a:moveTo>
                      <a:lnTo>
                        <a:pt x="149" y="0"/>
                      </a:lnTo>
                      <a:lnTo>
                        <a:pt x="21" y="102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9" name="Google Shape;1839;p13"/>
                <p:cNvSpPr/>
                <p:nvPr/>
              </p:nvSpPr>
              <p:spPr>
                <a:xfrm>
                  <a:off x="7793538" y="1183250"/>
                  <a:ext cx="98425" cy="38100"/>
                </a:xfrm>
                <a:custGeom>
                  <a:rect b="b" l="l" r="r" t="t"/>
                  <a:pathLst>
                    <a:path extrusionOk="0" h="24" w="62">
                      <a:moveTo>
                        <a:pt x="52" y="0"/>
                      </a:moveTo>
                      <a:lnTo>
                        <a:pt x="0" y="21"/>
                      </a:lnTo>
                      <a:lnTo>
                        <a:pt x="62" y="24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0" name="Google Shape;1840;p13"/>
                <p:cNvSpPr/>
                <p:nvPr/>
              </p:nvSpPr>
              <p:spPr>
                <a:xfrm>
                  <a:off x="7815763" y="1311838"/>
                  <a:ext cx="155575" cy="211138"/>
                </a:xfrm>
                <a:custGeom>
                  <a:rect b="b" l="l" r="r" t="t"/>
                  <a:pathLst>
                    <a:path extrusionOk="0" h="133" w="98">
                      <a:moveTo>
                        <a:pt x="86" y="0"/>
                      </a:moveTo>
                      <a:lnTo>
                        <a:pt x="0" y="133"/>
                      </a:lnTo>
                      <a:lnTo>
                        <a:pt x="98" y="21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1" name="Google Shape;1841;p13"/>
                <p:cNvSpPr/>
                <p:nvPr/>
              </p:nvSpPr>
              <p:spPr>
                <a:xfrm>
                  <a:off x="8284075" y="1032438"/>
                  <a:ext cx="233363" cy="109538"/>
                </a:xfrm>
                <a:custGeom>
                  <a:rect b="b" l="l" r="r" t="t"/>
                  <a:pathLst>
                    <a:path extrusionOk="0" h="69" w="147">
                      <a:moveTo>
                        <a:pt x="0" y="45"/>
                      </a:moveTo>
                      <a:lnTo>
                        <a:pt x="147" y="0"/>
                      </a:lnTo>
                      <a:lnTo>
                        <a:pt x="16" y="69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2" name="Google Shape;1842;p13"/>
                <p:cNvSpPr/>
                <p:nvPr/>
              </p:nvSpPr>
              <p:spPr>
                <a:xfrm>
                  <a:off x="8347575" y="1213413"/>
                  <a:ext cx="161925" cy="52388"/>
                </a:xfrm>
                <a:custGeom>
                  <a:rect b="b" l="l" r="r" t="t"/>
                  <a:pathLst>
                    <a:path extrusionOk="0" h="33" w="102">
                      <a:moveTo>
                        <a:pt x="0" y="24"/>
                      </a:moveTo>
                      <a:lnTo>
                        <a:pt x="102" y="33"/>
                      </a:lnTo>
                      <a:lnTo>
                        <a:pt x="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3" name="Google Shape;1843;p13"/>
                <p:cNvSpPr/>
                <p:nvPr/>
              </p:nvSpPr>
              <p:spPr>
                <a:xfrm>
                  <a:off x="8257088" y="1021325"/>
                  <a:ext cx="82550" cy="66675"/>
                </a:xfrm>
                <a:custGeom>
                  <a:rect b="b" l="l" r="r" t="t"/>
                  <a:pathLst>
                    <a:path extrusionOk="0" h="42" w="52">
                      <a:moveTo>
                        <a:pt x="0" y="31"/>
                      </a:moveTo>
                      <a:lnTo>
                        <a:pt x="52" y="0"/>
                      </a:lnTo>
                      <a:lnTo>
                        <a:pt x="12" y="4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4" name="Google Shape;1844;p13"/>
                <p:cNvSpPr/>
                <p:nvPr/>
              </p:nvSpPr>
              <p:spPr>
                <a:xfrm>
                  <a:off x="7845925" y="1273738"/>
                  <a:ext cx="98425" cy="71438"/>
                </a:xfrm>
                <a:custGeom>
                  <a:rect b="b" l="l" r="r" t="t"/>
                  <a:pathLst>
                    <a:path extrusionOk="0" h="45" w="62">
                      <a:moveTo>
                        <a:pt x="57" y="0"/>
                      </a:moveTo>
                      <a:lnTo>
                        <a:pt x="0" y="45"/>
                      </a:lnTo>
                      <a:lnTo>
                        <a:pt x="62" y="14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5" name="Google Shape;1845;p13"/>
                <p:cNvSpPr/>
                <p:nvPr/>
              </p:nvSpPr>
              <p:spPr>
                <a:xfrm>
                  <a:off x="7922125" y="1386450"/>
                  <a:ext cx="131763" cy="192088"/>
                </a:xfrm>
                <a:custGeom>
                  <a:rect b="b" l="l" r="r" t="t"/>
                  <a:pathLst>
                    <a:path extrusionOk="0" h="121" w="83">
                      <a:moveTo>
                        <a:pt x="62" y="0"/>
                      </a:moveTo>
                      <a:lnTo>
                        <a:pt x="0" y="121"/>
                      </a:lnTo>
                      <a:lnTo>
                        <a:pt x="83" y="1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6" name="Google Shape;1846;p13"/>
                <p:cNvSpPr/>
                <p:nvPr/>
              </p:nvSpPr>
              <p:spPr>
                <a:xfrm>
                  <a:off x="8065000" y="1432488"/>
                  <a:ext cx="38100" cy="66675"/>
                </a:xfrm>
                <a:custGeom>
                  <a:rect b="b" l="l" r="r" t="t"/>
                  <a:pathLst>
                    <a:path extrusionOk="0" h="42" w="24">
                      <a:moveTo>
                        <a:pt x="12" y="0"/>
                      </a:moveTo>
                      <a:lnTo>
                        <a:pt x="0" y="42"/>
                      </a:lnTo>
                      <a:lnTo>
                        <a:pt x="24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7" name="Google Shape;1847;p13"/>
                <p:cNvSpPr/>
                <p:nvPr/>
              </p:nvSpPr>
              <p:spPr>
                <a:xfrm>
                  <a:off x="8325350" y="1081650"/>
                  <a:ext cx="260350" cy="96838"/>
                </a:xfrm>
                <a:custGeom>
                  <a:rect b="b" l="l" r="r" t="t"/>
                  <a:pathLst>
                    <a:path extrusionOk="0" h="61" w="164">
                      <a:moveTo>
                        <a:pt x="0" y="47"/>
                      </a:moveTo>
                      <a:lnTo>
                        <a:pt x="164" y="0"/>
                      </a:lnTo>
                      <a:lnTo>
                        <a:pt x="5" y="61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8" name="Google Shape;1848;p13"/>
                <p:cNvSpPr/>
                <p:nvPr/>
              </p:nvSpPr>
              <p:spPr>
                <a:xfrm>
                  <a:off x="7831638" y="538725"/>
                  <a:ext cx="52388" cy="63500"/>
                </a:xfrm>
                <a:custGeom>
                  <a:rect b="b" l="l" r="r" t="t"/>
                  <a:pathLst>
                    <a:path extrusionOk="0" h="17" w="14">
                      <a:moveTo>
                        <a:pt x="14" y="1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4" y="17"/>
                        <a:pt x="4" y="17"/>
                        <a:pt x="4" y="17"/>
                      </a:cubicBezTo>
                      <a:lnTo>
                        <a:pt x="1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9" name="Google Shape;1849;p13"/>
                <p:cNvSpPr/>
                <p:nvPr/>
              </p:nvSpPr>
              <p:spPr>
                <a:xfrm>
                  <a:off x="7741150" y="605400"/>
                  <a:ext cx="60325" cy="68262"/>
                </a:xfrm>
                <a:custGeom>
                  <a:rect b="b" l="l" r="r" t="t"/>
                  <a:pathLst>
                    <a:path extrusionOk="0" h="18" w="16">
                      <a:moveTo>
                        <a:pt x="16" y="8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2"/>
                        <a:pt x="2" y="5"/>
                        <a:pt x="0" y="7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lnTo>
                        <a:pt x="16" y="8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0" name="Google Shape;1850;p13"/>
                <p:cNvSpPr/>
                <p:nvPr/>
              </p:nvSpPr>
              <p:spPr>
                <a:xfrm>
                  <a:off x="7696700" y="719700"/>
                  <a:ext cx="47625" cy="41275"/>
                </a:xfrm>
                <a:custGeom>
                  <a:rect b="b" l="l" r="r" t="t"/>
                  <a:pathLst>
                    <a:path extrusionOk="0" h="11" w="13">
                      <a:moveTo>
                        <a:pt x="13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1" name="Google Shape;1851;p13"/>
                <p:cNvSpPr/>
                <p:nvPr/>
              </p:nvSpPr>
              <p:spPr>
                <a:xfrm>
                  <a:off x="7696700" y="835588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3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1" y="9"/>
                        <a:pt x="2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2" name="Google Shape;1852;p13"/>
                <p:cNvSpPr/>
                <p:nvPr/>
              </p:nvSpPr>
              <p:spPr>
                <a:xfrm>
                  <a:off x="7944350" y="522850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0" y="15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14"/>
                        <a:pt x="0" y="14"/>
                        <a:pt x="0" y="14"/>
                      </a:cubicBezTo>
                      <a:lnTo>
                        <a:pt x="10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3" name="Google Shape;1853;p13"/>
                <p:cNvSpPr/>
                <p:nvPr/>
              </p:nvSpPr>
              <p:spPr>
                <a:xfrm>
                  <a:off x="8057063" y="624450"/>
                  <a:ext cx="60325" cy="84138"/>
                </a:xfrm>
                <a:custGeom>
                  <a:rect b="b" l="l" r="r" t="t"/>
                  <a:pathLst>
                    <a:path extrusionOk="0" h="22" w="16">
                      <a:moveTo>
                        <a:pt x="3" y="22"/>
                      </a:move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4" y="4"/>
                        <a:pt x="13" y="2"/>
                        <a:pt x="12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lnTo>
                        <a:pt x="3" y="2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4" name="Google Shape;1854;p13"/>
                <p:cNvSpPr/>
                <p:nvPr/>
              </p:nvSpPr>
              <p:spPr>
                <a:xfrm>
                  <a:off x="8012613" y="564125"/>
                  <a:ext cx="49213" cy="57150"/>
                </a:xfrm>
                <a:custGeom>
                  <a:rect b="b" l="l" r="r" t="t"/>
                  <a:pathLst>
                    <a:path extrusionOk="0" h="15" w="13">
                      <a:moveTo>
                        <a:pt x="5" y="15"/>
                      </a:move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0" y="10"/>
                        <a:pt x="0" y="10"/>
                        <a:pt x="0" y="10"/>
                      </a:cubicBezTo>
                      <a:lnTo>
                        <a:pt x="5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5" name="Google Shape;1855;p13"/>
                <p:cNvSpPr/>
                <p:nvPr/>
              </p:nvSpPr>
              <p:spPr>
                <a:xfrm>
                  <a:off x="7880850" y="530788"/>
                  <a:ext cx="33338" cy="49213"/>
                </a:xfrm>
                <a:custGeom>
                  <a:rect b="b" l="l" r="r" t="t"/>
                  <a:pathLst>
                    <a:path extrusionOk="0" h="31" w="21">
                      <a:moveTo>
                        <a:pt x="21" y="31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31"/>
                      </a:lnTo>
                      <a:lnTo>
                        <a:pt x="21" y="31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6" name="Google Shape;1856;p13"/>
                <p:cNvSpPr/>
                <p:nvPr/>
              </p:nvSpPr>
              <p:spPr>
                <a:xfrm>
                  <a:off x="8095163" y="753038"/>
                  <a:ext cx="71437" cy="57150"/>
                </a:xfrm>
                <a:custGeom>
                  <a:rect b="b" l="l" r="r" t="t"/>
                  <a:pathLst>
                    <a:path extrusionOk="0" h="15" w="19">
                      <a:moveTo>
                        <a:pt x="6" y="15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6"/>
                        <a:pt x="18" y="4"/>
                        <a:pt x="17" y="2"/>
                      </a:cubicBezTo>
                      <a:cubicBezTo>
                        <a:pt x="17" y="1"/>
                        <a:pt x="16" y="1"/>
                        <a:pt x="16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lnTo>
                        <a:pt x="6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7" name="Google Shape;1857;p13"/>
                <p:cNvSpPr/>
                <p:nvPr/>
              </p:nvSpPr>
              <p:spPr>
                <a:xfrm>
                  <a:off x="8095163" y="692713"/>
                  <a:ext cx="46037" cy="46037"/>
                </a:xfrm>
                <a:custGeom>
                  <a:rect b="b" l="l" r="r" t="t"/>
                  <a:pathLst>
                    <a:path extrusionOk="0" h="12" w="12">
                      <a:moveTo>
                        <a:pt x="2" y="12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3"/>
                        <a:pt x="11" y="2"/>
                        <a:pt x="1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8" name="Google Shape;1858;p13"/>
                <p:cNvSpPr/>
                <p:nvPr/>
              </p:nvSpPr>
              <p:spPr>
                <a:xfrm>
                  <a:off x="7714163" y="903850"/>
                  <a:ext cx="65088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9"/>
                        <a:pt x="1" y="10"/>
                      </a:cubicBezTo>
                      <a:cubicBezTo>
                        <a:pt x="17" y="9"/>
                        <a:pt x="17" y="9"/>
                        <a:pt x="17" y="9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9" name="Google Shape;1859;p13"/>
                <p:cNvSpPr/>
                <p:nvPr/>
              </p:nvSpPr>
              <p:spPr>
                <a:xfrm>
                  <a:off x="7782425" y="1076888"/>
                  <a:ext cx="60325" cy="76200"/>
                </a:xfrm>
                <a:custGeom>
                  <a:rect b="b" l="l" r="r" t="t"/>
                  <a:pathLst>
                    <a:path extrusionOk="0" h="20" w="16">
                      <a:moveTo>
                        <a:pt x="11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2"/>
                        <a:pt x="3" y="16"/>
                        <a:pt x="5" y="20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0" name="Google Shape;1860;p13"/>
                <p:cNvSpPr/>
                <p:nvPr/>
              </p:nvSpPr>
              <p:spPr>
                <a:xfrm>
                  <a:off x="7741150" y="986400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5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8"/>
                        <a:pt x="1" y="9"/>
                        <a:pt x="2" y="10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6" y="8"/>
                        <a:pt x="16" y="8"/>
                        <a:pt x="16" y="8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1" name="Google Shape;1861;p13"/>
                <p:cNvSpPr/>
                <p:nvPr/>
              </p:nvSpPr>
              <p:spPr>
                <a:xfrm>
                  <a:off x="8155488" y="865750"/>
                  <a:ext cx="52388" cy="53975"/>
                </a:xfrm>
                <a:custGeom>
                  <a:rect b="b" l="l" r="r" t="t"/>
                  <a:pathLst>
                    <a:path extrusionOk="0" h="14" w="14">
                      <a:moveTo>
                        <a:pt x="4" y="14"/>
                      </a:move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3" y="1"/>
                        <a:pt x="12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2" name="Google Shape;1862;p13"/>
                <p:cNvSpPr/>
                <p:nvPr/>
              </p:nvSpPr>
              <p:spPr>
                <a:xfrm>
                  <a:off x="8193588" y="953063"/>
                  <a:ext cx="74613" cy="71437"/>
                </a:xfrm>
                <a:custGeom>
                  <a:rect b="b" l="l" r="r" t="t"/>
                  <a:pathLst>
                    <a:path extrusionOk="0" h="19" w="20">
                      <a:moveTo>
                        <a:pt x="9" y="19"/>
                      </a:move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8" y="7"/>
                        <a:pt x="16" y="3"/>
                        <a:pt x="14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3" name="Google Shape;1863;p13"/>
                <p:cNvSpPr/>
                <p:nvPr/>
              </p:nvSpPr>
              <p:spPr>
                <a:xfrm>
                  <a:off x="7828463" y="1183250"/>
                  <a:ext cx="63500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7"/>
                        <a:pt x="2" y="8"/>
                        <a:pt x="2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4" name="Google Shape;1864;p13"/>
                <p:cNvSpPr/>
                <p:nvPr/>
              </p:nvSpPr>
              <p:spPr>
                <a:xfrm>
                  <a:off x="7922125" y="1311838"/>
                  <a:ext cx="49213" cy="63500"/>
                </a:xfrm>
                <a:custGeom>
                  <a:rect b="b" l="l" r="r" t="t"/>
                  <a:pathLst>
                    <a:path extrusionOk="0" h="17" w="13">
                      <a:moveTo>
                        <a:pt x="8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13"/>
                        <a:pt x="2" y="14"/>
                        <a:pt x="3" y="15"/>
                      </a:cubicBezTo>
                      <a:cubicBezTo>
                        <a:pt x="4" y="16"/>
                        <a:pt x="4" y="17"/>
                        <a:pt x="5" y="17"/>
                      </a:cubicBezTo>
                      <a:cubicBezTo>
                        <a:pt x="13" y="9"/>
                        <a:pt x="13" y="9"/>
                        <a:pt x="13" y="9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5" name="Google Shape;1865;p13"/>
                <p:cNvSpPr/>
                <p:nvPr/>
              </p:nvSpPr>
              <p:spPr>
                <a:xfrm>
                  <a:off x="8284075" y="1088000"/>
                  <a:ext cx="71437" cy="53975"/>
                </a:xfrm>
                <a:custGeom>
                  <a:rect b="b" l="l" r="r" t="t"/>
                  <a:pathLst>
                    <a:path extrusionOk="0" h="14" w="19">
                      <a:moveTo>
                        <a:pt x="7" y="14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5"/>
                        <a:pt x="16" y="2"/>
                        <a:pt x="14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6" name="Google Shape;1866;p13"/>
                <p:cNvSpPr/>
                <p:nvPr/>
              </p:nvSpPr>
              <p:spPr>
                <a:xfrm>
                  <a:off x="8347575" y="1213413"/>
                  <a:ext cx="57150" cy="41275"/>
                </a:xfrm>
                <a:custGeom>
                  <a:rect b="b" l="l" r="r" t="t"/>
                  <a:pathLst>
                    <a:path extrusionOk="0" h="11" w="15">
                      <a:moveTo>
                        <a:pt x="0" y="10"/>
                      </a:move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5" y="10"/>
                        <a:pt x="15" y="9"/>
                      </a:cubicBezTo>
                      <a:cubicBezTo>
                        <a:pt x="15" y="7"/>
                        <a:pt x="15" y="6"/>
                        <a:pt x="14" y="5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7" name="Google Shape;1867;p13"/>
                <p:cNvSpPr/>
                <p:nvPr/>
              </p:nvSpPr>
              <p:spPr>
                <a:xfrm>
                  <a:off x="8257088" y="1043550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5" y="12"/>
                      </a:move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3" y="1"/>
                        <a:pt x="12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8" name="Google Shape;1868;p13"/>
                <p:cNvSpPr/>
                <p:nvPr/>
              </p:nvSpPr>
              <p:spPr>
                <a:xfrm>
                  <a:off x="7891963" y="1273738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12" y="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0"/>
                        <a:pt x="1" y="11"/>
                        <a:pt x="2" y="12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9" name="Google Shape;1869;p13"/>
                <p:cNvSpPr/>
                <p:nvPr/>
              </p:nvSpPr>
              <p:spPr>
                <a:xfrm>
                  <a:off x="7996738" y="1386450"/>
                  <a:ext cx="57150" cy="63500"/>
                </a:xfrm>
                <a:custGeom>
                  <a:rect b="b" l="l" r="r" t="t"/>
                  <a:pathLst>
                    <a:path extrusionOk="0" h="17" w="15">
                      <a:moveTo>
                        <a:pt x="6" y="0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2" y="14"/>
                        <a:pt x="4" y="15"/>
                        <a:pt x="6" y="17"/>
                      </a:cubicBezTo>
                      <a:cubicBezTo>
                        <a:pt x="15" y="5"/>
                        <a:pt x="15" y="5"/>
                        <a:pt x="15" y="5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0" name="Google Shape;1870;p13"/>
                <p:cNvSpPr/>
                <p:nvPr/>
              </p:nvSpPr>
              <p:spPr>
                <a:xfrm>
                  <a:off x="8068175" y="1432488"/>
                  <a:ext cx="34925" cy="47625"/>
                </a:xfrm>
                <a:custGeom>
                  <a:rect b="b" l="l" r="r" t="t"/>
                  <a:pathLst>
                    <a:path extrusionOk="0" h="13" w="9">
                      <a:moveTo>
                        <a:pt x="4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1" y="13"/>
                        <a:pt x="2" y="13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1" name="Google Shape;1871;p13"/>
                <p:cNvSpPr/>
                <p:nvPr/>
              </p:nvSpPr>
              <p:spPr>
                <a:xfrm>
                  <a:off x="8325350" y="1141975"/>
                  <a:ext cx="55563" cy="36513"/>
                </a:xfrm>
                <a:custGeom>
                  <a:rect b="b" l="l" r="r" t="t"/>
                  <a:pathLst>
                    <a:path extrusionOk="0" h="10" w="15">
                      <a:moveTo>
                        <a:pt x="2" y="10"/>
                      </a:move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4" y="3"/>
                        <a:pt x="13" y="2"/>
                        <a:pt x="12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2" name="Google Shape;1872;p13"/>
                <p:cNvSpPr/>
                <p:nvPr/>
              </p:nvSpPr>
              <p:spPr>
                <a:xfrm>
                  <a:off x="7710988" y="522850"/>
                  <a:ext cx="682625" cy="973137"/>
                </a:xfrm>
                <a:custGeom>
                  <a:rect b="b" l="l" r="r" t="t"/>
                  <a:pathLst>
                    <a:path extrusionOk="0" h="258" w="181">
                      <a:moveTo>
                        <a:pt x="69" y="218"/>
                      </a:moveTo>
                      <a:cubicBezTo>
                        <a:pt x="100" y="258"/>
                        <a:pt x="129" y="253"/>
                        <a:pt x="152" y="231"/>
                      </a:cubicBezTo>
                      <a:cubicBezTo>
                        <a:pt x="181" y="204"/>
                        <a:pt x="175" y="181"/>
                        <a:pt x="156" y="156"/>
                      </a:cubicBezTo>
                      <a:cubicBezTo>
                        <a:pt x="132" y="124"/>
                        <a:pt x="118" y="98"/>
                        <a:pt x="102" y="51"/>
                      </a:cubicBezTo>
                      <a:cubicBezTo>
                        <a:pt x="94" y="26"/>
                        <a:pt x="76" y="0"/>
                        <a:pt x="41" y="16"/>
                      </a:cubicBezTo>
                      <a:cubicBezTo>
                        <a:pt x="13" y="29"/>
                        <a:pt x="0" y="54"/>
                        <a:pt x="9" y="90"/>
                      </a:cubicBezTo>
                      <a:cubicBezTo>
                        <a:pt x="18" y="128"/>
                        <a:pt x="36" y="175"/>
                        <a:pt x="69" y="2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3" name="Google Shape;1873;p13"/>
                <p:cNvSpPr/>
                <p:nvPr/>
              </p:nvSpPr>
              <p:spPr>
                <a:xfrm>
                  <a:off x="7718925" y="624450"/>
                  <a:ext cx="674688" cy="871538"/>
                </a:xfrm>
                <a:custGeom>
                  <a:rect b="b" l="l" r="r" t="t"/>
                  <a:pathLst>
                    <a:path extrusionOk="0" h="231" w="179">
                      <a:moveTo>
                        <a:pt x="136" y="162"/>
                      </a:moveTo>
                      <a:cubicBezTo>
                        <a:pt x="118" y="178"/>
                        <a:pt x="91" y="176"/>
                        <a:pt x="63" y="131"/>
                      </a:cubicBezTo>
                      <a:cubicBezTo>
                        <a:pt x="33" y="83"/>
                        <a:pt x="17" y="33"/>
                        <a:pt x="23" y="0"/>
                      </a:cubicBezTo>
                      <a:cubicBezTo>
                        <a:pt x="7" y="14"/>
                        <a:pt x="0" y="35"/>
                        <a:pt x="7" y="63"/>
                      </a:cubicBezTo>
                      <a:cubicBezTo>
                        <a:pt x="16" y="101"/>
                        <a:pt x="34" y="148"/>
                        <a:pt x="67" y="191"/>
                      </a:cubicBezTo>
                      <a:cubicBezTo>
                        <a:pt x="98" y="231"/>
                        <a:pt x="127" y="226"/>
                        <a:pt x="150" y="204"/>
                      </a:cubicBezTo>
                      <a:cubicBezTo>
                        <a:pt x="179" y="177"/>
                        <a:pt x="173" y="154"/>
                        <a:pt x="154" y="129"/>
                      </a:cubicBezTo>
                      <a:cubicBezTo>
                        <a:pt x="150" y="123"/>
                        <a:pt x="145" y="117"/>
                        <a:pt x="141" y="111"/>
                      </a:cubicBezTo>
                      <a:cubicBezTo>
                        <a:pt x="147" y="128"/>
                        <a:pt x="150" y="150"/>
                        <a:pt x="136" y="16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4" name="Google Shape;1874;p13"/>
                <p:cNvSpPr/>
                <p:nvPr/>
              </p:nvSpPr>
              <p:spPr>
                <a:xfrm>
                  <a:off x="7930063" y="594288"/>
                  <a:ext cx="161925" cy="276225"/>
                </a:xfrm>
                <a:custGeom>
                  <a:rect b="b" l="l" r="r" t="t"/>
                  <a:pathLst>
                    <a:path extrusionOk="0" h="73" w="43">
                      <a:moveTo>
                        <a:pt x="35" y="31"/>
                      </a:moveTo>
                      <a:cubicBezTo>
                        <a:pt x="43" y="49"/>
                        <a:pt x="43" y="67"/>
                        <a:pt x="36" y="70"/>
                      </a:cubicBezTo>
                      <a:cubicBezTo>
                        <a:pt x="29" y="73"/>
                        <a:pt x="17" y="60"/>
                        <a:pt x="9" y="42"/>
                      </a:cubicBezTo>
                      <a:cubicBezTo>
                        <a:pt x="1" y="23"/>
                        <a:pt x="0" y="6"/>
                        <a:pt x="8" y="3"/>
                      </a:cubicBezTo>
                      <a:cubicBezTo>
                        <a:pt x="15" y="0"/>
                        <a:pt x="27" y="12"/>
                        <a:pt x="35" y="31"/>
                      </a:cubicBezTo>
                      <a:close/>
                    </a:path>
                  </a:pathLst>
                </a:custGeom>
                <a:solidFill>
                  <a:srgbClr val="F8F8F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75" name="Google Shape;1875;p13"/>
              <p:cNvGrpSpPr/>
              <p:nvPr/>
            </p:nvGrpSpPr>
            <p:grpSpPr>
              <a:xfrm flipH="1" rot="10800000">
                <a:off x="8232879" y="310673"/>
                <a:ext cx="458822" cy="635706"/>
                <a:chOff x="8260675" y="2995400"/>
                <a:chExt cx="811213" cy="1123950"/>
              </a:xfrm>
            </p:grpSpPr>
            <p:sp>
              <p:nvSpPr>
                <p:cNvPr id="1876" name="Google Shape;1876;p13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7" name="Google Shape;1877;p13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8" name="Google Shape;1878;p13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9" name="Google Shape;1879;p13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0" name="Google Shape;1880;p13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1" name="Google Shape;1881;p13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2" name="Google Shape;1882;p13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3" name="Google Shape;1883;p13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4" name="Google Shape;1884;p13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5" name="Google Shape;1885;p13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6" name="Google Shape;1886;p13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7" name="Google Shape;1887;p13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8" name="Google Shape;1888;p13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9" name="Google Shape;1889;p13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90" name="Google Shape;1890;p13"/>
              <p:cNvGrpSpPr/>
              <p:nvPr/>
            </p:nvGrpSpPr>
            <p:grpSpPr>
              <a:xfrm flipH="1" rot="2403461">
                <a:off x="8513794" y="946393"/>
                <a:ext cx="835593" cy="1157729"/>
                <a:chOff x="8260675" y="2995400"/>
                <a:chExt cx="811213" cy="1123950"/>
              </a:xfrm>
            </p:grpSpPr>
            <p:sp>
              <p:nvSpPr>
                <p:cNvPr id="1891" name="Google Shape;1891;p13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2" name="Google Shape;1892;p13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3" name="Google Shape;1893;p13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4" name="Google Shape;1894;p13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5" name="Google Shape;1895;p13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6" name="Google Shape;1896;p13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7" name="Google Shape;1897;p13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8" name="Google Shape;1898;p13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9" name="Google Shape;1899;p13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0" name="Google Shape;1900;p13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1" name="Google Shape;1901;p13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2" name="Google Shape;1902;p13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3" name="Google Shape;1903;p13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4" name="Google Shape;1904;p13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05" name="Google Shape;1905;p13"/>
            <p:cNvGrpSpPr/>
            <p:nvPr/>
          </p:nvGrpSpPr>
          <p:grpSpPr>
            <a:xfrm flipH="1" rot="10800000">
              <a:off x="-436144" y="4440584"/>
              <a:ext cx="1150208" cy="981457"/>
              <a:chOff x="-469100" y="3905588"/>
              <a:chExt cx="1352550" cy="1154113"/>
            </a:xfrm>
          </p:grpSpPr>
          <p:grpSp>
            <p:nvGrpSpPr>
              <p:cNvPr id="1906" name="Google Shape;1906;p13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1907" name="Google Shape;1907;p13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8" name="Google Shape;1908;p13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9" name="Google Shape;1909;p13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0" name="Google Shape;1910;p13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11" name="Google Shape;1911;p13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2" name="Google Shape;1912;p13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3" name="Google Shape;1913;p13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4" name="Google Shape;1914;p13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5" name="Google Shape;1915;p13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6" name="Google Shape;1916;p13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7" name="Google Shape;1917;p13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8" name="Google Shape;1918;p13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13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3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3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3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3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4" name="Google Shape;1924;p13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5" name="Google Shape;1925;p13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6" name="Google Shape;1926;p13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7" name="Google Shape;1927;p13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8" name="Google Shape;1928;p13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13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3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1" name="Google Shape;1931;p13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2" name="Google Shape;1932;p13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3" name="Google Shape;1933;p13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4" name="Google Shape;1934;p13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5" name="Google Shape;1935;p13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6" name="Google Shape;1936;p13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7" name="Google Shape;1937;p13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8" name="Google Shape;1938;p13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9" name="Google Shape;1939;p13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0" name="Google Shape;1940;p13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1" name="Google Shape;1941;p13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2" name="Google Shape;1942;p13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3" name="Google Shape;1943;p13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4" name="Google Shape;1944;p13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5" name="Google Shape;1945;p13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6" name="Google Shape;1946;p13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7" name="Google Shape;1947;p13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8" name="Google Shape;1948;p13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9" name="Google Shape;1949;p13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0" name="Google Shape;1950;p13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1" name="Google Shape;1951;p13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2" name="Google Shape;1952;p13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3" name="Google Shape;1953;p13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4" name="Google Shape;1954;p13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5" name="Google Shape;1955;p13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6" name="Google Shape;1956;p13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7" name="Google Shape;1957;p13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8" name="Google Shape;1958;p13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9" name="Google Shape;1959;p13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0" name="Google Shape;1960;p13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1" name="Google Shape;1961;p13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2" name="Google Shape;1962;p13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3" name="Google Shape;1963;p13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4" name="Google Shape;1964;p13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5" name="Google Shape;1965;p13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6" name="Google Shape;1966;p13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7" name="Google Shape;1967;p13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8" name="Google Shape;1968;p13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9" name="Google Shape;1969;p13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0" name="Google Shape;1970;p13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1" name="Google Shape;1971;p13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2" name="Google Shape;1972;p13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3" name="Google Shape;1973;p13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4" name="Google Shape;1974;p13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5" name="Google Shape;1975;p13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6" name="Google Shape;1976;p13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7" name="Google Shape;1977;p13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78" name="Google Shape;1978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79" name="Google Shape;1979;p13"/>
          <p:cNvSpPr txBox="1"/>
          <p:nvPr>
            <p:ph hasCustomPrompt="1" idx="2" type="title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80" name="Google Shape;1980;p13"/>
          <p:cNvSpPr txBox="1"/>
          <p:nvPr>
            <p:ph hasCustomPrompt="1" idx="3" type="title"/>
          </p:nvPr>
        </p:nvSpPr>
        <p:spPr>
          <a:xfrm>
            <a:off x="720000" y="291429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81" name="Google Shape;1981;p13"/>
          <p:cNvSpPr txBox="1"/>
          <p:nvPr>
            <p:ph hasCustomPrompt="1" idx="4" type="title"/>
          </p:nvPr>
        </p:nvSpPr>
        <p:spPr>
          <a:xfrm>
            <a:off x="3419275" y="148088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82" name="Google Shape;1982;p13"/>
          <p:cNvSpPr txBox="1"/>
          <p:nvPr>
            <p:ph hasCustomPrompt="1" idx="5" type="title"/>
          </p:nvPr>
        </p:nvSpPr>
        <p:spPr>
          <a:xfrm>
            <a:off x="3419275" y="291429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83" name="Google Shape;1983;p13"/>
          <p:cNvSpPr txBox="1"/>
          <p:nvPr>
            <p:ph hasCustomPrompt="1" idx="6" type="title"/>
          </p:nvPr>
        </p:nvSpPr>
        <p:spPr>
          <a:xfrm>
            <a:off x="6118550" y="1480883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84" name="Google Shape;1984;p13"/>
          <p:cNvSpPr txBox="1"/>
          <p:nvPr>
            <p:ph hasCustomPrompt="1" idx="7" type="title"/>
          </p:nvPr>
        </p:nvSpPr>
        <p:spPr>
          <a:xfrm>
            <a:off x="6118550" y="291429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85" name="Google Shape;1985;p13"/>
          <p:cNvSpPr txBox="1"/>
          <p:nvPr>
            <p:ph idx="1" type="subTitle"/>
          </p:nvPr>
        </p:nvSpPr>
        <p:spPr>
          <a:xfrm>
            <a:off x="720000" y="19284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86" name="Google Shape;1986;p13"/>
          <p:cNvSpPr txBox="1"/>
          <p:nvPr>
            <p:ph idx="8" type="subTitle"/>
          </p:nvPr>
        </p:nvSpPr>
        <p:spPr>
          <a:xfrm>
            <a:off x="3419275" y="19284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87" name="Google Shape;1987;p13"/>
          <p:cNvSpPr txBox="1"/>
          <p:nvPr>
            <p:ph idx="9" type="subTitle"/>
          </p:nvPr>
        </p:nvSpPr>
        <p:spPr>
          <a:xfrm>
            <a:off x="6118550" y="19284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88" name="Google Shape;1988;p13"/>
          <p:cNvSpPr txBox="1"/>
          <p:nvPr>
            <p:ph idx="13" type="subTitle"/>
          </p:nvPr>
        </p:nvSpPr>
        <p:spPr>
          <a:xfrm>
            <a:off x="720000" y="33619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89" name="Google Shape;1989;p13"/>
          <p:cNvSpPr txBox="1"/>
          <p:nvPr>
            <p:ph idx="14" type="subTitle"/>
          </p:nvPr>
        </p:nvSpPr>
        <p:spPr>
          <a:xfrm>
            <a:off x="3419275" y="33619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90" name="Google Shape;1990;p13"/>
          <p:cNvSpPr txBox="1"/>
          <p:nvPr>
            <p:ph idx="15" type="subTitle"/>
          </p:nvPr>
        </p:nvSpPr>
        <p:spPr>
          <a:xfrm>
            <a:off x="6118550" y="33619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2" name="Google Shape;1992;p14"/>
          <p:cNvGrpSpPr/>
          <p:nvPr/>
        </p:nvGrpSpPr>
        <p:grpSpPr>
          <a:xfrm flipH="1" rot="-1211675">
            <a:off x="-435565" y="-500399"/>
            <a:ext cx="1352513" cy="1154081"/>
            <a:chOff x="-469100" y="3905588"/>
            <a:chExt cx="1352550" cy="1154113"/>
          </a:xfrm>
        </p:grpSpPr>
        <p:grpSp>
          <p:nvGrpSpPr>
            <p:cNvPr id="1993" name="Google Shape;1993;p14"/>
            <p:cNvGrpSpPr/>
            <p:nvPr/>
          </p:nvGrpSpPr>
          <p:grpSpPr>
            <a:xfrm>
              <a:off x="-469100" y="3905588"/>
              <a:ext cx="1352550" cy="1154113"/>
              <a:chOff x="-469100" y="3905588"/>
              <a:chExt cx="1352550" cy="1154113"/>
            </a:xfrm>
          </p:grpSpPr>
          <p:sp>
            <p:nvSpPr>
              <p:cNvPr id="1994" name="Google Shape;1994;p14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5" name="Google Shape;1995;p14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6" name="Google Shape;1996;p14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7" name="Google Shape;1997;p14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98" name="Google Shape;1998;p14"/>
            <p:cNvSpPr/>
            <p:nvPr/>
          </p:nvSpPr>
          <p:spPr>
            <a:xfrm>
              <a:off x="-469100" y="3905588"/>
              <a:ext cx="1352550" cy="1154113"/>
            </a:xfrm>
            <a:custGeom>
              <a:rect b="b" l="l" r="r" t="t"/>
              <a:pathLst>
                <a:path extrusionOk="0" h="306" w="359">
                  <a:moveTo>
                    <a:pt x="197" y="261"/>
                  </a:moveTo>
                  <a:cubicBezTo>
                    <a:pt x="197" y="261"/>
                    <a:pt x="197" y="261"/>
                    <a:pt x="197" y="261"/>
                  </a:cubicBezTo>
                  <a:cubicBezTo>
                    <a:pt x="200" y="261"/>
                    <a:pt x="203" y="262"/>
                    <a:pt x="205" y="264"/>
                  </a:cubicBezTo>
                  <a:cubicBezTo>
                    <a:pt x="207" y="265"/>
                    <a:pt x="208" y="267"/>
                    <a:pt x="208" y="269"/>
                  </a:cubicBezTo>
                  <a:cubicBezTo>
                    <a:pt x="208" y="273"/>
                    <a:pt x="202" y="277"/>
                    <a:pt x="197" y="277"/>
                  </a:cubicBezTo>
                  <a:cubicBezTo>
                    <a:pt x="197" y="277"/>
                    <a:pt x="197" y="277"/>
                    <a:pt x="197" y="277"/>
                  </a:cubicBezTo>
                  <a:cubicBezTo>
                    <a:pt x="196" y="277"/>
                    <a:pt x="196" y="277"/>
                    <a:pt x="196" y="277"/>
                  </a:cubicBezTo>
                  <a:cubicBezTo>
                    <a:pt x="191" y="277"/>
                    <a:pt x="188" y="274"/>
                    <a:pt x="188" y="269"/>
                  </a:cubicBezTo>
                  <a:cubicBezTo>
                    <a:pt x="188" y="269"/>
                    <a:pt x="188" y="269"/>
                    <a:pt x="188" y="269"/>
                  </a:cubicBezTo>
                  <a:cubicBezTo>
                    <a:pt x="188" y="269"/>
                    <a:pt x="188" y="269"/>
                    <a:pt x="188" y="269"/>
                  </a:cubicBezTo>
                  <a:cubicBezTo>
                    <a:pt x="188" y="269"/>
                    <a:pt x="188" y="269"/>
                    <a:pt x="188" y="269"/>
                  </a:cubicBezTo>
                  <a:cubicBezTo>
                    <a:pt x="188" y="268"/>
                    <a:pt x="188" y="267"/>
                    <a:pt x="189" y="266"/>
                  </a:cubicBezTo>
                  <a:cubicBezTo>
                    <a:pt x="189" y="266"/>
                    <a:pt x="189" y="266"/>
                    <a:pt x="189" y="266"/>
                  </a:cubicBezTo>
                  <a:cubicBezTo>
                    <a:pt x="189" y="266"/>
                    <a:pt x="189" y="266"/>
                    <a:pt x="189" y="266"/>
                  </a:cubicBezTo>
                  <a:cubicBezTo>
                    <a:pt x="189" y="266"/>
                    <a:pt x="189" y="266"/>
                    <a:pt x="189" y="266"/>
                  </a:cubicBezTo>
                  <a:cubicBezTo>
                    <a:pt x="190" y="263"/>
                    <a:pt x="193" y="261"/>
                    <a:pt x="196" y="261"/>
                  </a:cubicBezTo>
                  <a:cubicBezTo>
                    <a:pt x="196" y="261"/>
                    <a:pt x="196" y="261"/>
                    <a:pt x="197" y="261"/>
                  </a:cubicBezTo>
                  <a:moveTo>
                    <a:pt x="308" y="170"/>
                  </a:moveTo>
                  <a:cubicBezTo>
                    <a:pt x="308" y="170"/>
                    <a:pt x="308" y="170"/>
                    <a:pt x="309" y="170"/>
                  </a:cubicBezTo>
                  <a:cubicBezTo>
                    <a:pt x="313" y="170"/>
                    <a:pt x="318" y="172"/>
                    <a:pt x="321" y="175"/>
                  </a:cubicBezTo>
                  <a:cubicBezTo>
                    <a:pt x="324" y="177"/>
                    <a:pt x="325" y="179"/>
                    <a:pt x="325" y="182"/>
                  </a:cubicBezTo>
                  <a:cubicBezTo>
                    <a:pt x="325" y="189"/>
                    <a:pt x="317" y="196"/>
                    <a:pt x="309" y="196"/>
                  </a:cubicBezTo>
                  <a:cubicBezTo>
                    <a:pt x="308" y="196"/>
                    <a:pt x="308" y="196"/>
                    <a:pt x="308" y="196"/>
                  </a:cubicBezTo>
                  <a:cubicBezTo>
                    <a:pt x="307" y="196"/>
                    <a:pt x="307" y="196"/>
                    <a:pt x="307" y="196"/>
                  </a:cubicBezTo>
                  <a:cubicBezTo>
                    <a:pt x="300" y="196"/>
                    <a:pt x="294" y="190"/>
                    <a:pt x="294" y="183"/>
                  </a:cubicBezTo>
                  <a:cubicBezTo>
                    <a:pt x="294" y="183"/>
                    <a:pt x="294" y="183"/>
                    <a:pt x="294" y="183"/>
                  </a:cubicBezTo>
                  <a:cubicBezTo>
                    <a:pt x="294" y="183"/>
                    <a:pt x="294" y="183"/>
                    <a:pt x="294" y="183"/>
                  </a:cubicBezTo>
                  <a:cubicBezTo>
                    <a:pt x="294" y="183"/>
                    <a:pt x="294" y="183"/>
                    <a:pt x="294" y="183"/>
                  </a:cubicBezTo>
                  <a:cubicBezTo>
                    <a:pt x="294" y="181"/>
                    <a:pt x="294" y="179"/>
                    <a:pt x="295" y="177"/>
                  </a:cubicBezTo>
                  <a:cubicBezTo>
                    <a:pt x="295" y="177"/>
                    <a:pt x="295" y="177"/>
                    <a:pt x="295" y="177"/>
                  </a:cubicBezTo>
                  <a:cubicBezTo>
                    <a:pt x="295" y="177"/>
                    <a:pt x="295" y="177"/>
                    <a:pt x="295" y="177"/>
                  </a:cubicBezTo>
                  <a:cubicBezTo>
                    <a:pt x="295" y="177"/>
                    <a:pt x="295" y="177"/>
                    <a:pt x="295" y="177"/>
                  </a:cubicBezTo>
                  <a:cubicBezTo>
                    <a:pt x="297" y="173"/>
                    <a:pt x="302" y="170"/>
                    <a:pt x="307" y="170"/>
                  </a:cubicBezTo>
                  <a:cubicBezTo>
                    <a:pt x="307" y="170"/>
                    <a:pt x="307" y="170"/>
                    <a:pt x="308" y="170"/>
                  </a:cubicBezTo>
                  <a:moveTo>
                    <a:pt x="41" y="150"/>
                  </a:moveTo>
                  <a:cubicBezTo>
                    <a:pt x="42" y="150"/>
                    <a:pt x="42" y="150"/>
                    <a:pt x="42" y="150"/>
                  </a:cubicBezTo>
                  <a:cubicBezTo>
                    <a:pt x="46" y="150"/>
                    <a:pt x="51" y="151"/>
                    <a:pt x="53" y="154"/>
                  </a:cubicBezTo>
                  <a:cubicBezTo>
                    <a:pt x="56" y="156"/>
                    <a:pt x="57" y="158"/>
                    <a:pt x="57" y="161"/>
                  </a:cubicBezTo>
                  <a:cubicBezTo>
                    <a:pt x="57" y="167"/>
                    <a:pt x="50" y="173"/>
                    <a:pt x="42" y="173"/>
                  </a:cubicBezTo>
                  <a:cubicBezTo>
                    <a:pt x="42" y="173"/>
                    <a:pt x="42" y="173"/>
                    <a:pt x="41" y="173"/>
                  </a:cubicBezTo>
                  <a:cubicBezTo>
                    <a:pt x="41" y="173"/>
                    <a:pt x="41" y="173"/>
                    <a:pt x="40" y="173"/>
                  </a:cubicBezTo>
                  <a:cubicBezTo>
                    <a:pt x="34" y="173"/>
                    <a:pt x="29" y="168"/>
                    <a:pt x="29" y="161"/>
                  </a:cubicBezTo>
                  <a:cubicBezTo>
                    <a:pt x="29" y="161"/>
                    <a:pt x="29" y="161"/>
                    <a:pt x="29" y="161"/>
                  </a:cubicBezTo>
                  <a:cubicBezTo>
                    <a:pt x="29" y="161"/>
                    <a:pt x="29" y="161"/>
                    <a:pt x="29" y="161"/>
                  </a:cubicBezTo>
                  <a:cubicBezTo>
                    <a:pt x="29" y="161"/>
                    <a:pt x="29" y="161"/>
                    <a:pt x="29" y="161"/>
                  </a:cubicBezTo>
                  <a:cubicBezTo>
                    <a:pt x="29" y="159"/>
                    <a:pt x="29" y="158"/>
                    <a:pt x="30" y="156"/>
                  </a:cubicBezTo>
                  <a:cubicBezTo>
                    <a:pt x="30" y="156"/>
                    <a:pt x="30" y="156"/>
                    <a:pt x="30" y="156"/>
                  </a:cubicBezTo>
                  <a:cubicBezTo>
                    <a:pt x="30" y="156"/>
                    <a:pt x="30" y="156"/>
                    <a:pt x="30" y="156"/>
                  </a:cubicBezTo>
                  <a:cubicBezTo>
                    <a:pt x="30" y="156"/>
                    <a:pt x="30" y="156"/>
                    <a:pt x="30" y="156"/>
                  </a:cubicBezTo>
                  <a:cubicBezTo>
                    <a:pt x="32" y="152"/>
                    <a:pt x="36" y="150"/>
                    <a:pt x="40" y="150"/>
                  </a:cubicBezTo>
                  <a:cubicBezTo>
                    <a:pt x="41" y="150"/>
                    <a:pt x="41" y="150"/>
                    <a:pt x="41" y="150"/>
                  </a:cubicBezTo>
                  <a:moveTo>
                    <a:pt x="285" y="133"/>
                  </a:moveTo>
                  <a:cubicBezTo>
                    <a:pt x="285" y="133"/>
                    <a:pt x="285" y="133"/>
                    <a:pt x="285" y="133"/>
                  </a:cubicBezTo>
                  <a:cubicBezTo>
                    <a:pt x="287" y="133"/>
                    <a:pt x="289" y="133"/>
                    <a:pt x="290" y="134"/>
                  </a:cubicBezTo>
                  <a:cubicBezTo>
                    <a:pt x="291" y="135"/>
                    <a:pt x="291" y="136"/>
                    <a:pt x="291" y="137"/>
                  </a:cubicBezTo>
                  <a:cubicBezTo>
                    <a:pt x="291" y="139"/>
                    <a:pt x="288" y="142"/>
                    <a:pt x="285" y="142"/>
                  </a:cubicBezTo>
                  <a:cubicBezTo>
                    <a:pt x="285" y="142"/>
                    <a:pt x="285" y="142"/>
                    <a:pt x="285" y="142"/>
                  </a:cubicBezTo>
                  <a:cubicBezTo>
                    <a:pt x="285" y="142"/>
                    <a:pt x="285" y="142"/>
                    <a:pt x="285" y="142"/>
                  </a:cubicBezTo>
                  <a:cubicBezTo>
                    <a:pt x="282" y="142"/>
                    <a:pt x="280" y="140"/>
                    <a:pt x="280" y="137"/>
                  </a:cubicBezTo>
                  <a:cubicBezTo>
                    <a:pt x="280" y="137"/>
                    <a:pt x="280" y="137"/>
                    <a:pt x="280" y="137"/>
                  </a:cubicBezTo>
                  <a:cubicBezTo>
                    <a:pt x="280" y="137"/>
                    <a:pt x="280" y="137"/>
                    <a:pt x="280" y="137"/>
                  </a:cubicBezTo>
                  <a:cubicBezTo>
                    <a:pt x="280" y="137"/>
                    <a:pt x="280" y="137"/>
                    <a:pt x="280" y="137"/>
                  </a:cubicBezTo>
                  <a:cubicBezTo>
                    <a:pt x="280" y="136"/>
                    <a:pt x="280" y="136"/>
                    <a:pt x="281" y="135"/>
                  </a:cubicBezTo>
                  <a:cubicBezTo>
                    <a:pt x="281" y="135"/>
                    <a:pt x="281" y="135"/>
                    <a:pt x="281" y="135"/>
                  </a:cubicBezTo>
                  <a:cubicBezTo>
                    <a:pt x="281" y="135"/>
                    <a:pt x="281" y="135"/>
                    <a:pt x="281" y="135"/>
                  </a:cubicBezTo>
                  <a:cubicBezTo>
                    <a:pt x="281" y="135"/>
                    <a:pt x="281" y="135"/>
                    <a:pt x="281" y="135"/>
                  </a:cubicBezTo>
                  <a:cubicBezTo>
                    <a:pt x="281" y="134"/>
                    <a:pt x="283" y="133"/>
                    <a:pt x="285" y="133"/>
                  </a:cubicBezTo>
                  <a:cubicBezTo>
                    <a:pt x="285" y="133"/>
                    <a:pt x="285" y="133"/>
                    <a:pt x="285" y="133"/>
                  </a:cubicBezTo>
                  <a:moveTo>
                    <a:pt x="33" y="122"/>
                  </a:moveTo>
                  <a:cubicBezTo>
                    <a:pt x="34" y="122"/>
                    <a:pt x="34" y="122"/>
                    <a:pt x="34" y="122"/>
                  </a:cubicBezTo>
                  <a:cubicBezTo>
                    <a:pt x="37" y="122"/>
                    <a:pt x="40" y="123"/>
                    <a:pt x="42" y="125"/>
                  </a:cubicBezTo>
                  <a:cubicBezTo>
                    <a:pt x="43" y="126"/>
                    <a:pt x="44" y="127"/>
                    <a:pt x="44" y="129"/>
                  </a:cubicBezTo>
                  <a:cubicBezTo>
                    <a:pt x="44" y="134"/>
                    <a:pt x="39" y="138"/>
                    <a:pt x="34" y="138"/>
                  </a:cubicBezTo>
                  <a:cubicBezTo>
                    <a:pt x="34" y="138"/>
                    <a:pt x="34" y="138"/>
                    <a:pt x="33" y="138"/>
                  </a:cubicBezTo>
                  <a:cubicBezTo>
                    <a:pt x="33" y="138"/>
                    <a:pt x="33" y="138"/>
                    <a:pt x="33" y="138"/>
                  </a:cubicBezTo>
                  <a:cubicBezTo>
                    <a:pt x="28" y="138"/>
                    <a:pt x="25" y="134"/>
                    <a:pt x="25" y="130"/>
                  </a:cubicBezTo>
                  <a:cubicBezTo>
                    <a:pt x="25" y="130"/>
                    <a:pt x="25" y="130"/>
                    <a:pt x="25" y="130"/>
                  </a:cubicBezTo>
                  <a:cubicBezTo>
                    <a:pt x="25" y="130"/>
                    <a:pt x="25" y="130"/>
                    <a:pt x="25" y="130"/>
                  </a:cubicBezTo>
                  <a:cubicBezTo>
                    <a:pt x="25" y="130"/>
                    <a:pt x="25" y="130"/>
                    <a:pt x="25" y="130"/>
                  </a:cubicBezTo>
                  <a:cubicBezTo>
                    <a:pt x="25" y="128"/>
                    <a:pt x="25" y="127"/>
                    <a:pt x="26" y="126"/>
                  </a:cubicBezTo>
                  <a:cubicBezTo>
                    <a:pt x="26" y="126"/>
                    <a:pt x="26" y="126"/>
                    <a:pt x="26" y="126"/>
                  </a:cubicBezTo>
                  <a:cubicBezTo>
                    <a:pt x="26" y="126"/>
                    <a:pt x="26" y="126"/>
                    <a:pt x="26" y="126"/>
                  </a:cubicBezTo>
                  <a:cubicBezTo>
                    <a:pt x="26" y="126"/>
                    <a:pt x="26" y="126"/>
                    <a:pt x="26" y="126"/>
                  </a:cubicBezTo>
                  <a:cubicBezTo>
                    <a:pt x="27" y="124"/>
                    <a:pt x="30" y="122"/>
                    <a:pt x="33" y="122"/>
                  </a:cubicBezTo>
                  <a:cubicBezTo>
                    <a:pt x="33" y="122"/>
                    <a:pt x="33" y="122"/>
                    <a:pt x="33" y="122"/>
                  </a:cubicBezTo>
                  <a:moveTo>
                    <a:pt x="43" y="101"/>
                  </a:moveTo>
                  <a:cubicBezTo>
                    <a:pt x="43" y="101"/>
                    <a:pt x="44" y="101"/>
                    <a:pt x="44" y="101"/>
                  </a:cubicBezTo>
                  <a:cubicBezTo>
                    <a:pt x="45" y="101"/>
                    <a:pt x="47" y="102"/>
                    <a:pt x="48" y="103"/>
                  </a:cubicBezTo>
                  <a:cubicBezTo>
                    <a:pt x="49" y="104"/>
                    <a:pt x="49" y="105"/>
                    <a:pt x="49" y="106"/>
                  </a:cubicBezTo>
                  <a:cubicBezTo>
                    <a:pt x="49" y="108"/>
                    <a:pt x="47" y="110"/>
                    <a:pt x="44" y="110"/>
                  </a:cubicBezTo>
                  <a:cubicBezTo>
                    <a:pt x="44" y="110"/>
                    <a:pt x="43" y="110"/>
                    <a:pt x="43" y="110"/>
                  </a:cubicBezTo>
                  <a:cubicBezTo>
                    <a:pt x="43" y="110"/>
                    <a:pt x="43" y="110"/>
                    <a:pt x="43" y="110"/>
                  </a:cubicBezTo>
                  <a:cubicBezTo>
                    <a:pt x="40" y="110"/>
                    <a:pt x="38" y="108"/>
                    <a:pt x="38" y="106"/>
                  </a:cubicBezTo>
                  <a:cubicBezTo>
                    <a:pt x="38" y="106"/>
                    <a:pt x="38" y="106"/>
                    <a:pt x="38" y="106"/>
                  </a:cubicBezTo>
                  <a:cubicBezTo>
                    <a:pt x="38" y="106"/>
                    <a:pt x="38" y="106"/>
                    <a:pt x="38" y="106"/>
                  </a:cubicBezTo>
                  <a:cubicBezTo>
                    <a:pt x="38" y="106"/>
                    <a:pt x="38" y="106"/>
                    <a:pt x="38" y="106"/>
                  </a:cubicBezTo>
                  <a:cubicBezTo>
                    <a:pt x="38" y="105"/>
                    <a:pt x="39" y="105"/>
                    <a:pt x="39" y="104"/>
                  </a:cubicBezTo>
                  <a:cubicBezTo>
                    <a:pt x="39" y="104"/>
                    <a:pt x="39" y="104"/>
                    <a:pt x="39" y="104"/>
                  </a:cubicBezTo>
                  <a:cubicBezTo>
                    <a:pt x="39" y="104"/>
                    <a:pt x="39" y="104"/>
                    <a:pt x="39" y="104"/>
                  </a:cubicBezTo>
                  <a:cubicBezTo>
                    <a:pt x="39" y="104"/>
                    <a:pt x="39" y="104"/>
                    <a:pt x="39" y="104"/>
                  </a:cubicBezTo>
                  <a:cubicBezTo>
                    <a:pt x="40" y="102"/>
                    <a:pt x="41" y="101"/>
                    <a:pt x="43" y="101"/>
                  </a:cubicBezTo>
                  <a:cubicBezTo>
                    <a:pt x="43" y="101"/>
                    <a:pt x="43" y="101"/>
                    <a:pt x="43" y="101"/>
                  </a:cubicBezTo>
                  <a:moveTo>
                    <a:pt x="164" y="239"/>
                  </a:moveTo>
                  <a:cubicBezTo>
                    <a:pt x="106" y="239"/>
                    <a:pt x="66" y="217"/>
                    <a:pt x="66" y="166"/>
                  </a:cubicBezTo>
                  <a:cubicBezTo>
                    <a:pt x="66" y="137"/>
                    <a:pt x="67" y="111"/>
                    <a:pt x="89" y="89"/>
                  </a:cubicBezTo>
                  <a:cubicBezTo>
                    <a:pt x="105" y="71"/>
                    <a:pt x="138" y="63"/>
                    <a:pt x="164" y="53"/>
                  </a:cubicBezTo>
                  <a:cubicBezTo>
                    <a:pt x="169" y="52"/>
                    <a:pt x="174" y="51"/>
                    <a:pt x="179" y="51"/>
                  </a:cubicBezTo>
                  <a:cubicBezTo>
                    <a:pt x="203" y="51"/>
                    <a:pt x="225" y="73"/>
                    <a:pt x="242" y="93"/>
                  </a:cubicBezTo>
                  <a:cubicBezTo>
                    <a:pt x="258" y="111"/>
                    <a:pt x="269" y="118"/>
                    <a:pt x="269" y="140"/>
                  </a:cubicBezTo>
                  <a:cubicBezTo>
                    <a:pt x="269" y="167"/>
                    <a:pt x="250" y="190"/>
                    <a:pt x="229" y="208"/>
                  </a:cubicBezTo>
                  <a:cubicBezTo>
                    <a:pt x="210" y="225"/>
                    <a:pt x="191" y="239"/>
                    <a:pt x="164" y="239"/>
                  </a:cubicBezTo>
                  <a:moveTo>
                    <a:pt x="106" y="44"/>
                  </a:moveTo>
                  <a:cubicBezTo>
                    <a:pt x="106" y="44"/>
                    <a:pt x="106" y="44"/>
                    <a:pt x="107" y="44"/>
                  </a:cubicBezTo>
                  <a:cubicBezTo>
                    <a:pt x="109" y="44"/>
                    <a:pt x="112" y="45"/>
                    <a:pt x="114" y="47"/>
                  </a:cubicBezTo>
                  <a:cubicBezTo>
                    <a:pt x="115" y="48"/>
                    <a:pt x="116" y="49"/>
                    <a:pt x="116" y="51"/>
                  </a:cubicBezTo>
                  <a:cubicBezTo>
                    <a:pt x="116" y="55"/>
                    <a:pt x="111" y="59"/>
                    <a:pt x="107" y="59"/>
                  </a:cubicBezTo>
                  <a:cubicBezTo>
                    <a:pt x="106" y="59"/>
                    <a:pt x="106" y="59"/>
                    <a:pt x="106" y="59"/>
                  </a:cubicBezTo>
                  <a:cubicBezTo>
                    <a:pt x="106" y="59"/>
                    <a:pt x="106" y="59"/>
                    <a:pt x="106" y="59"/>
                  </a:cubicBezTo>
                  <a:cubicBezTo>
                    <a:pt x="101" y="59"/>
                    <a:pt x="98" y="56"/>
                    <a:pt x="98" y="52"/>
                  </a:cubicBezTo>
                  <a:cubicBezTo>
                    <a:pt x="98" y="52"/>
                    <a:pt x="98" y="52"/>
                    <a:pt x="98" y="52"/>
                  </a:cubicBezTo>
                  <a:cubicBezTo>
                    <a:pt x="98" y="52"/>
                    <a:pt x="98" y="52"/>
                    <a:pt x="98" y="52"/>
                  </a:cubicBezTo>
                  <a:cubicBezTo>
                    <a:pt x="98" y="52"/>
                    <a:pt x="98" y="52"/>
                    <a:pt x="98" y="52"/>
                  </a:cubicBezTo>
                  <a:cubicBezTo>
                    <a:pt x="98" y="50"/>
                    <a:pt x="99" y="49"/>
                    <a:pt x="99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0" y="46"/>
                    <a:pt x="103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moveTo>
                    <a:pt x="200" y="0"/>
                  </a:moveTo>
                  <a:cubicBezTo>
                    <a:pt x="197" y="0"/>
                    <a:pt x="195" y="0"/>
                    <a:pt x="192" y="0"/>
                  </a:cubicBezTo>
                  <a:cubicBezTo>
                    <a:pt x="188" y="0"/>
                    <a:pt x="183" y="1"/>
                    <a:pt x="179" y="2"/>
                  </a:cubicBezTo>
                  <a:cubicBezTo>
                    <a:pt x="177" y="3"/>
                    <a:pt x="175" y="4"/>
                    <a:pt x="173" y="4"/>
                  </a:cubicBezTo>
                  <a:cubicBezTo>
                    <a:pt x="170" y="6"/>
                    <a:pt x="166" y="7"/>
                    <a:pt x="162" y="9"/>
                  </a:cubicBezTo>
                  <a:cubicBezTo>
                    <a:pt x="161" y="9"/>
                    <a:pt x="161" y="9"/>
                    <a:pt x="161" y="9"/>
                  </a:cubicBezTo>
                  <a:cubicBezTo>
                    <a:pt x="92" y="34"/>
                    <a:pt x="0" y="60"/>
                    <a:pt x="0" y="144"/>
                  </a:cubicBezTo>
                  <a:cubicBezTo>
                    <a:pt x="0" y="169"/>
                    <a:pt x="7" y="19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22" y="218"/>
                    <a:pt x="27" y="224"/>
                    <a:pt x="32" y="229"/>
                  </a:cubicBezTo>
                  <a:cubicBezTo>
                    <a:pt x="51" y="250"/>
                    <a:pt x="78" y="263"/>
                    <a:pt x="112" y="266"/>
                  </a:cubicBezTo>
                  <a:cubicBezTo>
                    <a:pt x="137" y="269"/>
                    <a:pt x="153" y="299"/>
                    <a:pt x="180" y="305"/>
                  </a:cubicBezTo>
                  <a:cubicBezTo>
                    <a:pt x="183" y="306"/>
                    <a:pt x="187" y="306"/>
                    <a:pt x="191" y="306"/>
                  </a:cubicBezTo>
                  <a:cubicBezTo>
                    <a:pt x="219" y="306"/>
                    <a:pt x="270" y="291"/>
                    <a:pt x="297" y="251"/>
                  </a:cubicBezTo>
                  <a:cubicBezTo>
                    <a:pt x="314" y="226"/>
                    <a:pt x="359" y="175"/>
                    <a:pt x="359" y="144"/>
                  </a:cubicBezTo>
                  <a:cubicBezTo>
                    <a:pt x="359" y="129"/>
                    <a:pt x="353" y="119"/>
                    <a:pt x="344" y="109"/>
                  </a:cubicBezTo>
                  <a:cubicBezTo>
                    <a:pt x="339" y="104"/>
                    <a:pt x="333" y="99"/>
                    <a:pt x="327" y="94"/>
                  </a:cubicBezTo>
                  <a:cubicBezTo>
                    <a:pt x="312" y="82"/>
                    <a:pt x="296" y="71"/>
                    <a:pt x="286" y="53"/>
                  </a:cubicBezTo>
                  <a:cubicBezTo>
                    <a:pt x="266" y="19"/>
                    <a:pt x="233" y="1"/>
                    <a:pt x="202" y="0"/>
                  </a:cubicBezTo>
                  <a:cubicBezTo>
                    <a:pt x="202" y="0"/>
                    <a:pt x="202" y="0"/>
                    <a:pt x="202" y="0"/>
                  </a:cubicBezTo>
                  <a:cubicBezTo>
                    <a:pt x="201" y="0"/>
                    <a:pt x="201" y="0"/>
                    <a:pt x="200" y="0"/>
                  </a:cubicBezTo>
                </a:path>
              </a:pathLst>
            </a:cu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14"/>
            <p:cNvSpPr/>
            <p:nvPr/>
          </p:nvSpPr>
          <p:spPr>
            <a:xfrm>
              <a:off x="-219862" y="4064338"/>
              <a:ext cx="763588" cy="742950"/>
            </a:xfrm>
            <a:custGeom>
              <a:rect b="b" l="l" r="r" t="t"/>
              <a:pathLst>
                <a:path extrusionOk="0" h="197" w="203">
                  <a:moveTo>
                    <a:pt x="203" y="98"/>
                  </a:moveTo>
                  <a:cubicBezTo>
                    <a:pt x="203" y="125"/>
                    <a:pt x="184" y="148"/>
                    <a:pt x="163" y="166"/>
                  </a:cubicBezTo>
                  <a:cubicBezTo>
                    <a:pt x="144" y="183"/>
                    <a:pt x="125" y="197"/>
                    <a:pt x="98" y="197"/>
                  </a:cubicBezTo>
                  <a:cubicBezTo>
                    <a:pt x="40" y="197"/>
                    <a:pt x="0" y="175"/>
                    <a:pt x="0" y="124"/>
                  </a:cubicBezTo>
                  <a:cubicBezTo>
                    <a:pt x="0" y="95"/>
                    <a:pt x="1" y="69"/>
                    <a:pt x="23" y="47"/>
                  </a:cubicBezTo>
                  <a:cubicBezTo>
                    <a:pt x="39" y="29"/>
                    <a:pt x="72" y="21"/>
                    <a:pt x="98" y="11"/>
                  </a:cubicBezTo>
                  <a:cubicBezTo>
                    <a:pt x="129" y="0"/>
                    <a:pt x="156" y="27"/>
                    <a:pt x="176" y="51"/>
                  </a:cubicBezTo>
                  <a:cubicBezTo>
                    <a:pt x="192" y="69"/>
                    <a:pt x="203" y="76"/>
                    <a:pt x="203" y="98"/>
                  </a:cubicBezTo>
                </a:path>
              </a:pathLst>
            </a:custGeom>
            <a:solidFill>
              <a:srgbClr val="191919">
                <a:alpha val="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14"/>
            <p:cNvSpPr/>
            <p:nvPr/>
          </p:nvSpPr>
          <p:spPr>
            <a:xfrm>
              <a:off x="638975" y="4546938"/>
              <a:ext cx="115888" cy="96838"/>
            </a:xfrm>
            <a:custGeom>
              <a:rect b="b" l="l" r="r" t="t"/>
              <a:pathLst>
                <a:path extrusionOk="0" h="26" w="31"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moveTo>
                    <a:pt x="15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7" y="0"/>
                    <a:pt x="21" y="2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6" y="7"/>
                    <a:pt x="27" y="9"/>
                    <a:pt x="27" y="12"/>
                  </a:cubicBezTo>
                  <a:cubicBezTo>
                    <a:pt x="27" y="19"/>
                    <a:pt x="20" y="25"/>
                    <a:pt x="14" y="26"/>
                  </a:cubicBezTo>
                  <a:cubicBezTo>
                    <a:pt x="14" y="26"/>
                    <a:pt x="14" y="26"/>
                    <a:pt x="15" y="26"/>
                  </a:cubicBezTo>
                  <a:cubicBezTo>
                    <a:pt x="23" y="26"/>
                    <a:pt x="31" y="19"/>
                    <a:pt x="31" y="12"/>
                  </a:cubicBezTo>
                  <a:cubicBezTo>
                    <a:pt x="31" y="9"/>
                    <a:pt x="30" y="7"/>
                    <a:pt x="27" y="5"/>
                  </a:cubicBezTo>
                  <a:cubicBezTo>
                    <a:pt x="24" y="2"/>
                    <a:pt x="19" y="0"/>
                    <a:pt x="15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1" name="Google Shape;2001;p14"/>
            <p:cNvSpPr/>
            <p:nvPr/>
          </p:nvSpPr>
          <p:spPr>
            <a:xfrm>
              <a:off x="638975" y="4546938"/>
              <a:ext cx="101600" cy="96838"/>
            </a:xfrm>
            <a:custGeom>
              <a:rect b="b" l="l" r="r" t="t"/>
              <a:pathLst>
                <a:path extrusionOk="0" h="26" w="27">
                  <a:moveTo>
                    <a:pt x="27" y="12"/>
                  </a:moveTo>
                  <a:cubicBezTo>
                    <a:pt x="27" y="19"/>
                    <a:pt x="20" y="26"/>
                    <a:pt x="13" y="26"/>
                  </a:cubicBezTo>
                  <a:cubicBezTo>
                    <a:pt x="6" y="26"/>
                    <a:pt x="0" y="20"/>
                    <a:pt x="0" y="13"/>
                  </a:cubicBezTo>
                  <a:cubicBezTo>
                    <a:pt x="0" y="11"/>
                    <a:pt x="0" y="9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3" y="3"/>
                    <a:pt x="8" y="0"/>
                    <a:pt x="13" y="0"/>
                  </a:cubicBezTo>
                  <a:cubicBezTo>
                    <a:pt x="17" y="0"/>
                    <a:pt x="21" y="2"/>
                    <a:pt x="24" y="5"/>
                  </a:cubicBezTo>
                  <a:cubicBezTo>
                    <a:pt x="26" y="7"/>
                    <a:pt x="27" y="9"/>
                    <a:pt x="27" y="12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2" name="Google Shape;2002;p14"/>
            <p:cNvSpPr/>
            <p:nvPr/>
          </p:nvSpPr>
          <p:spPr>
            <a:xfrm>
              <a:off x="642150" y="4546938"/>
              <a:ext cx="87312" cy="71437"/>
            </a:xfrm>
            <a:custGeom>
              <a:rect b="b" l="l" r="r" t="t"/>
              <a:pathLst>
                <a:path extrusionOk="0" h="19" w="23">
                  <a:moveTo>
                    <a:pt x="23" y="8"/>
                  </a:moveTo>
                  <a:cubicBezTo>
                    <a:pt x="23" y="14"/>
                    <a:pt x="17" y="19"/>
                    <a:pt x="11" y="19"/>
                  </a:cubicBezTo>
                  <a:cubicBezTo>
                    <a:pt x="5" y="19"/>
                    <a:pt x="0" y="14"/>
                    <a:pt x="0" y="8"/>
                  </a:cubicBezTo>
                  <a:cubicBezTo>
                    <a:pt x="0" y="8"/>
                    <a:pt x="0" y="8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" y="3"/>
                    <a:pt x="7" y="0"/>
                    <a:pt x="12" y="0"/>
                  </a:cubicBezTo>
                  <a:cubicBezTo>
                    <a:pt x="16" y="0"/>
                    <a:pt x="20" y="2"/>
                    <a:pt x="23" y="5"/>
                  </a:cubicBezTo>
                  <a:cubicBezTo>
                    <a:pt x="23" y="6"/>
                    <a:pt x="23" y="7"/>
                    <a:pt x="23" y="8"/>
                  </a:cubicBezTo>
                </a:path>
              </a:pathLst>
            </a:cu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3" name="Google Shape;2003;p14"/>
            <p:cNvSpPr/>
            <p:nvPr/>
          </p:nvSpPr>
          <p:spPr>
            <a:xfrm>
              <a:off x="664375" y="4572338"/>
              <a:ext cx="34800" cy="30300"/>
            </a:xfrm>
            <a:prstGeom prst="ellipse">
              <a:avLst/>
            </a:pr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4" name="Google Shape;2004;p14"/>
            <p:cNvSpPr/>
            <p:nvPr/>
          </p:nvSpPr>
          <p:spPr>
            <a:xfrm>
              <a:off x="604050" y="4407238"/>
              <a:ext cx="22225" cy="33338"/>
            </a:xfrm>
            <a:custGeom>
              <a:rect b="b" l="l" r="r" t="t"/>
              <a:pathLst>
                <a:path extrusionOk="0" h="9" w="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3" y="0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5" y="3"/>
                    <a:pt x="5" y="4"/>
                  </a:cubicBezTo>
                  <a:cubicBezTo>
                    <a:pt x="5" y="6"/>
                    <a:pt x="2" y="8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9"/>
                    <a:pt x="6" y="6"/>
                    <a:pt x="6" y="4"/>
                  </a:cubicBezTo>
                  <a:cubicBezTo>
                    <a:pt x="6" y="3"/>
                    <a:pt x="6" y="2"/>
                    <a:pt x="5" y="1"/>
                  </a:cubicBezTo>
                  <a:cubicBezTo>
                    <a:pt x="4" y="0"/>
                    <a:pt x="2" y="0"/>
                    <a:pt x="0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5" name="Google Shape;2005;p14"/>
            <p:cNvSpPr/>
            <p:nvPr/>
          </p:nvSpPr>
          <p:spPr>
            <a:xfrm>
              <a:off x="585000" y="4407238"/>
              <a:ext cx="38100" cy="33338"/>
            </a:xfrm>
            <a:custGeom>
              <a:rect b="b" l="l" r="r" t="t"/>
              <a:pathLst>
                <a:path extrusionOk="0" h="9" w="10">
                  <a:moveTo>
                    <a:pt x="10" y="4"/>
                  </a:moveTo>
                  <a:cubicBezTo>
                    <a:pt x="10" y="6"/>
                    <a:pt x="7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3"/>
                    <a:pt x="0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6" y="0"/>
                    <a:pt x="8" y="0"/>
                    <a:pt x="8" y="1"/>
                  </a:cubicBezTo>
                  <a:cubicBezTo>
                    <a:pt x="9" y="2"/>
                    <a:pt x="10" y="3"/>
                    <a:pt x="10" y="4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6" name="Google Shape;2006;p14"/>
            <p:cNvSpPr/>
            <p:nvPr/>
          </p:nvSpPr>
          <p:spPr>
            <a:xfrm>
              <a:off x="589763" y="4407238"/>
              <a:ext cx="30163" cy="22225"/>
            </a:xfrm>
            <a:custGeom>
              <a:rect b="b" l="l" r="r" t="t"/>
              <a:pathLst>
                <a:path extrusionOk="0" h="6" w="8">
                  <a:moveTo>
                    <a:pt x="8" y="2"/>
                  </a:moveTo>
                  <a:cubicBezTo>
                    <a:pt x="8" y="4"/>
                    <a:pt x="6" y="6"/>
                    <a:pt x="3" y="6"/>
                  </a:cubicBezTo>
                  <a:cubicBezTo>
                    <a:pt x="1" y="6"/>
                    <a:pt x="0" y="5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5" y="0"/>
                    <a:pt x="7" y="0"/>
                    <a:pt x="7" y="1"/>
                  </a:cubicBezTo>
                  <a:cubicBezTo>
                    <a:pt x="8" y="2"/>
                    <a:pt x="8" y="2"/>
                    <a:pt x="8" y="2"/>
                  </a:cubicBezTo>
                </a:path>
              </a:pathLst>
            </a:cu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7" name="Google Shape;2007;p14"/>
            <p:cNvSpPr/>
            <p:nvPr/>
          </p:nvSpPr>
          <p:spPr>
            <a:xfrm>
              <a:off x="597700" y="4415175"/>
              <a:ext cx="11100" cy="11100"/>
            </a:xfrm>
            <a:prstGeom prst="ellipse">
              <a:avLst/>
            </a:pr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8" name="Google Shape;2008;p14"/>
            <p:cNvSpPr/>
            <p:nvPr/>
          </p:nvSpPr>
          <p:spPr>
            <a:xfrm>
              <a:off x="272263" y="4889838"/>
              <a:ext cx="42862" cy="60325"/>
            </a:xfrm>
            <a:custGeom>
              <a:rect b="b" l="l" r="r" t="t"/>
              <a:pathLst>
                <a:path extrusionOk="0" h="16" w="1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1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4"/>
                    <a:pt x="8" y="6"/>
                    <a:pt x="8" y="8"/>
                  </a:cubicBezTo>
                  <a:cubicBezTo>
                    <a:pt x="8" y="12"/>
                    <a:pt x="4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5" y="16"/>
                    <a:pt x="11" y="12"/>
                    <a:pt x="11" y="8"/>
                  </a:cubicBezTo>
                  <a:cubicBezTo>
                    <a:pt x="11" y="6"/>
                    <a:pt x="10" y="4"/>
                    <a:pt x="8" y="3"/>
                  </a:cubicBezTo>
                  <a:cubicBezTo>
                    <a:pt x="6" y="1"/>
                    <a:pt x="3" y="0"/>
                    <a:pt x="0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9" name="Google Shape;2009;p14"/>
            <p:cNvSpPr/>
            <p:nvPr/>
          </p:nvSpPr>
          <p:spPr>
            <a:xfrm>
              <a:off x="238925" y="4889838"/>
              <a:ext cx="63500" cy="60325"/>
            </a:xfrm>
            <a:custGeom>
              <a:rect b="b" l="l" r="r" t="t"/>
              <a:pathLst>
                <a:path extrusionOk="0" h="16" w="17">
                  <a:moveTo>
                    <a:pt x="17" y="8"/>
                  </a:moveTo>
                  <a:cubicBezTo>
                    <a:pt x="17" y="12"/>
                    <a:pt x="12" y="16"/>
                    <a:pt x="8" y="16"/>
                  </a:cubicBezTo>
                  <a:cubicBezTo>
                    <a:pt x="3" y="16"/>
                    <a:pt x="0" y="13"/>
                    <a:pt x="0" y="8"/>
                  </a:cubicBezTo>
                  <a:cubicBezTo>
                    <a:pt x="0" y="7"/>
                    <a:pt x="0" y="6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2"/>
                    <a:pt x="5" y="0"/>
                    <a:pt x="8" y="0"/>
                  </a:cubicBezTo>
                  <a:cubicBezTo>
                    <a:pt x="11" y="0"/>
                    <a:pt x="13" y="1"/>
                    <a:pt x="15" y="3"/>
                  </a:cubicBezTo>
                  <a:cubicBezTo>
                    <a:pt x="16" y="4"/>
                    <a:pt x="17" y="6"/>
                    <a:pt x="17" y="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0" name="Google Shape;2010;p14"/>
            <p:cNvSpPr/>
            <p:nvPr/>
          </p:nvSpPr>
          <p:spPr>
            <a:xfrm>
              <a:off x="242100" y="4889838"/>
              <a:ext cx="53975" cy="44450"/>
            </a:xfrm>
            <a:custGeom>
              <a:rect b="b" l="l" r="r" t="t"/>
              <a:pathLst>
                <a:path extrusionOk="0" h="12" w="14">
                  <a:moveTo>
                    <a:pt x="14" y="5"/>
                  </a:moveTo>
                  <a:cubicBezTo>
                    <a:pt x="14" y="9"/>
                    <a:pt x="10" y="12"/>
                    <a:pt x="7" y="12"/>
                  </a:cubicBezTo>
                  <a:cubicBezTo>
                    <a:pt x="3" y="12"/>
                    <a:pt x="0" y="9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2"/>
                    <a:pt x="4" y="0"/>
                    <a:pt x="7" y="0"/>
                  </a:cubicBezTo>
                  <a:cubicBezTo>
                    <a:pt x="10" y="0"/>
                    <a:pt x="12" y="1"/>
                    <a:pt x="14" y="3"/>
                  </a:cubicBezTo>
                  <a:cubicBezTo>
                    <a:pt x="14" y="4"/>
                    <a:pt x="14" y="4"/>
                    <a:pt x="14" y="5"/>
                  </a:cubicBezTo>
                </a:path>
              </a:pathLst>
            </a:cu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1" name="Google Shape;2011;p14"/>
            <p:cNvSpPr/>
            <p:nvPr/>
          </p:nvSpPr>
          <p:spPr>
            <a:xfrm>
              <a:off x="254800" y="4904125"/>
              <a:ext cx="22200" cy="23700"/>
            </a:xfrm>
            <a:prstGeom prst="ellipse">
              <a:avLst/>
            </a:pr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2" name="Google Shape;2012;p14"/>
            <p:cNvSpPr/>
            <p:nvPr/>
          </p:nvSpPr>
          <p:spPr>
            <a:xfrm>
              <a:off x="-315112" y="4470738"/>
              <a:ext cx="60325" cy="87312"/>
            </a:xfrm>
            <a:custGeom>
              <a:rect b="b" l="l" r="r" t="t"/>
              <a:pathLst>
                <a:path extrusionOk="0" h="23" w="16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4" y="0"/>
                    <a:pt x="7" y="1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1" y="6"/>
                    <a:pt x="12" y="8"/>
                    <a:pt x="12" y="11"/>
                  </a:cubicBezTo>
                  <a:cubicBezTo>
                    <a:pt x="12" y="17"/>
                    <a:pt x="6" y="22"/>
                    <a:pt x="0" y="23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9" y="23"/>
                    <a:pt x="16" y="17"/>
                    <a:pt x="16" y="11"/>
                  </a:cubicBezTo>
                  <a:cubicBezTo>
                    <a:pt x="16" y="8"/>
                    <a:pt x="15" y="6"/>
                    <a:pt x="12" y="4"/>
                  </a:cubicBezTo>
                  <a:cubicBezTo>
                    <a:pt x="10" y="1"/>
                    <a:pt x="5" y="0"/>
                    <a:pt x="1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3" name="Google Shape;2013;p14"/>
            <p:cNvSpPr/>
            <p:nvPr/>
          </p:nvSpPr>
          <p:spPr>
            <a:xfrm>
              <a:off x="-359562" y="4470738"/>
              <a:ext cx="90488" cy="87312"/>
            </a:xfrm>
            <a:custGeom>
              <a:rect b="b" l="l" r="r" t="t"/>
              <a:pathLst>
                <a:path extrusionOk="0" h="23" w="24">
                  <a:moveTo>
                    <a:pt x="24" y="11"/>
                  </a:moveTo>
                  <a:cubicBezTo>
                    <a:pt x="24" y="17"/>
                    <a:pt x="18" y="23"/>
                    <a:pt x="11" y="23"/>
                  </a:cubicBezTo>
                  <a:cubicBezTo>
                    <a:pt x="5" y="23"/>
                    <a:pt x="0" y="18"/>
                    <a:pt x="0" y="11"/>
                  </a:cubicBezTo>
                  <a:cubicBezTo>
                    <a:pt x="0" y="9"/>
                    <a:pt x="0" y="8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3" y="2"/>
                    <a:pt x="7" y="0"/>
                    <a:pt x="11" y="0"/>
                  </a:cubicBezTo>
                  <a:cubicBezTo>
                    <a:pt x="15" y="0"/>
                    <a:pt x="19" y="1"/>
                    <a:pt x="21" y="4"/>
                  </a:cubicBezTo>
                  <a:cubicBezTo>
                    <a:pt x="23" y="6"/>
                    <a:pt x="24" y="8"/>
                    <a:pt x="24" y="1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4" name="Google Shape;2014;p14"/>
            <p:cNvSpPr/>
            <p:nvPr/>
          </p:nvSpPr>
          <p:spPr>
            <a:xfrm>
              <a:off x="-356387" y="4470738"/>
              <a:ext cx="79375" cy="65088"/>
            </a:xfrm>
            <a:custGeom>
              <a:rect b="b" l="l" r="r" t="t"/>
              <a:pathLst>
                <a:path extrusionOk="0" h="17" w="21">
                  <a:moveTo>
                    <a:pt x="21" y="7"/>
                  </a:moveTo>
                  <a:cubicBezTo>
                    <a:pt x="21" y="12"/>
                    <a:pt x="15" y="17"/>
                    <a:pt x="10" y="17"/>
                  </a:cubicBezTo>
                  <a:cubicBezTo>
                    <a:pt x="5" y="17"/>
                    <a:pt x="0" y="12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2" y="2"/>
                    <a:pt x="6" y="0"/>
                    <a:pt x="10" y="0"/>
                  </a:cubicBezTo>
                  <a:cubicBezTo>
                    <a:pt x="14" y="0"/>
                    <a:pt x="18" y="1"/>
                    <a:pt x="20" y="4"/>
                  </a:cubicBezTo>
                  <a:cubicBezTo>
                    <a:pt x="21" y="5"/>
                    <a:pt x="21" y="6"/>
                    <a:pt x="21" y="7"/>
                  </a:cubicBezTo>
                </a:path>
              </a:pathLst>
            </a:cu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5" name="Google Shape;2015;p14"/>
            <p:cNvSpPr/>
            <p:nvPr/>
          </p:nvSpPr>
          <p:spPr>
            <a:xfrm>
              <a:off x="-337337" y="4492963"/>
              <a:ext cx="33300" cy="27000"/>
            </a:xfrm>
            <a:prstGeom prst="ellipse">
              <a:avLst/>
            </a:pr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6" name="Google Shape;2016;p14"/>
            <p:cNvSpPr/>
            <p:nvPr/>
          </p:nvSpPr>
          <p:spPr>
            <a:xfrm>
              <a:off x="-345275" y="4365963"/>
              <a:ext cx="41275" cy="60325"/>
            </a:xfrm>
            <a:custGeom>
              <a:rect b="b" l="l" r="r" t="t"/>
              <a:pathLst>
                <a:path extrusionOk="0" h="16" w="1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3" y="0"/>
                    <a:pt x="5" y="1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8" y="4"/>
                    <a:pt x="8" y="5"/>
                    <a:pt x="8" y="7"/>
                  </a:cubicBezTo>
                  <a:cubicBezTo>
                    <a:pt x="8" y="11"/>
                    <a:pt x="4" y="15"/>
                    <a:pt x="0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6" y="16"/>
                    <a:pt x="11" y="12"/>
                    <a:pt x="11" y="7"/>
                  </a:cubicBezTo>
                  <a:cubicBezTo>
                    <a:pt x="11" y="5"/>
                    <a:pt x="10" y="4"/>
                    <a:pt x="9" y="3"/>
                  </a:cubicBezTo>
                  <a:cubicBezTo>
                    <a:pt x="7" y="1"/>
                    <a:pt x="4" y="0"/>
                    <a:pt x="1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14"/>
            <p:cNvSpPr/>
            <p:nvPr/>
          </p:nvSpPr>
          <p:spPr>
            <a:xfrm>
              <a:off x="-375437" y="4365963"/>
              <a:ext cx="60325" cy="60325"/>
            </a:xfrm>
            <a:custGeom>
              <a:rect b="b" l="l" r="r" t="t"/>
              <a:pathLst>
                <a:path extrusionOk="0" h="16" w="16">
                  <a:moveTo>
                    <a:pt x="16" y="7"/>
                  </a:moveTo>
                  <a:cubicBezTo>
                    <a:pt x="16" y="12"/>
                    <a:pt x="12" y="16"/>
                    <a:pt x="8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6"/>
                    <a:pt x="0" y="5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2"/>
                    <a:pt x="5" y="0"/>
                    <a:pt x="8" y="0"/>
                  </a:cubicBezTo>
                  <a:cubicBezTo>
                    <a:pt x="10" y="0"/>
                    <a:pt x="13" y="1"/>
                    <a:pt x="14" y="3"/>
                  </a:cubicBezTo>
                  <a:cubicBezTo>
                    <a:pt x="16" y="4"/>
                    <a:pt x="16" y="5"/>
                    <a:pt x="16" y="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8" name="Google Shape;2018;p14"/>
            <p:cNvSpPr/>
            <p:nvPr/>
          </p:nvSpPr>
          <p:spPr>
            <a:xfrm>
              <a:off x="-370675" y="4365963"/>
              <a:ext cx="52388" cy="41275"/>
            </a:xfrm>
            <a:custGeom>
              <a:rect b="b" l="l" r="r" t="t"/>
              <a:pathLst>
                <a:path extrusionOk="0" h="11" w="14">
                  <a:moveTo>
                    <a:pt x="14" y="4"/>
                  </a:moveTo>
                  <a:cubicBezTo>
                    <a:pt x="14" y="8"/>
                    <a:pt x="10" y="11"/>
                    <a:pt x="6" y="11"/>
                  </a:cubicBezTo>
                  <a:cubicBezTo>
                    <a:pt x="3" y="11"/>
                    <a:pt x="0" y="8"/>
                    <a:pt x="0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2"/>
                    <a:pt x="4" y="0"/>
                    <a:pt x="7" y="0"/>
                  </a:cubicBezTo>
                  <a:cubicBezTo>
                    <a:pt x="9" y="0"/>
                    <a:pt x="12" y="1"/>
                    <a:pt x="13" y="3"/>
                  </a:cubicBezTo>
                  <a:cubicBezTo>
                    <a:pt x="14" y="3"/>
                    <a:pt x="14" y="4"/>
                    <a:pt x="14" y="4"/>
                  </a:cubicBezTo>
                </a:path>
              </a:pathLst>
            </a:cu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9" name="Google Shape;2019;p14"/>
            <p:cNvSpPr/>
            <p:nvPr/>
          </p:nvSpPr>
          <p:spPr>
            <a:xfrm>
              <a:off x="-307175" y="4286588"/>
              <a:ext cx="22225" cy="33338"/>
            </a:xfrm>
            <a:custGeom>
              <a:rect b="b" l="l" r="r" t="t"/>
              <a:pathLst>
                <a:path extrusionOk="0" h="9" w="6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2" y="1"/>
                    <a:pt x="3" y="1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5" y="4"/>
                    <a:pt x="5" y="5"/>
                  </a:cubicBezTo>
                  <a:cubicBezTo>
                    <a:pt x="5" y="7"/>
                    <a:pt x="3" y="9"/>
                    <a:pt x="0" y="9"/>
                  </a:cubicBezTo>
                  <a:cubicBezTo>
                    <a:pt x="0" y="9"/>
                    <a:pt x="1" y="9"/>
                    <a:pt x="1" y="9"/>
                  </a:cubicBezTo>
                  <a:cubicBezTo>
                    <a:pt x="4" y="9"/>
                    <a:pt x="6" y="7"/>
                    <a:pt x="6" y="5"/>
                  </a:cubicBezTo>
                  <a:cubicBezTo>
                    <a:pt x="6" y="4"/>
                    <a:pt x="6" y="3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14"/>
            <p:cNvSpPr/>
            <p:nvPr/>
          </p:nvSpPr>
          <p:spPr>
            <a:xfrm>
              <a:off x="-326225" y="4286588"/>
              <a:ext cx="38100" cy="33338"/>
            </a:xfrm>
            <a:custGeom>
              <a:rect b="b" l="l" r="r" t="t"/>
              <a:pathLst>
                <a:path extrusionOk="0" h="9" w="10">
                  <a:moveTo>
                    <a:pt x="10" y="5"/>
                  </a:moveTo>
                  <a:cubicBezTo>
                    <a:pt x="10" y="7"/>
                    <a:pt x="7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4"/>
                    <a:pt x="1" y="4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6" y="0"/>
                    <a:pt x="8" y="1"/>
                    <a:pt x="9" y="2"/>
                  </a:cubicBezTo>
                  <a:cubicBezTo>
                    <a:pt x="9" y="3"/>
                    <a:pt x="10" y="4"/>
                    <a:pt x="10" y="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14"/>
            <p:cNvSpPr/>
            <p:nvPr/>
          </p:nvSpPr>
          <p:spPr>
            <a:xfrm>
              <a:off x="-323050" y="4286588"/>
              <a:ext cx="30163" cy="25400"/>
            </a:xfrm>
            <a:custGeom>
              <a:rect b="b" l="l" r="r" t="t"/>
              <a:pathLst>
                <a:path extrusionOk="0" h="7" w="8">
                  <a:moveTo>
                    <a:pt x="8" y="3"/>
                  </a:moveTo>
                  <a:cubicBezTo>
                    <a:pt x="8" y="5"/>
                    <a:pt x="6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7" y="1"/>
                    <a:pt x="8" y="2"/>
                  </a:cubicBezTo>
                  <a:cubicBezTo>
                    <a:pt x="8" y="2"/>
                    <a:pt x="8" y="3"/>
                    <a:pt x="8" y="3"/>
                  </a:cubicBezTo>
                </a:path>
              </a:pathLst>
            </a:cu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2" name="Google Shape;2022;p14"/>
            <p:cNvSpPr/>
            <p:nvPr/>
          </p:nvSpPr>
          <p:spPr>
            <a:xfrm>
              <a:off x="-315112" y="4297700"/>
              <a:ext cx="11100" cy="11100"/>
            </a:xfrm>
            <a:prstGeom prst="ellipse">
              <a:avLst/>
            </a:pr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3" name="Google Shape;2023;p14"/>
            <p:cNvSpPr/>
            <p:nvPr/>
          </p:nvSpPr>
          <p:spPr>
            <a:xfrm>
              <a:off x="-70637" y="4070688"/>
              <a:ext cx="38100" cy="57150"/>
            </a:xfrm>
            <a:custGeom>
              <a:rect b="b" l="l" r="r" t="t"/>
              <a:pathLst>
                <a:path extrusionOk="0" h="15" w="10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1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4"/>
                    <a:pt x="8" y="5"/>
                    <a:pt x="8" y="7"/>
                  </a:cubicBezTo>
                  <a:cubicBezTo>
                    <a:pt x="8" y="11"/>
                    <a:pt x="4" y="15"/>
                    <a:pt x="0" y="15"/>
                  </a:cubicBezTo>
                  <a:cubicBezTo>
                    <a:pt x="0" y="15"/>
                    <a:pt x="0" y="15"/>
                    <a:pt x="1" y="15"/>
                  </a:cubicBezTo>
                  <a:cubicBezTo>
                    <a:pt x="5" y="15"/>
                    <a:pt x="10" y="11"/>
                    <a:pt x="10" y="7"/>
                  </a:cubicBezTo>
                  <a:cubicBezTo>
                    <a:pt x="10" y="5"/>
                    <a:pt x="9" y="4"/>
                    <a:pt x="8" y="3"/>
                  </a:cubicBezTo>
                  <a:cubicBezTo>
                    <a:pt x="6" y="1"/>
                    <a:pt x="3" y="0"/>
                    <a:pt x="1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14"/>
            <p:cNvSpPr/>
            <p:nvPr/>
          </p:nvSpPr>
          <p:spPr>
            <a:xfrm>
              <a:off x="-100800" y="4070688"/>
              <a:ext cx="60325" cy="57150"/>
            </a:xfrm>
            <a:custGeom>
              <a:rect b="b" l="l" r="r" t="t"/>
              <a:pathLst>
                <a:path extrusionOk="0" h="15" w="16">
                  <a:moveTo>
                    <a:pt x="16" y="7"/>
                  </a:moveTo>
                  <a:cubicBezTo>
                    <a:pt x="16" y="11"/>
                    <a:pt x="12" y="15"/>
                    <a:pt x="8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6"/>
                    <a:pt x="1" y="5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2"/>
                    <a:pt x="5" y="0"/>
                    <a:pt x="8" y="0"/>
                  </a:cubicBezTo>
                  <a:cubicBezTo>
                    <a:pt x="10" y="0"/>
                    <a:pt x="12" y="1"/>
                    <a:pt x="14" y="3"/>
                  </a:cubicBezTo>
                  <a:cubicBezTo>
                    <a:pt x="15" y="4"/>
                    <a:pt x="16" y="5"/>
                    <a:pt x="16" y="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5" name="Google Shape;2025;p14"/>
            <p:cNvSpPr/>
            <p:nvPr/>
          </p:nvSpPr>
          <p:spPr>
            <a:xfrm>
              <a:off x="-96037" y="4070688"/>
              <a:ext cx="49213" cy="42862"/>
            </a:xfrm>
            <a:custGeom>
              <a:rect b="b" l="l" r="r" t="t"/>
              <a:pathLst>
                <a:path extrusionOk="0" h="11" w="13">
                  <a:moveTo>
                    <a:pt x="13" y="5"/>
                  </a:moveTo>
                  <a:cubicBezTo>
                    <a:pt x="13" y="8"/>
                    <a:pt x="10" y="11"/>
                    <a:pt x="6" y="11"/>
                  </a:cubicBezTo>
                  <a:cubicBezTo>
                    <a:pt x="3" y="11"/>
                    <a:pt x="0" y="8"/>
                    <a:pt x="0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2"/>
                    <a:pt x="4" y="0"/>
                    <a:pt x="7" y="0"/>
                  </a:cubicBezTo>
                  <a:cubicBezTo>
                    <a:pt x="9" y="0"/>
                    <a:pt x="11" y="1"/>
                    <a:pt x="13" y="3"/>
                  </a:cubicBezTo>
                  <a:cubicBezTo>
                    <a:pt x="13" y="3"/>
                    <a:pt x="13" y="4"/>
                    <a:pt x="13" y="5"/>
                  </a:cubicBezTo>
                </a:path>
              </a:pathLst>
            </a:cu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14"/>
            <p:cNvSpPr/>
            <p:nvPr/>
          </p:nvSpPr>
          <p:spPr>
            <a:xfrm>
              <a:off x="-84925" y="4086563"/>
              <a:ext cx="19200" cy="19200"/>
            </a:xfrm>
            <a:prstGeom prst="ellipse">
              <a:avLst/>
            </a:pr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7" name="Google Shape;2027;p14"/>
            <p:cNvSpPr/>
            <p:nvPr/>
          </p:nvSpPr>
          <p:spPr>
            <a:xfrm>
              <a:off x="-130962" y="4259600"/>
              <a:ext cx="523875" cy="403225"/>
            </a:xfrm>
            <a:custGeom>
              <a:rect b="b" l="l" r="r" t="t"/>
              <a:pathLst>
                <a:path extrusionOk="0" h="107" w="139">
                  <a:moveTo>
                    <a:pt x="33" y="74"/>
                  </a:moveTo>
                  <a:cubicBezTo>
                    <a:pt x="33" y="74"/>
                    <a:pt x="33" y="74"/>
                    <a:pt x="33" y="74"/>
                  </a:cubicBezTo>
                  <a:cubicBezTo>
                    <a:pt x="35" y="74"/>
                    <a:pt x="37" y="75"/>
                    <a:pt x="38" y="76"/>
                  </a:cubicBezTo>
                  <a:cubicBezTo>
                    <a:pt x="39" y="77"/>
                    <a:pt x="39" y="78"/>
                    <a:pt x="39" y="79"/>
                  </a:cubicBezTo>
                  <a:cubicBezTo>
                    <a:pt x="39" y="82"/>
                    <a:pt x="36" y="84"/>
                    <a:pt x="33" y="84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3" y="84"/>
                    <a:pt x="32" y="84"/>
                    <a:pt x="32" y="84"/>
                  </a:cubicBezTo>
                  <a:cubicBezTo>
                    <a:pt x="30" y="84"/>
                    <a:pt x="27" y="82"/>
                    <a:pt x="27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7" y="78"/>
                    <a:pt x="27" y="78"/>
                    <a:pt x="28" y="77"/>
                  </a:cubicBezTo>
                  <a:cubicBezTo>
                    <a:pt x="28" y="77"/>
                    <a:pt x="28" y="77"/>
                    <a:pt x="28" y="77"/>
                  </a:cubicBezTo>
                  <a:cubicBezTo>
                    <a:pt x="28" y="77"/>
                    <a:pt x="28" y="77"/>
                    <a:pt x="28" y="77"/>
                  </a:cubicBezTo>
                  <a:cubicBezTo>
                    <a:pt x="28" y="77"/>
                    <a:pt x="28" y="77"/>
                    <a:pt x="28" y="77"/>
                  </a:cubicBezTo>
                  <a:cubicBezTo>
                    <a:pt x="29" y="75"/>
                    <a:pt x="30" y="74"/>
                    <a:pt x="32" y="74"/>
                  </a:cubicBezTo>
                  <a:cubicBezTo>
                    <a:pt x="32" y="74"/>
                    <a:pt x="33" y="74"/>
                    <a:pt x="33" y="74"/>
                  </a:cubicBezTo>
                  <a:moveTo>
                    <a:pt x="79" y="87"/>
                  </a:moveTo>
                  <a:cubicBezTo>
                    <a:pt x="56" y="87"/>
                    <a:pt x="30" y="80"/>
                    <a:pt x="30" y="55"/>
                  </a:cubicBezTo>
                  <a:cubicBezTo>
                    <a:pt x="30" y="30"/>
                    <a:pt x="60" y="11"/>
                    <a:pt x="83" y="11"/>
                  </a:cubicBezTo>
                  <a:cubicBezTo>
                    <a:pt x="105" y="11"/>
                    <a:pt x="126" y="15"/>
                    <a:pt x="126" y="40"/>
                  </a:cubicBezTo>
                  <a:cubicBezTo>
                    <a:pt x="126" y="65"/>
                    <a:pt x="101" y="87"/>
                    <a:pt x="79" y="87"/>
                  </a:cubicBezTo>
                  <a:moveTo>
                    <a:pt x="76" y="0"/>
                  </a:moveTo>
                  <a:cubicBezTo>
                    <a:pt x="44" y="0"/>
                    <a:pt x="0" y="27"/>
                    <a:pt x="0" y="62"/>
                  </a:cubicBezTo>
                  <a:cubicBezTo>
                    <a:pt x="0" y="98"/>
                    <a:pt x="38" y="107"/>
                    <a:pt x="70" y="107"/>
                  </a:cubicBezTo>
                  <a:cubicBezTo>
                    <a:pt x="102" y="107"/>
                    <a:pt x="139" y="76"/>
                    <a:pt x="139" y="41"/>
                  </a:cubicBezTo>
                  <a:cubicBezTo>
                    <a:pt x="139" y="5"/>
                    <a:pt x="108" y="0"/>
                    <a:pt x="76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8" name="Google Shape;2028;p14"/>
            <p:cNvSpPr/>
            <p:nvPr/>
          </p:nvSpPr>
          <p:spPr>
            <a:xfrm>
              <a:off x="-16662" y="4300875"/>
              <a:ext cx="361950" cy="287338"/>
            </a:xfrm>
            <a:custGeom>
              <a:rect b="b" l="l" r="r" t="t"/>
              <a:pathLst>
                <a:path extrusionOk="0" h="76" w="96">
                  <a:moveTo>
                    <a:pt x="74" y="31"/>
                  </a:moveTo>
                  <a:cubicBezTo>
                    <a:pt x="74" y="31"/>
                    <a:pt x="74" y="31"/>
                    <a:pt x="75" y="31"/>
                  </a:cubicBezTo>
                  <a:cubicBezTo>
                    <a:pt x="79" y="31"/>
                    <a:pt x="84" y="33"/>
                    <a:pt x="87" y="36"/>
                  </a:cubicBezTo>
                  <a:cubicBezTo>
                    <a:pt x="89" y="38"/>
                    <a:pt x="91" y="40"/>
                    <a:pt x="91" y="43"/>
                  </a:cubicBezTo>
                  <a:cubicBezTo>
                    <a:pt x="91" y="51"/>
                    <a:pt x="83" y="57"/>
                    <a:pt x="75" y="57"/>
                  </a:cubicBezTo>
                  <a:cubicBezTo>
                    <a:pt x="74" y="57"/>
                    <a:pt x="74" y="57"/>
                    <a:pt x="73" y="57"/>
                  </a:cubicBezTo>
                  <a:cubicBezTo>
                    <a:pt x="73" y="57"/>
                    <a:pt x="73" y="57"/>
                    <a:pt x="73" y="57"/>
                  </a:cubicBezTo>
                  <a:cubicBezTo>
                    <a:pt x="65" y="57"/>
                    <a:pt x="60" y="51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2"/>
                    <a:pt x="60" y="40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3" y="34"/>
                    <a:pt x="68" y="31"/>
                    <a:pt x="73" y="31"/>
                  </a:cubicBezTo>
                  <a:cubicBezTo>
                    <a:pt x="73" y="31"/>
                    <a:pt x="73" y="31"/>
                    <a:pt x="74" y="31"/>
                  </a:cubicBezTo>
                  <a:moveTo>
                    <a:pt x="25" y="24"/>
                  </a:moveTo>
                  <a:cubicBezTo>
                    <a:pt x="25" y="24"/>
                    <a:pt x="25" y="24"/>
                    <a:pt x="26" y="24"/>
                  </a:cubicBezTo>
                  <a:cubicBezTo>
                    <a:pt x="29" y="24"/>
                    <a:pt x="32" y="25"/>
                    <a:pt x="34" y="27"/>
                  </a:cubicBezTo>
                  <a:cubicBezTo>
                    <a:pt x="35" y="29"/>
                    <a:pt x="36" y="30"/>
                    <a:pt x="36" y="32"/>
                  </a:cubicBezTo>
                  <a:cubicBezTo>
                    <a:pt x="36" y="37"/>
                    <a:pt x="31" y="41"/>
                    <a:pt x="26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1"/>
                    <a:pt x="25" y="41"/>
                    <a:pt x="24" y="41"/>
                  </a:cubicBezTo>
                  <a:cubicBezTo>
                    <a:pt x="20" y="41"/>
                    <a:pt x="16" y="37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1"/>
                    <a:pt x="17" y="30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8" y="26"/>
                    <a:pt x="21" y="24"/>
                    <a:pt x="24" y="24"/>
                  </a:cubicBezTo>
                  <a:cubicBezTo>
                    <a:pt x="25" y="24"/>
                    <a:pt x="25" y="24"/>
                    <a:pt x="25" y="24"/>
                  </a:cubicBezTo>
                  <a:moveTo>
                    <a:pt x="53" y="0"/>
                  </a:moveTo>
                  <a:cubicBezTo>
                    <a:pt x="30" y="0"/>
                    <a:pt x="0" y="19"/>
                    <a:pt x="0" y="44"/>
                  </a:cubicBezTo>
                  <a:cubicBezTo>
                    <a:pt x="0" y="69"/>
                    <a:pt x="26" y="76"/>
                    <a:pt x="49" y="76"/>
                  </a:cubicBezTo>
                  <a:cubicBezTo>
                    <a:pt x="71" y="76"/>
                    <a:pt x="96" y="54"/>
                    <a:pt x="96" y="29"/>
                  </a:cubicBezTo>
                  <a:cubicBezTo>
                    <a:pt x="96" y="4"/>
                    <a:pt x="75" y="0"/>
                    <a:pt x="53" y="0"/>
                  </a:cubicBez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14"/>
            <p:cNvSpPr/>
            <p:nvPr/>
          </p:nvSpPr>
          <p:spPr>
            <a:xfrm>
              <a:off x="208763" y="4418350"/>
              <a:ext cx="117475" cy="98425"/>
            </a:xfrm>
            <a:custGeom>
              <a:rect b="b" l="l" r="r" t="t"/>
              <a:pathLst>
                <a:path extrusionOk="0" h="26" w="31"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moveTo>
                    <a:pt x="15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7" y="0"/>
                    <a:pt x="21" y="2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6" y="7"/>
                    <a:pt x="27" y="9"/>
                    <a:pt x="27" y="12"/>
                  </a:cubicBezTo>
                  <a:cubicBezTo>
                    <a:pt x="27" y="19"/>
                    <a:pt x="20" y="25"/>
                    <a:pt x="13" y="26"/>
                  </a:cubicBezTo>
                  <a:cubicBezTo>
                    <a:pt x="14" y="26"/>
                    <a:pt x="14" y="26"/>
                    <a:pt x="15" y="26"/>
                  </a:cubicBezTo>
                  <a:cubicBezTo>
                    <a:pt x="23" y="26"/>
                    <a:pt x="31" y="20"/>
                    <a:pt x="31" y="12"/>
                  </a:cubicBezTo>
                  <a:cubicBezTo>
                    <a:pt x="31" y="9"/>
                    <a:pt x="29" y="7"/>
                    <a:pt x="27" y="5"/>
                  </a:cubicBezTo>
                  <a:cubicBezTo>
                    <a:pt x="24" y="2"/>
                    <a:pt x="19" y="0"/>
                    <a:pt x="15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14"/>
            <p:cNvSpPr/>
            <p:nvPr/>
          </p:nvSpPr>
          <p:spPr>
            <a:xfrm>
              <a:off x="208763" y="4445338"/>
              <a:ext cx="49213" cy="71437"/>
            </a:xfrm>
            <a:custGeom>
              <a:rect b="b" l="l" r="r" t="t"/>
              <a:pathLst>
                <a:path extrusionOk="0" h="19" w="13">
                  <a:moveTo>
                    <a:pt x="0" y="6"/>
                  </a:moveTo>
                  <a:cubicBezTo>
                    <a:pt x="0" y="13"/>
                    <a:pt x="5" y="19"/>
                    <a:pt x="13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6" y="18"/>
                    <a:pt x="0" y="13"/>
                    <a:pt x="0" y="6"/>
                  </a:cubicBezTo>
                  <a:moveTo>
                    <a:pt x="1" y="0"/>
                  </a:moveTo>
                  <a:cubicBezTo>
                    <a:pt x="0" y="2"/>
                    <a:pt x="0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14"/>
            <p:cNvSpPr/>
            <p:nvPr/>
          </p:nvSpPr>
          <p:spPr>
            <a:xfrm>
              <a:off x="208763" y="4437400"/>
              <a:ext cx="101600" cy="79375"/>
            </a:xfrm>
            <a:custGeom>
              <a:rect b="b" l="l" r="r" t="t"/>
              <a:pathLst>
                <a:path extrusionOk="0" h="21" w="27">
                  <a:moveTo>
                    <a:pt x="24" y="0"/>
                  </a:moveTo>
                  <a:cubicBezTo>
                    <a:pt x="24" y="1"/>
                    <a:pt x="24" y="2"/>
                    <a:pt x="24" y="3"/>
                  </a:cubicBezTo>
                  <a:cubicBezTo>
                    <a:pt x="24" y="9"/>
                    <a:pt x="18" y="14"/>
                    <a:pt x="12" y="14"/>
                  </a:cubicBezTo>
                  <a:cubicBezTo>
                    <a:pt x="6" y="14"/>
                    <a:pt x="1" y="9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4"/>
                    <a:pt x="0" y="6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5"/>
                    <a:pt x="6" y="20"/>
                    <a:pt x="13" y="21"/>
                  </a:cubicBezTo>
                  <a:cubicBezTo>
                    <a:pt x="20" y="20"/>
                    <a:pt x="27" y="14"/>
                    <a:pt x="27" y="7"/>
                  </a:cubicBezTo>
                  <a:cubicBezTo>
                    <a:pt x="27" y="4"/>
                    <a:pt x="26" y="2"/>
                    <a:pt x="24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2" name="Google Shape;2032;p14"/>
            <p:cNvSpPr/>
            <p:nvPr/>
          </p:nvSpPr>
          <p:spPr>
            <a:xfrm>
              <a:off x="211938" y="4418350"/>
              <a:ext cx="49213" cy="30163"/>
            </a:xfrm>
            <a:custGeom>
              <a:rect b="b" l="l" r="r" t="t"/>
              <a:pathLst>
                <a:path extrusionOk="0" h="8" w="13">
                  <a:moveTo>
                    <a:pt x="12" y="0"/>
                  </a:moveTo>
                  <a:cubicBezTo>
                    <a:pt x="7" y="0"/>
                    <a:pt x="2" y="3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8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3" y="3"/>
                    <a:pt x="7" y="1"/>
                    <a:pt x="13" y="0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3" name="Google Shape;2033;p14"/>
            <p:cNvSpPr/>
            <p:nvPr/>
          </p:nvSpPr>
          <p:spPr>
            <a:xfrm>
              <a:off x="211938" y="4418350"/>
              <a:ext cx="87312" cy="71437"/>
            </a:xfrm>
            <a:custGeom>
              <a:rect b="b" l="l" r="r" t="t"/>
              <a:pathLst>
                <a:path extrusionOk="0" h="19" w="23">
                  <a:moveTo>
                    <a:pt x="10" y="15"/>
                  </a:moveTo>
                  <a:cubicBezTo>
                    <a:pt x="8" y="15"/>
                    <a:pt x="5" y="13"/>
                    <a:pt x="5" y="11"/>
                  </a:cubicBezTo>
                  <a:cubicBezTo>
                    <a:pt x="5" y="9"/>
                    <a:pt x="8" y="7"/>
                    <a:pt x="10" y="7"/>
                  </a:cubicBezTo>
                  <a:cubicBezTo>
                    <a:pt x="13" y="7"/>
                    <a:pt x="15" y="9"/>
                    <a:pt x="15" y="11"/>
                  </a:cubicBezTo>
                  <a:cubicBezTo>
                    <a:pt x="15" y="13"/>
                    <a:pt x="13" y="15"/>
                    <a:pt x="10" y="15"/>
                  </a:cubicBezTo>
                  <a:moveTo>
                    <a:pt x="13" y="0"/>
                  </a:moveTo>
                  <a:cubicBezTo>
                    <a:pt x="7" y="1"/>
                    <a:pt x="3" y="3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4"/>
                    <a:pt x="5" y="19"/>
                    <a:pt x="11" y="19"/>
                  </a:cubicBezTo>
                  <a:cubicBezTo>
                    <a:pt x="17" y="19"/>
                    <a:pt x="23" y="14"/>
                    <a:pt x="23" y="8"/>
                  </a:cubicBezTo>
                  <a:cubicBezTo>
                    <a:pt x="23" y="7"/>
                    <a:pt x="23" y="6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0" y="2"/>
                    <a:pt x="16" y="0"/>
                    <a:pt x="13" y="0"/>
                  </a:cubicBezTo>
                </a:path>
              </a:pathLst>
            </a:cu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4" name="Google Shape;2034;p14"/>
            <p:cNvSpPr/>
            <p:nvPr/>
          </p:nvSpPr>
          <p:spPr>
            <a:xfrm>
              <a:off x="230988" y="4445338"/>
              <a:ext cx="38100" cy="30300"/>
            </a:xfrm>
            <a:prstGeom prst="ellipse">
              <a:avLst/>
            </a:pr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5" name="Google Shape;2035;p14"/>
            <p:cNvSpPr/>
            <p:nvPr/>
          </p:nvSpPr>
          <p:spPr>
            <a:xfrm>
              <a:off x="77000" y="4391363"/>
              <a:ext cx="41275" cy="65088"/>
            </a:xfrm>
            <a:custGeom>
              <a:rect b="b" l="l" r="r" t="t"/>
              <a:pathLst>
                <a:path extrusionOk="0" h="17" w="1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5" y="2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8" y="5"/>
                    <a:pt x="8" y="6"/>
                    <a:pt x="8" y="8"/>
                  </a:cubicBezTo>
                  <a:cubicBezTo>
                    <a:pt x="8" y="12"/>
                    <a:pt x="4" y="16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6" y="17"/>
                    <a:pt x="11" y="13"/>
                    <a:pt x="11" y="8"/>
                  </a:cubicBezTo>
                  <a:cubicBezTo>
                    <a:pt x="11" y="6"/>
                    <a:pt x="10" y="5"/>
                    <a:pt x="9" y="3"/>
                  </a:cubicBezTo>
                  <a:cubicBezTo>
                    <a:pt x="7" y="1"/>
                    <a:pt x="4" y="0"/>
                    <a:pt x="1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6" name="Google Shape;2036;p14"/>
            <p:cNvSpPr/>
            <p:nvPr/>
          </p:nvSpPr>
          <p:spPr>
            <a:xfrm>
              <a:off x="43663" y="4410413"/>
              <a:ext cx="33338" cy="46037"/>
            </a:xfrm>
            <a:custGeom>
              <a:rect b="b" l="l" r="r" t="t"/>
              <a:pathLst>
                <a:path extrusionOk="0" h="12" w="9">
                  <a:moveTo>
                    <a:pt x="0" y="4"/>
                  </a:moveTo>
                  <a:cubicBezTo>
                    <a:pt x="0" y="8"/>
                    <a:pt x="4" y="12"/>
                    <a:pt x="8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4" y="11"/>
                    <a:pt x="0" y="8"/>
                    <a:pt x="0" y="4"/>
                  </a:cubicBezTo>
                  <a:moveTo>
                    <a:pt x="1" y="0"/>
                  </a:moveTo>
                  <a:cubicBezTo>
                    <a:pt x="1" y="1"/>
                    <a:pt x="0" y="2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037;p14"/>
            <p:cNvSpPr/>
            <p:nvPr/>
          </p:nvSpPr>
          <p:spPr>
            <a:xfrm>
              <a:off x="43663" y="4402475"/>
              <a:ext cx="63500" cy="53975"/>
            </a:xfrm>
            <a:custGeom>
              <a:rect b="b" l="l" r="r" t="t"/>
              <a:pathLst>
                <a:path extrusionOk="0" h="14" w="17">
                  <a:moveTo>
                    <a:pt x="15" y="0"/>
                  </a:moveTo>
                  <a:cubicBezTo>
                    <a:pt x="16" y="1"/>
                    <a:pt x="16" y="2"/>
                    <a:pt x="16" y="2"/>
                  </a:cubicBezTo>
                  <a:cubicBezTo>
                    <a:pt x="16" y="6"/>
                    <a:pt x="12" y="9"/>
                    <a:pt x="8" y="9"/>
                  </a:cubicBezTo>
                  <a:cubicBezTo>
                    <a:pt x="4" y="9"/>
                    <a:pt x="1" y="6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10"/>
                    <a:pt x="4" y="13"/>
                    <a:pt x="9" y="14"/>
                  </a:cubicBezTo>
                  <a:cubicBezTo>
                    <a:pt x="13" y="13"/>
                    <a:pt x="17" y="9"/>
                    <a:pt x="17" y="5"/>
                  </a:cubicBezTo>
                  <a:cubicBezTo>
                    <a:pt x="17" y="3"/>
                    <a:pt x="17" y="2"/>
                    <a:pt x="1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8" name="Google Shape;2038;p14"/>
            <p:cNvSpPr/>
            <p:nvPr/>
          </p:nvSpPr>
          <p:spPr>
            <a:xfrm>
              <a:off x="46838" y="4391363"/>
              <a:ext cx="30163" cy="19050"/>
            </a:xfrm>
            <a:custGeom>
              <a:rect b="b" l="l" r="r" t="t"/>
              <a:pathLst>
                <a:path extrusionOk="0" h="5" w="8">
                  <a:moveTo>
                    <a:pt x="7" y="0"/>
                  </a:moveTo>
                  <a:cubicBezTo>
                    <a:pt x="4" y="0"/>
                    <a:pt x="1" y="2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2"/>
                    <a:pt x="5" y="1"/>
                    <a:pt x="8" y="0"/>
                  </a:cubicBezTo>
                  <a:cubicBezTo>
                    <a:pt x="8" y="0"/>
                    <a:pt x="8" y="0"/>
                    <a:pt x="7" y="0"/>
                  </a:cubicBezTo>
                </a:path>
              </a:pathLst>
            </a:cu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9" name="Google Shape;2039;p14"/>
            <p:cNvSpPr/>
            <p:nvPr/>
          </p:nvSpPr>
          <p:spPr>
            <a:xfrm>
              <a:off x="46838" y="4391363"/>
              <a:ext cx="57150" cy="46037"/>
            </a:xfrm>
            <a:custGeom>
              <a:rect b="b" l="l" r="r" t="t"/>
              <a:pathLst>
                <a:path extrusionOk="0" h="12" w="15">
                  <a:moveTo>
                    <a:pt x="7" y="10"/>
                  </a:moveTo>
                  <a:cubicBezTo>
                    <a:pt x="5" y="10"/>
                    <a:pt x="4" y="9"/>
                    <a:pt x="4" y="7"/>
                  </a:cubicBezTo>
                  <a:cubicBezTo>
                    <a:pt x="4" y="6"/>
                    <a:pt x="5" y="5"/>
                    <a:pt x="7" y="5"/>
                  </a:cubicBezTo>
                  <a:cubicBezTo>
                    <a:pt x="8" y="5"/>
                    <a:pt x="10" y="6"/>
                    <a:pt x="10" y="7"/>
                  </a:cubicBezTo>
                  <a:cubicBezTo>
                    <a:pt x="10" y="9"/>
                    <a:pt x="8" y="10"/>
                    <a:pt x="7" y="10"/>
                  </a:cubicBezTo>
                  <a:moveTo>
                    <a:pt x="8" y="0"/>
                  </a:moveTo>
                  <a:cubicBezTo>
                    <a:pt x="5" y="1"/>
                    <a:pt x="2" y="2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9"/>
                    <a:pt x="3" y="12"/>
                    <a:pt x="7" y="12"/>
                  </a:cubicBezTo>
                  <a:cubicBezTo>
                    <a:pt x="11" y="12"/>
                    <a:pt x="15" y="9"/>
                    <a:pt x="15" y="5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3" y="2"/>
                    <a:pt x="10" y="1"/>
                    <a:pt x="8" y="0"/>
                  </a:cubicBezTo>
                </a:path>
              </a:pathLst>
            </a:cu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0" name="Google Shape;2040;p14"/>
            <p:cNvSpPr/>
            <p:nvPr/>
          </p:nvSpPr>
          <p:spPr>
            <a:xfrm>
              <a:off x="62713" y="4410413"/>
              <a:ext cx="22200" cy="19200"/>
            </a:xfrm>
            <a:prstGeom prst="ellipse">
              <a:avLst/>
            </a:pr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14"/>
            <p:cNvSpPr/>
            <p:nvPr/>
          </p:nvSpPr>
          <p:spPr>
            <a:xfrm>
              <a:off x="299250" y="4229438"/>
              <a:ext cx="79375" cy="60325"/>
            </a:xfrm>
            <a:custGeom>
              <a:rect b="b" l="l" r="r" t="t"/>
              <a:pathLst>
                <a:path extrusionOk="0" h="16" w="21">
                  <a:moveTo>
                    <a:pt x="19" y="0"/>
                  </a:moveTo>
                  <a:cubicBezTo>
                    <a:pt x="19" y="0"/>
                    <a:pt x="19" y="1"/>
                    <a:pt x="19" y="2"/>
                  </a:cubicBezTo>
                  <a:cubicBezTo>
                    <a:pt x="19" y="7"/>
                    <a:pt x="15" y="11"/>
                    <a:pt x="10" y="11"/>
                  </a:cubicBezTo>
                  <a:cubicBezTo>
                    <a:pt x="5" y="11"/>
                    <a:pt x="1" y="7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0" y="5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11"/>
                    <a:pt x="5" y="16"/>
                    <a:pt x="11" y="16"/>
                  </a:cubicBezTo>
                  <a:cubicBezTo>
                    <a:pt x="16" y="16"/>
                    <a:pt x="21" y="11"/>
                    <a:pt x="21" y="6"/>
                  </a:cubicBezTo>
                  <a:cubicBezTo>
                    <a:pt x="21" y="3"/>
                    <a:pt x="20" y="1"/>
                    <a:pt x="19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14"/>
            <p:cNvSpPr/>
            <p:nvPr/>
          </p:nvSpPr>
          <p:spPr>
            <a:xfrm>
              <a:off x="302425" y="4215150"/>
              <a:ext cx="68262" cy="55563"/>
            </a:xfrm>
            <a:custGeom>
              <a:rect b="b" l="l" r="r" t="t"/>
              <a:pathLst>
                <a:path extrusionOk="0" h="15" w="18">
                  <a:moveTo>
                    <a:pt x="8" y="12"/>
                  </a:moveTo>
                  <a:cubicBezTo>
                    <a:pt x="6" y="12"/>
                    <a:pt x="4" y="10"/>
                    <a:pt x="4" y="9"/>
                  </a:cubicBezTo>
                  <a:cubicBezTo>
                    <a:pt x="4" y="7"/>
                    <a:pt x="6" y="5"/>
                    <a:pt x="8" y="5"/>
                  </a:cubicBezTo>
                  <a:cubicBezTo>
                    <a:pt x="10" y="5"/>
                    <a:pt x="12" y="7"/>
                    <a:pt x="12" y="9"/>
                  </a:cubicBezTo>
                  <a:cubicBezTo>
                    <a:pt x="12" y="10"/>
                    <a:pt x="10" y="12"/>
                    <a:pt x="8" y="12"/>
                  </a:cubicBezTo>
                  <a:moveTo>
                    <a:pt x="10" y="0"/>
                  </a:moveTo>
                  <a:cubicBezTo>
                    <a:pt x="6" y="0"/>
                    <a:pt x="2" y="2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11"/>
                    <a:pt x="4" y="15"/>
                    <a:pt x="9" y="15"/>
                  </a:cubicBezTo>
                  <a:cubicBezTo>
                    <a:pt x="14" y="15"/>
                    <a:pt x="18" y="11"/>
                    <a:pt x="18" y="6"/>
                  </a:cubicBezTo>
                  <a:cubicBezTo>
                    <a:pt x="18" y="5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6" y="2"/>
                    <a:pt x="13" y="0"/>
                    <a:pt x="10" y="0"/>
                  </a:cubicBezTo>
                </a:path>
              </a:pathLst>
            </a:cu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14"/>
            <p:cNvSpPr/>
            <p:nvPr/>
          </p:nvSpPr>
          <p:spPr>
            <a:xfrm>
              <a:off x="318300" y="4234200"/>
              <a:ext cx="30300" cy="25500"/>
            </a:xfrm>
            <a:prstGeom prst="ellipse">
              <a:avLst/>
            </a:pr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4" name="Google Shape;2044;p14"/>
            <p:cNvSpPr/>
            <p:nvPr/>
          </p:nvSpPr>
          <p:spPr>
            <a:xfrm>
              <a:off x="340525" y="4215150"/>
              <a:ext cx="52388" cy="74613"/>
            </a:xfrm>
            <a:custGeom>
              <a:rect b="b" l="l" r="r" t="t"/>
              <a:pathLst>
                <a:path extrusionOk="0" h="20" w="14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6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5"/>
                    <a:pt x="10" y="7"/>
                    <a:pt x="10" y="10"/>
                  </a:cubicBezTo>
                  <a:cubicBezTo>
                    <a:pt x="10" y="15"/>
                    <a:pt x="5" y="20"/>
                    <a:pt x="0" y="20"/>
                  </a:cubicBezTo>
                  <a:cubicBezTo>
                    <a:pt x="0" y="20"/>
                    <a:pt x="0" y="20"/>
                    <a:pt x="1" y="20"/>
                  </a:cubicBezTo>
                  <a:cubicBezTo>
                    <a:pt x="7" y="20"/>
                    <a:pt x="14" y="15"/>
                    <a:pt x="14" y="10"/>
                  </a:cubicBezTo>
                  <a:cubicBezTo>
                    <a:pt x="14" y="7"/>
                    <a:pt x="12" y="5"/>
                    <a:pt x="11" y="4"/>
                  </a:cubicBezTo>
                  <a:cubicBezTo>
                    <a:pt x="8" y="1"/>
                    <a:pt x="4" y="0"/>
                    <a:pt x="1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5" name="Google Shape;2045;p14"/>
            <p:cNvSpPr/>
            <p:nvPr/>
          </p:nvSpPr>
          <p:spPr>
            <a:xfrm>
              <a:off x="-5550" y="4539000"/>
              <a:ext cx="22225" cy="38100"/>
            </a:xfrm>
            <a:custGeom>
              <a:rect b="b" l="l" r="r" t="t"/>
              <a:pathLst>
                <a:path extrusionOk="0" h="10" w="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3" y="1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5" y="4"/>
                    <a:pt x="5" y="5"/>
                  </a:cubicBezTo>
                  <a:cubicBezTo>
                    <a:pt x="5" y="8"/>
                    <a:pt x="2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10"/>
                    <a:pt x="6" y="8"/>
                    <a:pt x="6" y="5"/>
                  </a:cubicBezTo>
                  <a:cubicBezTo>
                    <a:pt x="6" y="4"/>
                    <a:pt x="6" y="3"/>
                    <a:pt x="5" y="2"/>
                  </a:cubicBezTo>
                  <a:cubicBezTo>
                    <a:pt x="4" y="1"/>
                    <a:pt x="2" y="0"/>
                    <a:pt x="0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6" name="Google Shape;2046;p14"/>
            <p:cNvSpPr/>
            <p:nvPr/>
          </p:nvSpPr>
          <p:spPr>
            <a:xfrm>
              <a:off x="-27775" y="4546938"/>
              <a:ext cx="41275" cy="30163"/>
            </a:xfrm>
            <a:custGeom>
              <a:rect b="b" l="l" r="r" t="t"/>
              <a:pathLst>
                <a:path extrusionOk="0" h="8" w="11">
                  <a:moveTo>
                    <a:pt x="10" y="0"/>
                  </a:moveTo>
                  <a:cubicBezTo>
                    <a:pt x="10" y="0"/>
                    <a:pt x="10" y="1"/>
                    <a:pt x="10" y="1"/>
                  </a:cubicBezTo>
                  <a:cubicBezTo>
                    <a:pt x="10" y="4"/>
                    <a:pt x="7" y="6"/>
                    <a:pt x="5" y="6"/>
                  </a:cubicBezTo>
                  <a:cubicBezTo>
                    <a:pt x="3" y="6"/>
                    <a:pt x="1" y="4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6"/>
                    <a:pt x="3" y="8"/>
                    <a:pt x="6" y="8"/>
                  </a:cubicBezTo>
                  <a:cubicBezTo>
                    <a:pt x="8" y="8"/>
                    <a:pt x="11" y="6"/>
                    <a:pt x="11" y="3"/>
                  </a:cubicBezTo>
                  <a:cubicBezTo>
                    <a:pt x="11" y="2"/>
                    <a:pt x="10" y="1"/>
                    <a:pt x="10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14"/>
            <p:cNvSpPr/>
            <p:nvPr/>
          </p:nvSpPr>
          <p:spPr>
            <a:xfrm>
              <a:off x="-24600" y="4539000"/>
              <a:ext cx="33338" cy="30163"/>
            </a:xfrm>
            <a:custGeom>
              <a:rect b="b" l="l" r="r" t="t"/>
              <a:pathLst>
                <a:path extrusionOk="0" h="8" w="9">
                  <a:moveTo>
                    <a:pt x="4" y="6"/>
                  </a:moveTo>
                  <a:cubicBezTo>
                    <a:pt x="3" y="6"/>
                    <a:pt x="2" y="5"/>
                    <a:pt x="2" y="4"/>
                  </a:cubicBezTo>
                  <a:cubicBezTo>
                    <a:pt x="2" y="4"/>
                    <a:pt x="3" y="3"/>
                    <a:pt x="4" y="3"/>
                  </a:cubicBezTo>
                  <a:cubicBezTo>
                    <a:pt x="5" y="3"/>
                    <a:pt x="6" y="4"/>
                    <a:pt x="6" y="4"/>
                  </a:cubicBezTo>
                  <a:cubicBezTo>
                    <a:pt x="6" y="5"/>
                    <a:pt x="5" y="6"/>
                    <a:pt x="4" y="6"/>
                  </a:cubicBezTo>
                  <a:moveTo>
                    <a:pt x="5" y="0"/>
                  </a:moveTo>
                  <a:cubicBezTo>
                    <a:pt x="3" y="0"/>
                    <a:pt x="1" y="1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6" y="8"/>
                    <a:pt x="9" y="6"/>
                    <a:pt x="9" y="3"/>
                  </a:cubicBezTo>
                  <a:cubicBezTo>
                    <a:pt x="9" y="3"/>
                    <a:pt x="9" y="2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8" y="1"/>
                    <a:pt x="6" y="0"/>
                    <a:pt x="5" y="0"/>
                  </a:cubicBezTo>
                </a:path>
              </a:pathLst>
            </a:cu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048;p14"/>
            <p:cNvSpPr/>
            <p:nvPr/>
          </p:nvSpPr>
          <p:spPr>
            <a:xfrm>
              <a:off x="-16662" y="4550113"/>
              <a:ext cx="14400" cy="11100"/>
            </a:xfrm>
            <a:prstGeom prst="ellipse">
              <a:avLst/>
            </a:pr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049;p14"/>
            <p:cNvSpPr/>
            <p:nvPr/>
          </p:nvSpPr>
          <p:spPr>
            <a:xfrm>
              <a:off x="-107150" y="4311988"/>
              <a:ext cx="41275" cy="60325"/>
            </a:xfrm>
            <a:custGeom>
              <a:rect b="b" l="l" r="r" t="t"/>
              <a:pathLst>
                <a:path extrusionOk="0" h="16" w="1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3" y="0"/>
                    <a:pt x="5" y="1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8" y="4"/>
                    <a:pt x="9" y="6"/>
                    <a:pt x="9" y="7"/>
                  </a:cubicBezTo>
                  <a:cubicBezTo>
                    <a:pt x="9" y="12"/>
                    <a:pt x="4" y="16"/>
                    <a:pt x="0" y="16"/>
                  </a:cubicBezTo>
                  <a:cubicBezTo>
                    <a:pt x="0" y="16"/>
                    <a:pt x="1" y="16"/>
                    <a:pt x="1" y="16"/>
                  </a:cubicBezTo>
                  <a:cubicBezTo>
                    <a:pt x="6" y="16"/>
                    <a:pt x="11" y="12"/>
                    <a:pt x="11" y="7"/>
                  </a:cubicBezTo>
                  <a:cubicBezTo>
                    <a:pt x="11" y="6"/>
                    <a:pt x="10" y="4"/>
                    <a:pt x="9" y="3"/>
                  </a:cubicBezTo>
                  <a:cubicBezTo>
                    <a:pt x="7" y="1"/>
                    <a:pt x="4" y="0"/>
                    <a:pt x="1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050;p14"/>
            <p:cNvSpPr/>
            <p:nvPr/>
          </p:nvSpPr>
          <p:spPr>
            <a:xfrm>
              <a:off x="-142075" y="4324688"/>
              <a:ext cx="68262" cy="47625"/>
            </a:xfrm>
            <a:custGeom>
              <a:rect b="b" l="l" r="r" t="t"/>
              <a:pathLst>
                <a:path extrusionOk="0" h="13" w="18">
                  <a:moveTo>
                    <a:pt x="15" y="0"/>
                  </a:moveTo>
                  <a:cubicBezTo>
                    <a:pt x="16" y="0"/>
                    <a:pt x="16" y="1"/>
                    <a:pt x="16" y="1"/>
                  </a:cubicBezTo>
                  <a:cubicBezTo>
                    <a:pt x="16" y="5"/>
                    <a:pt x="12" y="9"/>
                    <a:pt x="8" y="9"/>
                  </a:cubicBezTo>
                  <a:cubicBezTo>
                    <a:pt x="4" y="9"/>
                    <a:pt x="1" y="6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0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9"/>
                    <a:pt x="4" y="13"/>
                    <a:pt x="9" y="13"/>
                  </a:cubicBezTo>
                  <a:cubicBezTo>
                    <a:pt x="13" y="13"/>
                    <a:pt x="18" y="9"/>
                    <a:pt x="18" y="4"/>
                  </a:cubicBezTo>
                  <a:cubicBezTo>
                    <a:pt x="18" y="3"/>
                    <a:pt x="17" y="1"/>
                    <a:pt x="1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1" name="Google Shape;2051;p14"/>
            <p:cNvSpPr/>
            <p:nvPr/>
          </p:nvSpPr>
          <p:spPr>
            <a:xfrm>
              <a:off x="-137312" y="4311988"/>
              <a:ext cx="55563" cy="46037"/>
            </a:xfrm>
            <a:custGeom>
              <a:rect b="b" l="l" r="r" t="t"/>
              <a:pathLst>
                <a:path extrusionOk="0" h="12" w="15">
                  <a:moveTo>
                    <a:pt x="7" y="9"/>
                  </a:moveTo>
                  <a:cubicBezTo>
                    <a:pt x="5" y="9"/>
                    <a:pt x="4" y="8"/>
                    <a:pt x="4" y="7"/>
                  </a:cubicBezTo>
                  <a:cubicBezTo>
                    <a:pt x="4" y="5"/>
                    <a:pt x="5" y="4"/>
                    <a:pt x="7" y="4"/>
                  </a:cubicBezTo>
                  <a:cubicBezTo>
                    <a:pt x="8" y="4"/>
                    <a:pt x="10" y="5"/>
                    <a:pt x="10" y="7"/>
                  </a:cubicBezTo>
                  <a:cubicBezTo>
                    <a:pt x="10" y="8"/>
                    <a:pt x="8" y="9"/>
                    <a:pt x="7" y="9"/>
                  </a:cubicBezTo>
                  <a:moveTo>
                    <a:pt x="8" y="0"/>
                  </a:moveTo>
                  <a:cubicBezTo>
                    <a:pt x="5" y="0"/>
                    <a:pt x="2" y="2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9"/>
                    <a:pt x="3" y="12"/>
                    <a:pt x="7" y="12"/>
                  </a:cubicBezTo>
                  <a:cubicBezTo>
                    <a:pt x="11" y="12"/>
                    <a:pt x="15" y="8"/>
                    <a:pt x="15" y="4"/>
                  </a:cubicBezTo>
                  <a:cubicBezTo>
                    <a:pt x="15" y="4"/>
                    <a:pt x="15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3" y="1"/>
                    <a:pt x="11" y="0"/>
                    <a:pt x="8" y="0"/>
                  </a:cubicBezTo>
                </a:path>
              </a:pathLst>
            </a:cu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2" name="Google Shape;2052;p14"/>
            <p:cNvSpPr/>
            <p:nvPr/>
          </p:nvSpPr>
          <p:spPr>
            <a:xfrm>
              <a:off x="-123025" y="4327863"/>
              <a:ext cx="22200" cy="19200"/>
            </a:xfrm>
            <a:prstGeom prst="ellipse">
              <a:avLst/>
            </a:pr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3" name="Google Shape;2053;p14"/>
            <p:cNvSpPr/>
            <p:nvPr/>
          </p:nvSpPr>
          <p:spPr>
            <a:xfrm>
              <a:off x="-24600" y="4215150"/>
              <a:ext cx="26988" cy="41275"/>
            </a:xfrm>
            <a:custGeom>
              <a:rect b="b" l="l" r="r" t="t"/>
              <a:pathLst>
                <a:path extrusionOk="0" h="11" w="7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3" y="1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3"/>
                    <a:pt x="5" y="4"/>
                    <a:pt x="5" y="5"/>
                  </a:cubicBezTo>
                  <a:cubicBezTo>
                    <a:pt x="5" y="8"/>
                    <a:pt x="2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1"/>
                    <a:pt x="7" y="8"/>
                    <a:pt x="7" y="5"/>
                  </a:cubicBezTo>
                  <a:cubicBezTo>
                    <a:pt x="7" y="4"/>
                    <a:pt x="6" y="3"/>
                    <a:pt x="5" y="2"/>
                  </a:cubicBezTo>
                  <a:cubicBezTo>
                    <a:pt x="4" y="1"/>
                    <a:pt x="2" y="0"/>
                    <a:pt x="0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4" name="Google Shape;2054;p14"/>
            <p:cNvSpPr/>
            <p:nvPr/>
          </p:nvSpPr>
          <p:spPr>
            <a:xfrm>
              <a:off x="-46825" y="4221500"/>
              <a:ext cx="41275" cy="34925"/>
            </a:xfrm>
            <a:custGeom>
              <a:rect b="b" l="l" r="r" t="t"/>
              <a:pathLst>
                <a:path extrusionOk="0" h="9" w="11">
                  <a:moveTo>
                    <a:pt x="10" y="0"/>
                  </a:moveTo>
                  <a:cubicBezTo>
                    <a:pt x="10" y="0"/>
                    <a:pt x="10" y="1"/>
                    <a:pt x="10" y="1"/>
                  </a:cubicBezTo>
                  <a:cubicBezTo>
                    <a:pt x="10" y="4"/>
                    <a:pt x="8" y="6"/>
                    <a:pt x="5" y="6"/>
                  </a:cubicBezTo>
                  <a:cubicBezTo>
                    <a:pt x="2" y="6"/>
                    <a:pt x="0" y="4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6"/>
                    <a:pt x="2" y="9"/>
                    <a:pt x="6" y="9"/>
                  </a:cubicBezTo>
                  <a:cubicBezTo>
                    <a:pt x="8" y="9"/>
                    <a:pt x="11" y="6"/>
                    <a:pt x="11" y="3"/>
                  </a:cubicBezTo>
                  <a:cubicBezTo>
                    <a:pt x="11" y="2"/>
                    <a:pt x="11" y="1"/>
                    <a:pt x="10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5" name="Google Shape;2055;p14"/>
            <p:cNvSpPr/>
            <p:nvPr/>
          </p:nvSpPr>
          <p:spPr>
            <a:xfrm>
              <a:off x="-46825" y="4215150"/>
              <a:ext cx="36513" cy="30163"/>
            </a:xfrm>
            <a:custGeom>
              <a:rect b="b" l="l" r="r" t="t"/>
              <a:pathLst>
                <a:path extrusionOk="0" h="8" w="10">
                  <a:moveTo>
                    <a:pt x="5" y="6"/>
                  </a:moveTo>
                  <a:cubicBezTo>
                    <a:pt x="4" y="6"/>
                    <a:pt x="3" y="5"/>
                    <a:pt x="3" y="4"/>
                  </a:cubicBezTo>
                  <a:cubicBezTo>
                    <a:pt x="3" y="4"/>
                    <a:pt x="4" y="3"/>
                    <a:pt x="5" y="3"/>
                  </a:cubicBezTo>
                  <a:cubicBezTo>
                    <a:pt x="6" y="3"/>
                    <a:pt x="7" y="4"/>
                    <a:pt x="7" y="4"/>
                  </a:cubicBezTo>
                  <a:cubicBezTo>
                    <a:pt x="7" y="5"/>
                    <a:pt x="6" y="6"/>
                    <a:pt x="5" y="6"/>
                  </a:cubicBezTo>
                  <a:moveTo>
                    <a:pt x="6" y="0"/>
                  </a:moveTo>
                  <a:cubicBezTo>
                    <a:pt x="3" y="0"/>
                    <a:pt x="1" y="1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6"/>
                    <a:pt x="2" y="8"/>
                    <a:pt x="5" y="8"/>
                  </a:cubicBezTo>
                  <a:cubicBezTo>
                    <a:pt x="8" y="8"/>
                    <a:pt x="10" y="6"/>
                    <a:pt x="10" y="3"/>
                  </a:cubicBezTo>
                  <a:cubicBezTo>
                    <a:pt x="10" y="3"/>
                    <a:pt x="10" y="2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1"/>
                    <a:pt x="7" y="0"/>
                    <a:pt x="6" y="0"/>
                  </a:cubicBezTo>
                </a:path>
              </a:pathLst>
            </a:cu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6" name="Google Shape;2056;p14"/>
            <p:cNvSpPr/>
            <p:nvPr/>
          </p:nvSpPr>
          <p:spPr>
            <a:xfrm>
              <a:off x="-35712" y="4226263"/>
              <a:ext cx="14400" cy="11100"/>
            </a:xfrm>
            <a:prstGeom prst="ellipse">
              <a:avLst/>
            </a:pr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14"/>
            <p:cNvSpPr/>
            <p:nvPr/>
          </p:nvSpPr>
          <p:spPr>
            <a:xfrm>
              <a:off x="219875" y="4154825"/>
              <a:ext cx="34925" cy="49213"/>
            </a:xfrm>
            <a:custGeom>
              <a:rect b="b" l="l" r="r" t="t"/>
              <a:pathLst>
                <a:path extrusionOk="0" h="13" w="9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3"/>
                    <a:pt x="7" y="4"/>
                    <a:pt x="7" y="6"/>
                  </a:cubicBezTo>
                  <a:cubicBezTo>
                    <a:pt x="7" y="10"/>
                    <a:pt x="3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5" y="13"/>
                    <a:pt x="9" y="10"/>
                    <a:pt x="9" y="6"/>
                  </a:cubicBezTo>
                  <a:cubicBezTo>
                    <a:pt x="9" y="4"/>
                    <a:pt x="8" y="3"/>
                    <a:pt x="7" y="2"/>
                  </a:cubicBezTo>
                  <a:cubicBezTo>
                    <a:pt x="5" y="0"/>
                    <a:pt x="3" y="0"/>
                    <a:pt x="0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14"/>
            <p:cNvSpPr/>
            <p:nvPr/>
          </p:nvSpPr>
          <p:spPr>
            <a:xfrm>
              <a:off x="194475" y="4161175"/>
              <a:ext cx="52388" cy="42862"/>
            </a:xfrm>
            <a:custGeom>
              <a:rect b="b" l="l" r="r" t="t"/>
              <a:pathLst>
                <a:path extrusionOk="0" h="11" w="14">
                  <a:moveTo>
                    <a:pt x="12" y="0"/>
                  </a:moveTo>
                  <a:cubicBezTo>
                    <a:pt x="12" y="0"/>
                    <a:pt x="12" y="1"/>
                    <a:pt x="12" y="2"/>
                  </a:cubicBezTo>
                  <a:cubicBezTo>
                    <a:pt x="12" y="5"/>
                    <a:pt x="9" y="8"/>
                    <a:pt x="6" y="8"/>
                  </a:cubicBezTo>
                  <a:cubicBezTo>
                    <a:pt x="3" y="8"/>
                    <a:pt x="0" y="5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8"/>
                    <a:pt x="3" y="11"/>
                    <a:pt x="7" y="11"/>
                  </a:cubicBezTo>
                  <a:cubicBezTo>
                    <a:pt x="10" y="11"/>
                    <a:pt x="14" y="8"/>
                    <a:pt x="14" y="4"/>
                  </a:cubicBezTo>
                  <a:cubicBezTo>
                    <a:pt x="14" y="2"/>
                    <a:pt x="13" y="1"/>
                    <a:pt x="12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9" name="Google Shape;2059;p14"/>
            <p:cNvSpPr/>
            <p:nvPr/>
          </p:nvSpPr>
          <p:spPr>
            <a:xfrm>
              <a:off x="194475" y="4154825"/>
              <a:ext cx="44450" cy="36513"/>
            </a:xfrm>
            <a:custGeom>
              <a:rect b="b" l="l" r="r" t="t"/>
              <a:pathLst>
                <a:path extrusionOk="0" h="10" w="12">
                  <a:moveTo>
                    <a:pt x="6" y="7"/>
                  </a:moveTo>
                  <a:cubicBezTo>
                    <a:pt x="4" y="7"/>
                    <a:pt x="3" y="6"/>
                    <a:pt x="3" y="5"/>
                  </a:cubicBezTo>
                  <a:cubicBezTo>
                    <a:pt x="3" y="4"/>
                    <a:pt x="4" y="3"/>
                    <a:pt x="6" y="3"/>
                  </a:cubicBezTo>
                  <a:cubicBezTo>
                    <a:pt x="7" y="3"/>
                    <a:pt x="8" y="4"/>
                    <a:pt x="8" y="5"/>
                  </a:cubicBezTo>
                  <a:cubicBezTo>
                    <a:pt x="8" y="6"/>
                    <a:pt x="7" y="7"/>
                    <a:pt x="6" y="7"/>
                  </a:cubicBezTo>
                  <a:moveTo>
                    <a:pt x="7" y="0"/>
                  </a:moveTo>
                  <a:cubicBezTo>
                    <a:pt x="4" y="0"/>
                    <a:pt x="2" y="1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7"/>
                    <a:pt x="3" y="10"/>
                    <a:pt x="6" y="10"/>
                  </a:cubicBezTo>
                  <a:cubicBezTo>
                    <a:pt x="9" y="10"/>
                    <a:pt x="12" y="7"/>
                    <a:pt x="12" y="4"/>
                  </a:cubicBezTo>
                  <a:cubicBezTo>
                    <a:pt x="12" y="3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1"/>
                    <a:pt x="9" y="0"/>
                    <a:pt x="7" y="0"/>
                  </a:cubicBezTo>
                </a:path>
              </a:pathLst>
            </a:cu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0" name="Google Shape;2060;p14"/>
            <p:cNvSpPr/>
            <p:nvPr/>
          </p:nvSpPr>
          <p:spPr>
            <a:xfrm>
              <a:off x="205588" y="4165938"/>
              <a:ext cx="19200" cy="14400"/>
            </a:xfrm>
            <a:prstGeom prst="ellipse">
              <a:avLst/>
            </a:pr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1" name="Google Shape;2061;p14"/>
            <p:cNvSpPr/>
            <p:nvPr/>
          </p:nvSpPr>
          <p:spPr>
            <a:xfrm>
              <a:off x="189713" y="4667588"/>
              <a:ext cx="52388" cy="79375"/>
            </a:xfrm>
            <a:custGeom>
              <a:rect b="b" l="l" r="r" t="t"/>
              <a:pathLst>
                <a:path extrusionOk="0" h="21" w="14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6" y="1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10" y="5"/>
                    <a:pt x="11" y="7"/>
                    <a:pt x="11" y="10"/>
                  </a:cubicBezTo>
                  <a:cubicBezTo>
                    <a:pt x="11" y="16"/>
                    <a:pt x="5" y="21"/>
                    <a:pt x="0" y="21"/>
                  </a:cubicBezTo>
                  <a:cubicBezTo>
                    <a:pt x="0" y="21"/>
                    <a:pt x="0" y="21"/>
                    <a:pt x="1" y="21"/>
                  </a:cubicBezTo>
                  <a:cubicBezTo>
                    <a:pt x="7" y="21"/>
                    <a:pt x="14" y="16"/>
                    <a:pt x="14" y="10"/>
                  </a:cubicBezTo>
                  <a:cubicBezTo>
                    <a:pt x="14" y="7"/>
                    <a:pt x="13" y="5"/>
                    <a:pt x="11" y="4"/>
                  </a:cubicBezTo>
                  <a:cubicBezTo>
                    <a:pt x="8" y="1"/>
                    <a:pt x="5" y="0"/>
                    <a:pt x="1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p14"/>
            <p:cNvSpPr/>
            <p:nvPr/>
          </p:nvSpPr>
          <p:spPr>
            <a:xfrm>
              <a:off x="145263" y="4681875"/>
              <a:ext cx="85725" cy="65088"/>
            </a:xfrm>
            <a:custGeom>
              <a:rect b="b" l="l" r="r" t="t"/>
              <a:pathLst>
                <a:path extrusionOk="0" h="17" w="23">
                  <a:moveTo>
                    <a:pt x="20" y="0"/>
                  </a:moveTo>
                  <a:cubicBezTo>
                    <a:pt x="20" y="0"/>
                    <a:pt x="21" y="1"/>
                    <a:pt x="21" y="2"/>
                  </a:cubicBezTo>
                  <a:cubicBezTo>
                    <a:pt x="21" y="7"/>
                    <a:pt x="16" y="11"/>
                    <a:pt x="11" y="11"/>
                  </a:cubicBezTo>
                  <a:cubicBezTo>
                    <a:pt x="6" y="11"/>
                    <a:pt x="2" y="7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0" y="5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12"/>
                    <a:pt x="5" y="17"/>
                    <a:pt x="12" y="17"/>
                  </a:cubicBezTo>
                  <a:cubicBezTo>
                    <a:pt x="17" y="17"/>
                    <a:pt x="23" y="12"/>
                    <a:pt x="23" y="6"/>
                  </a:cubicBezTo>
                  <a:cubicBezTo>
                    <a:pt x="23" y="3"/>
                    <a:pt x="22" y="1"/>
                    <a:pt x="20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63;p14"/>
            <p:cNvSpPr/>
            <p:nvPr/>
          </p:nvSpPr>
          <p:spPr>
            <a:xfrm>
              <a:off x="151613" y="4667588"/>
              <a:ext cx="73025" cy="55563"/>
            </a:xfrm>
            <a:custGeom>
              <a:rect b="b" l="l" r="r" t="t"/>
              <a:pathLst>
                <a:path extrusionOk="0" h="15" w="19">
                  <a:moveTo>
                    <a:pt x="8" y="12"/>
                  </a:moveTo>
                  <a:cubicBezTo>
                    <a:pt x="6" y="12"/>
                    <a:pt x="4" y="11"/>
                    <a:pt x="4" y="9"/>
                  </a:cubicBezTo>
                  <a:cubicBezTo>
                    <a:pt x="4" y="7"/>
                    <a:pt x="6" y="5"/>
                    <a:pt x="8" y="5"/>
                  </a:cubicBezTo>
                  <a:cubicBezTo>
                    <a:pt x="10" y="5"/>
                    <a:pt x="12" y="7"/>
                    <a:pt x="12" y="9"/>
                  </a:cubicBezTo>
                  <a:cubicBezTo>
                    <a:pt x="12" y="11"/>
                    <a:pt x="10" y="12"/>
                    <a:pt x="8" y="12"/>
                  </a:cubicBezTo>
                  <a:moveTo>
                    <a:pt x="10" y="0"/>
                  </a:moveTo>
                  <a:cubicBezTo>
                    <a:pt x="5" y="0"/>
                    <a:pt x="2" y="2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11"/>
                    <a:pt x="4" y="15"/>
                    <a:pt x="9" y="15"/>
                  </a:cubicBezTo>
                  <a:cubicBezTo>
                    <a:pt x="14" y="15"/>
                    <a:pt x="19" y="11"/>
                    <a:pt x="19" y="6"/>
                  </a:cubicBezTo>
                  <a:cubicBezTo>
                    <a:pt x="19" y="5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6" y="1"/>
                    <a:pt x="13" y="0"/>
                    <a:pt x="10" y="0"/>
                  </a:cubicBezTo>
                </a:path>
              </a:pathLst>
            </a:custGeom>
            <a:solidFill>
              <a:srgbClr val="191919">
                <a:alpha val="1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14"/>
            <p:cNvSpPr/>
            <p:nvPr/>
          </p:nvSpPr>
          <p:spPr>
            <a:xfrm>
              <a:off x="167488" y="4686638"/>
              <a:ext cx="30300" cy="25500"/>
            </a:xfrm>
            <a:prstGeom prst="ellipse">
              <a:avLst/>
            </a:prstGeom>
            <a:solidFill>
              <a:srgbClr val="191919">
                <a:alpha val="25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5" name="Google Shape;2065;p14"/>
          <p:cNvSpPr txBox="1"/>
          <p:nvPr>
            <p:ph type="title"/>
          </p:nvPr>
        </p:nvSpPr>
        <p:spPr>
          <a:xfrm>
            <a:off x="720000" y="753800"/>
            <a:ext cx="3288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66" name="Google Shape;2066;p14"/>
          <p:cNvSpPr txBox="1"/>
          <p:nvPr>
            <p:ph idx="1" type="subTitle"/>
          </p:nvPr>
        </p:nvSpPr>
        <p:spPr>
          <a:xfrm>
            <a:off x="720000" y="1326500"/>
            <a:ext cx="32880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67" name="Google Shape;2067;p14"/>
          <p:cNvSpPr/>
          <p:nvPr>
            <p:ph idx="2" type="pic"/>
          </p:nvPr>
        </p:nvSpPr>
        <p:spPr>
          <a:xfrm>
            <a:off x="714775" y="2676850"/>
            <a:ext cx="4123800" cy="1931700"/>
          </a:xfrm>
          <a:prstGeom prst="rect">
            <a:avLst/>
          </a:prstGeom>
          <a:noFill/>
          <a:ln>
            <a:noFill/>
          </a:ln>
        </p:spPr>
      </p:sp>
      <p:sp>
        <p:nvSpPr>
          <p:cNvPr id="2068" name="Google Shape;2068;p14"/>
          <p:cNvSpPr/>
          <p:nvPr>
            <p:ph idx="3" type="pic"/>
          </p:nvPr>
        </p:nvSpPr>
        <p:spPr>
          <a:xfrm>
            <a:off x="5016575" y="535000"/>
            <a:ext cx="3412500" cy="4073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p15"/>
          <p:cNvSpPr/>
          <p:nvPr/>
        </p:nvSpPr>
        <p:spPr>
          <a:xfrm rot="5400000">
            <a:off x="4068000" y="-4078350"/>
            <a:ext cx="1008000" cy="916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071" name="Google Shape;2071;p15"/>
          <p:cNvGrpSpPr/>
          <p:nvPr/>
        </p:nvGrpSpPr>
        <p:grpSpPr>
          <a:xfrm>
            <a:off x="-76412" y="-889387"/>
            <a:ext cx="8890487" cy="2856450"/>
            <a:chOff x="-76412" y="-889387"/>
            <a:chExt cx="8890487" cy="2856450"/>
          </a:xfrm>
        </p:grpSpPr>
        <p:grpSp>
          <p:nvGrpSpPr>
            <p:cNvPr id="2072" name="Google Shape;2072;p15"/>
            <p:cNvGrpSpPr/>
            <p:nvPr/>
          </p:nvGrpSpPr>
          <p:grpSpPr>
            <a:xfrm>
              <a:off x="-76412" y="138263"/>
              <a:ext cx="1503363" cy="1828800"/>
              <a:chOff x="7491913" y="372038"/>
              <a:chExt cx="1503363" cy="1828800"/>
            </a:xfrm>
          </p:grpSpPr>
          <p:sp>
            <p:nvSpPr>
              <p:cNvPr id="2073" name="Google Shape;2073;p15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4" name="Google Shape;2074;p15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5" name="Google Shape;2075;p15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6" name="Google Shape;2076;p15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7" name="Google Shape;2077;p15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8" name="Google Shape;2078;p15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9" name="Google Shape;2079;p15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0" name="Google Shape;2080;p15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1" name="Google Shape;2081;p15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2" name="Google Shape;2082;p15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3" name="Google Shape;2083;p15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4" name="Google Shape;2084;p15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5" name="Google Shape;2085;p15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6" name="Google Shape;2086;p15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7" name="Google Shape;2087;p15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8" name="Google Shape;2088;p15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9" name="Google Shape;2089;p15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0" name="Google Shape;2090;p15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1" name="Google Shape;2091;p15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2" name="Google Shape;2092;p15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3" name="Google Shape;2093;p15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4" name="Google Shape;2094;p15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5" name="Google Shape;2095;p15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6" name="Google Shape;2096;p15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7" name="Google Shape;2097;p15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8" name="Google Shape;2098;p15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9" name="Google Shape;2099;p15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0" name="Google Shape;2100;p15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1" name="Google Shape;2101;p15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2" name="Google Shape;2102;p15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3" name="Google Shape;2103;p15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4" name="Google Shape;2104;p15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5" name="Google Shape;2105;p15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6" name="Google Shape;2106;p15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7" name="Google Shape;2107;p15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8" name="Google Shape;2108;p15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9" name="Google Shape;2109;p15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0" name="Google Shape;2110;p15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1" name="Google Shape;2111;p15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2" name="Google Shape;2112;p15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3" name="Google Shape;2113;p15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4" name="Google Shape;2114;p15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5" name="Google Shape;2115;p15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6" name="Google Shape;2116;p15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7" name="Google Shape;2117;p15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8" name="Google Shape;2118;p15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9" name="Google Shape;2119;p15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0" name="Google Shape;2120;p15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1" name="Google Shape;2121;p15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2" name="Google Shape;2122;p15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3" name="Google Shape;2123;p15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4" name="Google Shape;2124;p15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5" name="Google Shape;2125;p15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6" name="Google Shape;2126;p15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7" name="Google Shape;2127;p15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8" name="Google Shape;2128;p15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9" name="Google Shape;2129;p15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0" name="Google Shape;2130;p15"/>
            <p:cNvGrpSpPr/>
            <p:nvPr/>
          </p:nvGrpSpPr>
          <p:grpSpPr>
            <a:xfrm>
              <a:off x="6630948" y="377699"/>
              <a:ext cx="573933" cy="795195"/>
              <a:chOff x="8260675" y="2995400"/>
              <a:chExt cx="811213" cy="1123950"/>
            </a:xfrm>
          </p:grpSpPr>
          <p:sp>
            <p:nvSpPr>
              <p:cNvPr id="2131" name="Google Shape;2131;p15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2" name="Google Shape;2132;p15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3" name="Google Shape;2133;p15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4" name="Google Shape;2134;p15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5" name="Google Shape;2135;p15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6" name="Google Shape;2136;p15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7" name="Google Shape;2137;p15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8" name="Google Shape;2138;p15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9" name="Google Shape;2139;p15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0" name="Google Shape;2140;p15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1" name="Google Shape;2141;p15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2" name="Google Shape;2142;p15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3" name="Google Shape;2143;p15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4" name="Google Shape;2144;p15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45" name="Google Shape;2145;p15"/>
            <p:cNvGrpSpPr/>
            <p:nvPr/>
          </p:nvGrpSpPr>
          <p:grpSpPr>
            <a:xfrm flipH="1" rot="10800000">
              <a:off x="4252124" y="326810"/>
              <a:ext cx="354500" cy="491166"/>
              <a:chOff x="8260675" y="2995400"/>
              <a:chExt cx="811213" cy="1123950"/>
            </a:xfrm>
          </p:grpSpPr>
          <p:sp>
            <p:nvSpPr>
              <p:cNvPr id="2146" name="Google Shape;2146;p15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7" name="Google Shape;2147;p15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8" name="Google Shape;2148;p15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9" name="Google Shape;2149;p15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0" name="Google Shape;2150;p15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1" name="Google Shape;2151;p15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2" name="Google Shape;2152;p15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3" name="Google Shape;2153;p15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4" name="Google Shape;2154;p15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5" name="Google Shape;2155;p15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6" name="Google Shape;2156;p15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7" name="Google Shape;2157;p15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8" name="Google Shape;2158;p15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9" name="Google Shape;2159;p15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0" name="Google Shape;2160;p15"/>
            <p:cNvGrpSpPr/>
            <p:nvPr/>
          </p:nvGrpSpPr>
          <p:grpSpPr>
            <a:xfrm>
              <a:off x="2591900" y="-336137"/>
              <a:ext cx="1352550" cy="1154113"/>
              <a:chOff x="-469100" y="3905588"/>
              <a:chExt cx="1352550" cy="1154113"/>
            </a:xfrm>
          </p:grpSpPr>
          <p:grpSp>
            <p:nvGrpSpPr>
              <p:cNvPr id="2161" name="Google Shape;2161;p15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2162" name="Google Shape;2162;p15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3" name="Google Shape;2163;p15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4" name="Google Shape;2164;p15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5" name="Google Shape;2165;p15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66" name="Google Shape;2166;p15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7" name="Google Shape;2167;p15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8" name="Google Shape;2168;p15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9" name="Google Shape;2169;p15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0" name="Google Shape;2170;p15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1" name="Google Shape;2171;p15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2" name="Google Shape;2172;p15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3" name="Google Shape;2173;p15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4" name="Google Shape;2174;p15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5" name="Google Shape;2175;p15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6" name="Google Shape;2176;p15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7" name="Google Shape;2177;p15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8" name="Google Shape;2178;p15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9" name="Google Shape;2179;p15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0" name="Google Shape;2180;p15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1" name="Google Shape;2181;p15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2" name="Google Shape;2182;p15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3" name="Google Shape;2183;p15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4" name="Google Shape;2184;p15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5" name="Google Shape;2185;p15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6" name="Google Shape;2186;p15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7" name="Google Shape;2187;p15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8" name="Google Shape;2188;p15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9" name="Google Shape;2189;p15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0" name="Google Shape;2190;p15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1" name="Google Shape;2191;p15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2" name="Google Shape;2192;p15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3" name="Google Shape;2193;p15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4" name="Google Shape;2194;p15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5" name="Google Shape;2195;p15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6" name="Google Shape;2196;p15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7" name="Google Shape;2197;p15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8" name="Google Shape;2198;p15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9" name="Google Shape;2199;p15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0" name="Google Shape;2200;p15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1" name="Google Shape;2201;p15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2" name="Google Shape;2202;p15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3" name="Google Shape;2203;p15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4" name="Google Shape;2204;p15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5" name="Google Shape;2205;p15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6" name="Google Shape;2206;p15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7" name="Google Shape;2207;p15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8" name="Google Shape;2208;p15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9" name="Google Shape;2209;p15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0" name="Google Shape;2210;p15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1" name="Google Shape;2211;p15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2" name="Google Shape;2212;p15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3" name="Google Shape;2213;p15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4" name="Google Shape;2214;p15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5" name="Google Shape;2215;p15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6" name="Google Shape;2216;p15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7" name="Google Shape;2217;p15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8" name="Google Shape;2218;p15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9" name="Google Shape;2219;p15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0" name="Google Shape;2220;p15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1" name="Google Shape;2221;p15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2" name="Google Shape;2222;p15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3" name="Google Shape;2223;p15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4" name="Google Shape;2224;p15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5" name="Google Shape;2225;p15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6" name="Google Shape;2226;p15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7" name="Google Shape;2227;p15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8" name="Google Shape;2228;p15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9" name="Google Shape;2229;p15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0" name="Google Shape;2230;p15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1" name="Google Shape;2231;p15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2" name="Google Shape;2232;p15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3" name="Google Shape;2233;p15"/>
            <p:cNvGrpSpPr/>
            <p:nvPr/>
          </p:nvGrpSpPr>
          <p:grpSpPr>
            <a:xfrm rot="-5115323">
              <a:off x="1338366" y="-392879"/>
              <a:ext cx="852260" cy="1180822"/>
              <a:chOff x="8260675" y="2995400"/>
              <a:chExt cx="811213" cy="1123950"/>
            </a:xfrm>
          </p:grpSpPr>
          <p:sp>
            <p:nvSpPr>
              <p:cNvPr id="2234" name="Google Shape;2234;p15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5" name="Google Shape;2235;p15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6" name="Google Shape;2236;p15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7" name="Google Shape;2237;p15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8" name="Google Shape;2238;p15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9" name="Google Shape;2239;p15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0" name="Google Shape;2240;p15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1" name="Google Shape;2241;p15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2" name="Google Shape;2242;p15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3" name="Google Shape;2243;p15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4" name="Google Shape;2244;p15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5" name="Google Shape;2245;p15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6" name="Google Shape;2246;p15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7" name="Google Shape;2247;p15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48" name="Google Shape;2248;p15"/>
            <p:cNvGrpSpPr/>
            <p:nvPr/>
          </p:nvGrpSpPr>
          <p:grpSpPr>
            <a:xfrm flipH="1" rot="10800000">
              <a:off x="5013613" y="-889387"/>
              <a:ext cx="1503363" cy="1828800"/>
              <a:chOff x="7491913" y="372038"/>
              <a:chExt cx="1503363" cy="1828800"/>
            </a:xfrm>
          </p:grpSpPr>
          <p:sp>
            <p:nvSpPr>
              <p:cNvPr id="2249" name="Google Shape;2249;p15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0" name="Google Shape;2250;p15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1" name="Google Shape;2251;p15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2" name="Google Shape;2252;p15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3" name="Google Shape;2253;p15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4" name="Google Shape;2254;p15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5" name="Google Shape;2255;p15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6" name="Google Shape;2256;p15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7" name="Google Shape;2257;p15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8" name="Google Shape;2258;p15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9" name="Google Shape;2259;p15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0" name="Google Shape;2260;p15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1" name="Google Shape;2261;p15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2" name="Google Shape;2262;p15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3" name="Google Shape;2263;p15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4" name="Google Shape;2264;p15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5" name="Google Shape;2265;p15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6" name="Google Shape;2266;p15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7" name="Google Shape;2267;p15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8" name="Google Shape;2268;p15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9" name="Google Shape;2269;p15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0" name="Google Shape;2270;p15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1" name="Google Shape;2271;p15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2" name="Google Shape;2272;p15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3" name="Google Shape;2273;p15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4" name="Google Shape;2274;p15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5" name="Google Shape;2275;p15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6" name="Google Shape;2276;p15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7" name="Google Shape;2277;p15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8" name="Google Shape;2278;p15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9" name="Google Shape;2279;p15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0" name="Google Shape;2280;p15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1" name="Google Shape;2281;p15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2" name="Google Shape;2282;p15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3" name="Google Shape;2283;p15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4" name="Google Shape;2284;p15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5" name="Google Shape;2285;p15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6" name="Google Shape;2286;p15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7" name="Google Shape;2287;p15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8" name="Google Shape;2288;p15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9" name="Google Shape;2289;p15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0" name="Google Shape;2290;p15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1" name="Google Shape;2291;p15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2" name="Google Shape;2292;p15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3" name="Google Shape;2293;p15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4" name="Google Shape;2294;p15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5" name="Google Shape;2295;p15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6" name="Google Shape;2296;p15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7" name="Google Shape;2297;p15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8" name="Google Shape;2298;p15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9" name="Google Shape;2299;p15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0" name="Google Shape;2300;p15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1" name="Google Shape;2301;p15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2" name="Google Shape;2302;p15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3" name="Google Shape;2303;p15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4" name="Google Shape;2304;p15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5" name="Google Shape;2305;p15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06" name="Google Shape;2306;p15"/>
            <p:cNvGrpSpPr/>
            <p:nvPr/>
          </p:nvGrpSpPr>
          <p:grpSpPr>
            <a:xfrm flipH="1" rot="10800000">
              <a:off x="7461525" y="-379537"/>
              <a:ext cx="1352550" cy="1154113"/>
              <a:chOff x="-469100" y="3905588"/>
              <a:chExt cx="1352550" cy="1154113"/>
            </a:xfrm>
          </p:grpSpPr>
          <p:grpSp>
            <p:nvGrpSpPr>
              <p:cNvPr id="2307" name="Google Shape;2307;p15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2308" name="Google Shape;2308;p15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9" name="Google Shape;2309;p15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0" name="Google Shape;2310;p15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1" name="Google Shape;2311;p15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312" name="Google Shape;2312;p15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3" name="Google Shape;2313;p15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4" name="Google Shape;2314;p15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5" name="Google Shape;2315;p15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6" name="Google Shape;2316;p15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7" name="Google Shape;2317;p15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8" name="Google Shape;2318;p15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9" name="Google Shape;2319;p15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0" name="Google Shape;2320;p15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1" name="Google Shape;2321;p15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2" name="Google Shape;2322;p15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3" name="Google Shape;2323;p15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4" name="Google Shape;2324;p15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5" name="Google Shape;2325;p15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6" name="Google Shape;2326;p15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7" name="Google Shape;2327;p15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8" name="Google Shape;2328;p15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9" name="Google Shape;2329;p15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0" name="Google Shape;2330;p15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1" name="Google Shape;2331;p15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2" name="Google Shape;2332;p15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3" name="Google Shape;2333;p15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4" name="Google Shape;2334;p15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5" name="Google Shape;2335;p15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6" name="Google Shape;2336;p15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7" name="Google Shape;2337;p15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8" name="Google Shape;2338;p15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9" name="Google Shape;2339;p15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0" name="Google Shape;2340;p15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1" name="Google Shape;2341;p15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2" name="Google Shape;2342;p15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3" name="Google Shape;2343;p15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4" name="Google Shape;2344;p15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5" name="Google Shape;2345;p15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6" name="Google Shape;2346;p15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7" name="Google Shape;2347;p15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8" name="Google Shape;2348;p15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9" name="Google Shape;2349;p15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0" name="Google Shape;2350;p15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1" name="Google Shape;2351;p15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2" name="Google Shape;2352;p15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3" name="Google Shape;2353;p15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4" name="Google Shape;2354;p15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5" name="Google Shape;2355;p15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6" name="Google Shape;2356;p15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7" name="Google Shape;2357;p15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8" name="Google Shape;2358;p15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9" name="Google Shape;2359;p15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0" name="Google Shape;2360;p15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1" name="Google Shape;2361;p15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2" name="Google Shape;2362;p15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3" name="Google Shape;2363;p15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4" name="Google Shape;2364;p15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5" name="Google Shape;2365;p15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6" name="Google Shape;2366;p15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7" name="Google Shape;2367;p15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8" name="Google Shape;2368;p15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9" name="Google Shape;2369;p15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0" name="Google Shape;2370;p15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1" name="Google Shape;2371;p15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2" name="Google Shape;2372;p15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3" name="Google Shape;2373;p15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4" name="Google Shape;2374;p15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5" name="Google Shape;2375;p15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6" name="Google Shape;2376;p15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7" name="Google Shape;2377;p15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8" name="Google Shape;2378;p15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79" name="Google Shape;2379;p15"/>
          <p:cNvSpPr txBox="1"/>
          <p:nvPr>
            <p:ph hasCustomPrompt="1" type="title"/>
          </p:nvPr>
        </p:nvSpPr>
        <p:spPr>
          <a:xfrm>
            <a:off x="715088" y="3210350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80" name="Google Shape;2380;p15"/>
          <p:cNvSpPr txBox="1"/>
          <p:nvPr>
            <p:ph idx="1" type="subTitle"/>
          </p:nvPr>
        </p:nvSpPr>
        <p:spPr>
          <a:xfrm>
            <a:off x="715100" y="3979240"/>
            <a:ext cx="34926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1" name="Google Shape;2381;p15"/>
          <p:cNvSpPr txBox="1"/>
          <p:nvPr>
            <p:ph hasCustomPrompt="1" idx="2" type="title"/>
          </p:nvPr>
        </p:nvSpPr>
        <p:spPr>
          <a:xfrm>
            <a:off x="2825700" y="1499364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82" name="Google Shape;2382;p15"/>
          <p:cNvSpPr txBox="1"/>
          <p:nvPr>
            <p:ph idx="3" type="subTitle"/>
          </p:nvPr>
        </p:nvSpPr>
        <p:spPr>
          <a:xfrm>
            <a:off x="2825700" y="2268284"/>
            <a:ext cx="34926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3" name="Google Shape;2383;p15"/>
          <p:cNvSpPr txBox="1"/>
          <p:nvPr>
            <p:ph hasCustomPrompt="1" idx="4" type="title"/>
          </p:nvPr>
        </p:nvSpPr>
        <p:spPr>
          <a:xfrm>
            <a:off x="4936288" y="3210350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84" name="Google Shape;2384;p15"/>
          <p:cNvSpPr txBox="1"/>
          <p:nvPr>
            <p:ph idx="5" type="subTitle"/>
          </p:nvPr>
        </p:nvSpPr>
        <p:spPr>
          <a:xfrm>
            <a:off x="4936300" y="3979240"/>
            <a:ext cx="34926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385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6" name="Google Shape;2386;p16"/>
          <p:cNvGrpSpPr/>
          <p:nvPr/>
        </p:nvGrpSpPr>
        <p:grpSpPr>
          <a:xfrm>
            <a:off x="0" y="-16650"/>
            <a:ext cx="9144000" cy="5176800"/>
            <a:chOff x="0" y="-16650"/>
            <a:chExt cx="9144000" cy="5176800"/>
          </a:xfrm>
        </p:grpSpPr>
        <p:sp>
          <p:nvSpPr>
            <p:cNvPr id="2387" name="Google Shape;2387;p16"/>
            <p:cNvSpPr/>
            <p:nvPr/>
          </p:nvSpPr>
          <p:spPr>
            <a:xfrm>
              <a:off x="8602800" y="-16650"/>
              <a:ext cx="541200" cy="517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88" name="Google Shape;2388;p16"/>
            <p:cNvSpPr/>
            <p:nvPr/>
          </p:nvSpPr>
          <p:spPr>
            <a:xfrm>
              <a:off x="0" y="-16650"/>
              <a:ext cx="541200" cy="517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89" name="Google Shape;2389;p16"/>
          <p:cNvGrpSpPr/>
          <p:nvPr/>
        </p:nvGrpSpPr>
        <p:grpSpPr>
          <a:xfrm>
            <a:off x="-551423" y="-16656"/>
            <a:ext cx="9885385" cy="5176813"/>
            <a:chOff x="-551423" y="-16656"/>
            <a:chExt cx="9885385" cy="5176813"/>
          </a:xfrm>
        </p:grpSpPr>
        <p:grpSp>
          <p:nvGrpSpPr>
            <p:cNvPr id="2390" name="Google Shape;2390;p16"/>
            <p:cNvGrpSpPr/>
            <p:nvPr/>
          </p:nvGrpSpPr>
          <p:grpSpPr>
            <a:xfrm>
              <a:off x="-275369" y="4212873"/>
              <a:ext cx="927308" cy="791260"/>
              <a:chOff x="-469100" y="3905588"/>
              <a:chExt cx="1352550" cy="1154113"/>
            </a:xfrm>
          </p:grpSpPr>
          <p:grpSp>
            <p:nvGrpSpPr>
              <p:cNvPr id="2391" name="Google Shape;2391;p16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2392" name="Google Shape;2392;p16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3" name="Google Shape;2393;p16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4" name="Google Shape;2394;p16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5" name="Google Shape;2395;p16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396" name="Google Shape;2396;p16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7" name="Google Shape;2397;p16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8" name="Google Shape;2398;p16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9" name="Google Shape;2399;p16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0" name="Google Shape;2400;p16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1" name="Google Shape;2401;p16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2" name="Google Shape;2402;p16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3" name="Google Shape;2403;p16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4" name="Google Shape;2404;p16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5" name="Google Shape;2405;p16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6" name="Google Shape;2406;p16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7" name="Google Shape;2407;p16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8" name="Google Shape;2408;p16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9" name="Google Shape;2409;p16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0" name="Google Shape;2410;p16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1" name="Google Shape;2411;p16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2" name="Google Shape;2412;p16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3" name="Google Shape;2413;p16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4" name="Google Shape;2414;p16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5" name="Google Shape;2415;p16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6" name="Google Shape;2416;p16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7" name="Google Shape;2417;p16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8" name="Google Shape;2418;p16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9" name="Google Shape;2419;p16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0" name="Google Shape;2420;p16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1" name="Google Shape;2421;p16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2" name="Google Shape;2422;p16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3" name="Google Shape;2423;p16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4" name="Google Shape;2424;p16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5" name="Google Shape;2425;p16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6" name="Google Shape;2426;p16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7" name="Google Shape;2427;p16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8" name="Google Shape;2428;p16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9" name="Google Shape;2429;p16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0" name="Google Shape;2430;p16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1" name="Google Shape;2431;p16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2" name="Google Shape;2432;p16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3" name="Google Shape;2433;p16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4" name="Google Shape;2434;p16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5" name="Google Shape;2435;p16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6" name="Google Shape;2436;p16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7" name="Google Shape;2437;p16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8" name="Google Shape;2438;p16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9" name="Google Shape;2439;p16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0" name="Google Shape;2440;p16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1" name="Google Shape;2441;p16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2" name="Google Shape;2442;p16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3" name="Google Shape;2443;p16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4" name="Google Shape;2444;p16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5" name="Google Shape;2445;p16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6" name="Google Shape;2446;p16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7" name="Google Shape;2447;p16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8" name="Google Shape;2448;p16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9" name="Google Shape;2449;p16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0" name="Google Shape;2450;p16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1" name="Google Shape;2451;p16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2" name="Google Shape;2452;p16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3" name="Google Shape;2453;p16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4" name="Google Shape;2454;p16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5" name="Google Shape;2455;p16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6" name="Google Shape;2456;p16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7" name="Google Shape;2457;p16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8" name="Google Shape;2458;p16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9" name="Google Shape;2459;p16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0" name="Google Shape;2460;p16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1" name="Google Shape;2461;p16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2" name="Google Shape;2462;p16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63" name="Google Shape;2463;p16"/>
            <p:cNvGrpSpPr/>
            <p:nvPr/>
          </p:nvGrpSpPr>
          <p:grpSpPr>
            <a:xfrm>
              <a:off x="8545205" y="785972"/>
              <a:ext cx="676795" cy="937712"/>
              <a:chOff x="8260675" y="2995400"/>
              <a:chExt cx="811213" cy="1123950"/>
            </a:xfrm>
          </p:grpSpPr>
          <p:sp>
            <p:nvSpPr>
              <p:cNvPr id="2464" name="Google Shape;2464;p16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5" name="Google Shape;2465;p16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6" name="Google Shape;2466;p16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7" name="Google Shape;2467;p16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8" name="Google Shape;2468;p16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9" name="Google Shape;2469;p16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0" name="Google Shape;2470;p16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1" name="Google Shape;2471;p16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2" name="Google Shape;2472;p16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3" name="Google Shape;2473;p16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4" name="Google Shape;2474;p16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5" name="Google Shape;2475;p16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6" name="Google Shape;2476;p16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7" name="Google Shape;2477;p16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78" name="Google Shape;2478;p16"/>
            <p:cNvGrpSpPr/>
            <p:nvPr/>
          </p:nvGrpSpPr>
          <p:grpSpPr>
            <a:xfrm rot="8100000">
              <a:off x="8721503" y="207557"/>
              <a:ext cx="392696" cy="544088"/>
              <a:chOff x="8260675" y="2995400"/>
              <a:chExt cx="811213" cy="1123950"/>
            </a:xfrm>
          </p:grpSpPr>
          <p:sp>
            <p:nvSpPr>
              <p:cNvPr id="2479" name="Google Shape;2479;p16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0" name="Google Shape;2480;p16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1" name="Google Shape;2481;p16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2" name="Google Shape;2482;p16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3" name="Google Shape;2483;p16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4" name="Google Shape;2484;p16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5" name="Google Shape;2485;p16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6" name="Google Shape;2486;p16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7" name="Google Shape;2487;p16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8" name="Google Shape;2488;p16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9" name="Google Shape;2489;p16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0" name="Google Shape;2490;p16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1" name="Google Shape;2491;p16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2" name="Google Shape;2492;p16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3" name="Google Shape;2493;p16"/>
            <p:cNvGrpSpPr/>
            <p:nvPr/>
          </p:nvGrpSpPr>
          <p:grpSpPr>
            <a:xfrm flipH="1">
              <a:off x="-551423" y="-16656"/>
              <a:ext cx="1150223" cy="1399215"/>
              <a:chOff x="7491913" y="372038"/>
              <a:chExt cx="1503363" cy="1828800"/>
            </a:xfrm>
          </p:grpSpPr>
          <p:sp>
            <p:nvSpPr>
              <p:cNvPr id="2494" name="Google Shape;2494;p16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5" name="Google Shape;2495;p16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6" name="Google Shape;2496;p16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7" name="Google Shape;2497;p16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8" name="Google Shape;2498;p16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9" name="Google Shape;2499;p16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0" name="Google Shape;2500;p16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1" name="Google Shape;2501;p16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2" name="Google Shape;2502;p16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3" name="Google Shape;2503;p16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4" name="Google Shape;2504;p16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5" name="Google Shape;2505;p16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6" name="Google Shape;2506;p16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7" name="Google Shape;2507;p16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8" name="Google Shape;2508;p16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9" name="Google Shape;2509;p16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0" name="Google Shape;2510;p16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1" name="Google Shape;2511;p16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2" name="Google Shape;2512;p16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3" name="Google Shape;2513;p16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4" name="Google Shape;2514;p16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5" name="Google Shape;2515;p16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6" name="Google Shape;2516;p16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7" name="Google Shape;2517;p16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8" name="Google Shape;2518;p16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9" name="Google Shape;2519;p16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0" name="Google Shape;2520;p16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1" name="Google Shape;2521;p16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2" name="Google Shape;2522;p16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3" name="Google Shape;2523;p16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4" name="Google Shape;2524;p16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5" name="Google Shape;2525;p16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6" name="Google Shape;2526;p16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7" name="Google Shape;2527;p16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8" name="Google Shape;2528;p16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9" name="Google Shape;2529;p16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0" name="Google Shape;2530;p16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1" name="Google Shape;2531;p16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2" name="Google Shape;2532;p16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3" name="Google Shape;2533;p16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4" name="Google Shape;2534;p16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5" name="Google Shape;2535;p16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6" name="Google Shape;2536;p16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7" name="Google Shape;2537;p16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8" name="Google Shape;2538;p16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9" name="Google Shape;2539;p16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0" name="Google Shape;2540;p16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1" name="Google Shape;2541;p16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2" name="Google Shape;2542;p16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3" name="Google Shape;2543;p16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4" name="Google Shape;2544;p16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5" name="Google Shape;2545;p16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6" name="Google Shape;2546;p16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7" name="Google Shape;2547;p16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8" name="Google Shape;2548;p16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9" name="Google Shape;2549;p16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0" name="Google Shape;2550;p16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1" name="Google Shape;2551;p16"/>
            <p:cNvGrpSpPr/>
            <p:nvPr/>
          </p:nvGrpSpPr>
          <p:grpSpPr>
            <a:xfrm flipH="1" rot="8100000">
              <a:off x="8246135" y="3980605"/>
              <a:ext cx="847454" cy="1030905"/>
              <a:chOff x="7491913" y="372038"/>
              <a:chExt cx="1503363" cy="1828800"/>
            </a:xfrm>
          </p:grpSpPr>
          <p:sp>
            <p:nvSpPr>
              <p:cNvPr id="2552" name="Google Shape;2552;p16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3" name="Google Shape;2553;p16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4" name="Google Shape;2554;p16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5" name="Google Shape;2555;p16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6" name="Google Shape;2556;p16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7" name="Google Shape;2557;p16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8" name="Google Shape;2558;p16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9" name="Google Shape;2559;p16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0" name="Google Shape;2560;p16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1" name="Google Shape;2561;p16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2" name="Google Shape;2562;p16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3" name="Google Shape;2563;p16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4" name="Google Shape;2564;p16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5" name="Google Shape;2565;p16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6" name="Google Shape;2566;p16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7" name="Google Shape;2567;p16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8" name="Google Shape;2568;p16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9" name="Google Shape;2569;p16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0" name="Google Shape;2570;p16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1" name="Google Shape;2571;p16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2" name="Google Shape;2572;p16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3" name="Google Shape;2573;p16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4" name="Google Shape;2574;p16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5" name="Google Shape;2575;p16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6" name="Google Shape;2576;p16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7" name="Google Shape;2577;p16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8" name="Google Shape;2578;p16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9" name="Google Shape;2579;p16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0" name="Google Shape;2580;p16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1" name="Google Shape;2581;p16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2" name="Google Shape;2582;p16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3" name="Google Shape;2583;p16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4" name="Google Shape;2584;p16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5" name="Google Shape;2585;p16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6" name="Google Shape;2586;p16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7" name="Google Shape;2587;p16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8" name="Google Shape;2588;p16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9" name="Google Shape;2589;p16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0" name="Google Shape;2590;p16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1" name="Google Shape;2591;p16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2" name="Google Shape;2592;p16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3" name="Google Shape;2593;p16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4" name="Google Shape;2594;p16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5" name="Google Shape;2595;p16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6" name="Google Shape;2596;p16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7" name="Google Shape;2597;p16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8" name="Google Shape;2598;p16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9" name="Google Shape;2599;p16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0" name="Google Shape;2600;p16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1" name="Google Shape;2601;p16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2" name="Google Shape;2602;p16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3" name="Google Shape;2603;p16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4" name="Google Shape;2604;p16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5" name="Google Shape;2605;p16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6" name="Google Shape;2606;p16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7" name="Google Shape;2607;p16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8" name="Google Shape;2608;p16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609" name="Google Shape;2609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10" name="Google Shape;2610;p16"/>
          <p:cNvSpPr txBox="1"/>
          <p:nvPr>
            <p:ph idx="1" type="subTitle"/>
          </p:nvPr>
        </p:nvSpPr>
        <p:spPr>
          <a:xfrm>
            <a:off x="715100" y="2317900"/>
            <a:ext cx="2305500" cy="19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1" name="Google Shape;2611;p16"/>
          <p:cNvSpPr txBox="1"/>
          <p:nvPr>
            <p:ph idx="2" type="subTitle"/>
          </p:nvPr>
        </p:nvSpPr>
        <p:spPr>
          <a:xfrm>
            <a:off x="3414318" y="2317900"/>
            <a:ext cx="2305500" cy="19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2" name="Google Shape;2612;p16"/>
          <p:cNvSpPr txBox="1"/>
          <p:nvPr>
            <p:ph idx="3" type="subTitle"/>
          </p:nvPr>
        </p:nvSpPr>
        <p:spPr>
          <a:xfrm>
            <a:off x="6113544" y="2317900"/>
            <a:ext cx="2305500" cy="19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3" name="Google Shape;2613;p16"/>
          <p:cNvSpPr txBox="1"/>
          <p:nvPr>
            <p:ph idx="4" type="subTitle"/>
          </p:nvPr>
        </p:nvSpPr>
        <p:spPr>
          <a:xfrm>
            <a:off x="715100" y="186640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14" name="Google Shape;2614;p16"/>
          <p:cNvSpPr txBox="1"/>
          <p:nvPr>
            <p:ph idx="5" type="subTitle"/>
          </p:nvPr>
        </p:nvSpPr>
        <p:spPr>
          <a:xfrm>
            <a:off x="3414322" y="186640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15" name="Google Shape;2615;p16"/>
          <p:cNvSpPr txBox="1"/>
          <p:nvPr>
            <p:ph idx="6" type="subTitle"/>
          </p:nvPr>
        </p:nvSpPr>
        <p:spPr>
          <a:xfrm>
            <a:off x="6113544" y="186640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2616" name="Shape 2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Google Shape;2617;p17"/>
          <p:cNvSpPr/>
          <p:nvPr/>
        </p:nvSpPr>
        <p:spPr>
          <a:xfrm rot="5400000">
            <a:off x="4068000" y="57150"/>
            <a:ext cx="1008000" cy="916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618" name="Google Shape;2618;p17"/>
          <p:cNvGrpSpPr/>
          <p:nvPr/>
        </p:nvGrpSpPr>
        <p:grpSpPr>
          <a:xfrm>
            <a:off x="-663149" y="3008242"/>
            <a:ext cx="9807162" cy="3126850"/>
            <a:chOff x="-663149" y="3008242"/>
            <a:chExt cx="9807162" cy="3126850"/>
          </a:xfrm>
        </p:grpSpPr>
        <p:grpSp>
          <p:nvGrpSpPr>
            <p:cNvPr id="2619" name="Google Shape;2619;p17"/>
            <p:cNvGrpSpPr/>
            <p:nvPr/>
          </p:nvGrpSpPr>
          <p:grpSpPr>
            <a:xfrm flipH="1" rot="813197">
              <a:off x="8184368" y="3752134"/>
              <a:ext cx="835618" cy="1157765"/>
              <a:chOff x="8260675" y="2995400"/>
              <a:chExt cx="811213" cy="1123950"/>
            </a:xfrm>
          </p:grpSpPr>
          <p:sp>
            <p:nvSpPr>
              <p:cNvPr id="2620" name="Google Shape;2620;p17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1" name="Google Shape;2621;p17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2" name="Google Shape;2622;p17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3" name="Google Shape;2623;p17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4" name="Google Shape;2624;p17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5" name="Google Shape;2625;p17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6" name="Google Shape;2626;p17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7" name="Google Shape;2627;p17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8" name="Google Shape;2628;p17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9" name="Google Shape;2629;p17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0" name="Google Shape;2630;p17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1" name="Google Shape;2631;p17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2" name="Google Shape;2632;p17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3" name="Google Shape;2633;p17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34" name="Google Shape;2634;p17"/>
            <p:cNvGrpSpPr/>
            <p:nvPr/>
          </p:nvGrpSpPr>
          <p:grpSpPr>
            <a:xfrm flipH="1" rot="8100000">
              <a:off x="-276719" y="3247212"/>
              <a:ext cx="1362389" cy="1657310"/>
              <a:chOff x="7491913" y="372038"/>
              <a:chExt cx="1503363" cy="1828800"/>
            </a:xfrm>
          </p:grpSpPr>
          <p:sp>
            <p:nvSpPr>
              <p:cNvPr id="2635" name="Google Shape;2635;p17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6" name="Google Shape;2636;p17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7" name="Google Shape;2637;p17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8" name="Google Shape;2638;p17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9" name="Google Shape;2639;p17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0" name="Google Shape;2640;p17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1" name="Google Shape;2641;p17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2" name="Google Shape;2642;p17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3" name="Google Shape;2643;p17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4" name="Google Shape;2644;p17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5" name="Google Shape;2645;p17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6" name="Google Shape;2646;p17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7" name="Google Shape;2647;p17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8" name="Google Shape;2648;p17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9" name="Google Shape;2649;p17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0" name="Google Shape;2650;p17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1" name="Google Shape;2651;p17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2" name="Google Shape;2652;p17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3" name="Google Shape;2653;p17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4" name="Google Shape;2654;p17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5" name="Google Shape;2655;p17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6" name="Google Shape;2656;p17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7" name="Google Shape;2657;p17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8" name="Google Shape;2658;p17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9" name="Google Shape;2659;p17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0" name="Google Shape;2660;p17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1" name="Google Shape;2661;p17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2" name="Google Shape;2662;p17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3" name="Google Shape;2663;p17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4" name="Google Shape;2664;p17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5" name="Google Shape;2665;p17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6" name="Google Shape;2666;p17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7" name="Google Shape;2667;p17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8" name="Google Shape;2668;p17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9" name="Google Shape;2669;p17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0" name="Google Shape;2670;p17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1" name="Google Shape;2671;p17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2" name="Google Shape;2672;p17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3" name="Google Shape;2673;p17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4" name="Google Shape;2674;p17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5" name="Google Shape;2675;p17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6" name="Google Shape;2676;p17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7" name="Google Shape;2677;p17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8" name="Google Shape;2678;p17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9" name="Google Shape;2679;p17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0" name="Google Shape;2680;p17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1" name="Google Shape;2681;p17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2" name="Google Shape;2682;p17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3" name="Google Shape;2683;p17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4" name="Google Shape;2684;p17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5" name="Google Shape;2685;p17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6" name="Google Shape;2686;p17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7" name="Google Shape;2687;p17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8" name="Google Shape;2688;p17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9" name="Google Shape;2689;p17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0" name="Google Shape;2690;p17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1" name="Google Shape;2691;p17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92" name="Google Shape;2692;p17"/>
            <p:cNvGrpSpPr/>
            <p:nvPr/>
          </p:nvGrpSpPr>
          <p:grpSpPr>
            <a:xfrm>
              <a:off x="1278367" y="4375835"/>
              <a:ext cx="1495920" cy="1276449"/>
              <a:chOff x="-469100" y="3905588"/>
              <a:chExt cx="1352550" cy="1154113"/>
            </a:xfrm>
          </p:grpSpPr>
          <p:grpSp>
            <p:nvGrpSpPr>
              <p:cNvPr id="2693" name="Google Shape;2693;p17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2694" name="Google Shape;2694;p17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95" name="Google Shape;2695;p17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96" name="Google Shape;2696;p17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97" name="Google Shape;2697;p17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98" name="Google Shape;2698;p17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9" name="Google Shape;2699;p17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0" name="Google Shape;2700;p17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1" name="Google Shape;2701;p17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2" name="Google Shape;2702;p17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3" name="Google Shape;2703;p17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4" name="Google Shape;2704;p17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5" name="Google Shape;2705;p17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6" name="Google Shape;2706;p17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7" name="Google Shape;2707;p17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8" name="Google Shape;2708;p17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9" name="Google Shape;2709;p17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0" name="Google Shape;2710;p17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1" name="Google Shape;2711;p17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2" name="Google Shape;2712;p17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3" name="Google Shape;2713;p17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4" name="Google Shape;2714;p17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5" name="Google Shape;2715;p17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6" name="Google Shape;2716;p17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7" name="Google Shape;2717;p17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8" name="Google Shape;2718;p17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9" name="Google Shape;2719;p17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0" name="Google Shape;2720;p17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1" name="Google Shape;2721;p17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2" name="Google Shape;2722;p17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3" name="Google Shape;2723;p17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4" name="Google Shape;2724;p17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5" name="Google Shape;2725;p17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6" name="Google Shape;2726;p17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7" name="Google Shape;2727;p17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8" name="Google Shape;2728;p17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9" name="Google Shape;2729;p17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0" name="Google Shape;2730;p17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1" name="Google Shape;2731;p17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2" name="Google Shape;2732;p17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3" name="Google Shape;2733;p17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4" name="Google Shape;2734;p17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5" name="Google Shape;2735;p17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6" name="Google Shape;2736;p17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7" name="Google Shape;2737;p17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8" name="Google Shape;2738;p17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9" name="Google Shape;2739;p17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0" name="Google Shape;2740;p17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1" name="Google Shape;2741;p17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2" name="Google Shape;2742;p17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3" name="Google Shape;2743;p17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4" name="Google Shape;2744;p17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5" name="Google Shape;2745;p17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6" name="Google Shape;2746;p17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7" name="Google Shape;2747;p17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8" name="Google Shape;2748;p17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9" name="Google Shape;2749;p17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0" name="Google Shape;2750;p17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1" name="Google Shape;2751;p17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2" name="Google Shape;2752;p17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3" name="Google Shape;2753;p17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4" name="Google Shape;2754;p17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5" name="Google Shape;2755;p17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6" name="Google Shape;2756;p17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7" name="Google Shape;2757;p17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8" name="Google Shape;2758;p17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9" name="Google Shape;2759;p17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0" name="Google Shape;2760;p17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1" name="Google Shape;2761;p17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2" name="Google Shape;2762;p17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3" name="Google Shape;2763;p17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4" name="Google Shape;2764;p17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65" name="Google Shape;2765;p17"/>
            <p:cNvGrpSpPr/>
            <p:nvPr/>
          </p:nvGrpSpPr>
          <p:grpSpPr>
            <a:xfrm flipH="1" rot="-2700000">
              <a:off x="3178996" y="4593423"/>
              <a:ext cx="499962" cy="692707"/>
              <a:chOff x="8260675" y="2995400"/>
              <a:chExt cx="811213" cy="1123950"/>
            </a:xfrm>
          </p:grpSpPr>
          <p:sp>
            <p:nvSpPr>
              <p:cNvPr id="2766" name="Google Shape;2766;p17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7" name="Google Shape;2767;p17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8" name="Google Shape;2768;p17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9" name="Google Shape;2769;p17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0" name="Google Shape;2770;p17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1" name="Google Shape;2771;p17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2" name="Google Shape;2772;p17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3" name="Google Shape;2773;p17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4" name="Google Shape;2774;p17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5" name="Google Shape;2775;p17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6" name="Google Shape;2776;p17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7" name="Google Shape;2777;p17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8" name="Google Shape;2778;p17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9" name="Google Shape;2779;p17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80" name="Google Shape;2780;p17"/>
            <p:cNvGrpSpPr/>
            <p:nvPr/>
          </p:nvGrpSpPr>
          <p:grpSpPr>
            <a:xfrm rot="2700000">
              <a:off x="3918206" y="4238812"/>
              <a:ext cx="1362389" cy="1657310"/>
              <a:chOff x="7491913" y="372038"/>
              <a:chExt cx="1503363" cy="1828800"/>
            </a:xfrm>
          </p:grpSpPr>
          <p:sp>
            <p:nvSpPr>
              <p:cNvPr id="2781" name="Google Shape;2781;p17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2" name="Google Shape;2782;p17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3" name="Google Shape;2783;p17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4" name="Google Shape;2784;p17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5" name="Google Shape;2785;p17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6" name="Google Shape;2786;p17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7" name="Google Shape;2787;p17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8" name="Google Shape;2788;p17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9" name="Google Shape;2789;p17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0" name="Google Shape;2790;p17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1" name="Google Shape;2791;p17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2" name="Google Shape;2792;p17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3" name="Google Shape;2793;p17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4" name="Google Shape;2794;p17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5" name="Google Shape;2795;p17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6" name="Google Shape;2796;p17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7" name="Google Shape;2797;p17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8" name="Google Shape;2798;p17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9" name="Google Shape;2799;p17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0" name="Google Shape;2800;p17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1" name="Google Shape;2801;p17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2" name="Google Shape;2802;p17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3" name="Google Shape;2803;p17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4" name="Google Shape;2804;p17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5" name="Google Shape;2805;p17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6" name="Google Shape;2806;p17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7" name="Google Shape;2807;p17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8" name="Google Shape;2808;p17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9" name="Google Shape;2809;p17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0" name="Google Shape;2810;p17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1" name="Google Shape;2811;p17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2" name="Google Shape;2812;p17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3" name="Google Shape;2813;p17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4" name="Google Shape;2814;p17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5" name="Google Shape;2815;p17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6" name="Google Shape;2816;p17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7" name="Google Shape;2817;p17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8" name="Google Shape;2818;p17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9" name="Google Shape;2819;p17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0" name="Google Shape;2820;p17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1" name="Google Shape;2821;p17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2" name="Google Shape;2822;p17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3" name="Google Shape;2823;p17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4" name="Google Shape;2824;p17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5" name="Google Shape;2825;p17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6" name="Google Shape;2826;p17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7" name="Google Shape;2827;p17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8" name="Google Shape;2828;p17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9" name="Google Shape;2829;p17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0" name="Google Shape;2830;p17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1" name="Google Shape;2831;p17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2" name="Google Shape;2832;p17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3" name="Google Shape;2833;p17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4" name="Google Shape;2834;p17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5" name="Google Shape;2835;p17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6" name="Google Shape;2836;p17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7" name="Google Shape;2837;p17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38" name="Google Shape;2838;p17"/>
            <p:cNvGrpSpPr/>
            <p:nvPr/>
          </p:nvGrpSpPr>
          <p:grpSpPr>
            <a:xfrm rot="10800000">
              <a:off x="5445951" y="4442258"/>
              <a:ext cx="1230414" cy="1049896"/>
              <a:chOff x="-469100" y="3905588"/>
              <a:chExt cx="1352550" cy="1154113"/>
            </a:xfrm>
          </p:grpSpPr>
          <p:grpSp>
            <p:nvGrpSpPr>
              <p:cNvPr id="2839" name="Google Shape;2839;p17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2840" name="Google Shape;2840;p17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1" name="Google Shape;2841;p17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2" name="Google Shape;2842;p17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3" name="Google Shape;2843;p17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44" name="Google Shape;2844;p17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5" name="Google Shape;2845;p17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6" name="Google Shape;2846;p17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7" name="Google Shape;2847;p17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8" name="Google Shape;2848;p17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9" name="Google Shape;2849;p17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0" name="Google Shape;2850;p17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1" name="Google Shape;2851;p17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2" name="Google Shape;2852;p17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3" name="Google Shape;2853;p17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4" name="Google Shape;2854;p17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5" name="Google Shape;2855;p17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6" name="Google Shape;2856;p17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7" name="Google Shape;2857;p17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8" name="Google Shape;2858;p17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9" name="Google Shape;2859;p17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0" name="Google Shape;2860;p17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1" name="Google Shape;2861;p17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2" name="Google Shape;2862;p17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3" name="Google Shape;2863;p17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4" name="Google Shape;2864;p17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5" name="Google Shape;2865;p17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6" name="Google Shape;2866;p17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7" name="Google Shape;2867;p17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8" name="Google Shape;2868;p17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9" name="Google Shape;2869;p17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0" name="Google Shape;2870;p17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1" name="Google Shape;2871;p17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2" name="Google Shape;2872;p17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3" name="Google Shape;2873;p17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4" name="Google Shape;2874;p17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5" name="Google Shape;2875;p17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6" name="Google Shape;2876;p17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7" name="Google Shape;2877;p17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8" name="Google Shape;2878;p17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9" name="Google Shape;2879;p17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0" name="Google Shape;2880;p17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1" name="Google Shape;2881;p17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2" name="Google Shape;2882;p17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3" name="Google Shape;2883;p17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4" name="Google Shape;2884;p17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5" name="Google Shape;2885;p17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6" name="Google Shape;2886;p17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7" name="Google Shape;2887;p17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8" name="Google Shape;2888;p17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9" name="Google Shape;2889;p17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0" name="Google Shape;2890;p17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1" name="Google Shape;2891;p17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2" name="Google Shape;2892;p17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3" name="Google Shape;2893;p17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4" name="Google Shape;2894;p17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5" name="Google Shape;2895;p17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6" name="Google Shape;2896;p17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7" name="Google Shape;2897;p17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8" name="Google Shape;2898;p17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9" name="Google Shape;2899;p17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0" name="Google Shape;2900;p17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1" name="Google Shape;2901;p17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2" name="Google Shape;2902;p17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3" name="Google Shape;2903;p17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4" name="Google Shape;2904;p17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5" name="Google Shape;2905;p17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6" name="Google Shape;2906;p17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7" name="Google Shape;2907;p17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8" name="Google Shape;2908;p17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9" name="Google Shape;2909;p17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0" name="Google Shape;2910;p17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11" name="Google Shape;2911;p17"/>
            <p:cNvGrpSpPr/>
            <p:nvPr/>
          </p:nvGrpSpPr>
          <p:grpSpPr>
            <a:xfrm flipH="1" rot="6773866">
              <a:off x="6902417" y="4231231"/>
              <a:ext cx="1075299" cy="1308072"/>
              <a:chOff x="7491913" y="372038"/>
              <a:chExt cx="1503363" cy="1828800"/>
            </a:xfrm>
          </p:grpSpPr>
          <p:sp>
            <p:nvSpPr>
              <p:cNvPr id="2912" name="Google Shape;2912;p17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3" name="Google Shape;2913;p17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4" name="Google Shape;2914;p17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5" name="Google Shape;2915;p17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6" name="Google Shape;2916;p17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7" name="Google Shape;2917;p17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8" name="Google Shape;2918;p17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9" name="Google Shape;2919;p17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0" name="Google Shape;2920;p17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1" name="Google Shape;2921;p17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2" name="Google Shape;2922;p17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3" name="Google Shape;2923;p17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4" name="Google Shape;2924;p17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5" name="Google Shape;2925;p17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6" name="Google Shape;2926;p17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7" name="Google Shape;2927;p17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8" name="Google Shape;2928;p17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9" name="Google Shape;2929;p17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0" name="Google Shape;2930;p17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1" name="Google Shape;2931;p17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2" name="Google Shape;2932;p17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3" name="Google Shape;2933;p17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4" name="Google Shape;2934;p17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5" name="Google Shape;2935;p17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6" name="Google Shape;2936;p17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7" name="Google Shape;2937;p17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8" name="Google Shape;2938;p17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9" name="Google Shape;2939;p17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0" name="Google Shape;2940;p17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1" name="Google Shape;2941;p17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2" name="Google Shape;2942;p17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3" name="Google Shape;2943;p17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4" name="Google Shape;2944;p17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5" name="Google Shape;2945;p17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6" name="Google Shape;2946;p17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7" name="Google Shape;2947;p17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8" name="Google Shape;2948;p17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9" name="Google Shape;2949;p17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0" name="Google Shape;2950;p17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1" name="Google Shape;2951;p17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2" name="Google Shape;2952;p17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3" name="Google Shape;2953;p17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4" name="Google Shape;2954;p17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5" name="Google Shape;2955;p17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6" name="Google Shape;2956;p17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7" name="Google Shape;2957;p17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8" name="Google Shape;2958;p17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9" name="Google Shape;2959;p17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0" name="Google Shape;2960;p17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1" name="Google Shape;2961;p17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2" name="Google Shape;2962;p17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3" name="Google Shape;2963;p17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4" name="Google Shape;2964;p17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5" name="Google Shape;2965;p17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6" name="Google Shape;2966;p17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7" name="Google Shape;2967;p17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8" name="Google Shape;2968;p17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69" name="Google Shape;296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70" name="Google Shape;2970;p17"/>
          <p:cNvSpPr txBox="1"/>
          <p:nvPr>
            <p:ph idx="1" type="subTitle"/>
          </p:nvPr>
        </p:nvSpPr>
        <p:spPr>
          <a:xfrm>
            <a:off x="939400" y="1228750"/>
            <a:ext cx="31623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971" name="Google Shape;2971;p17"/>
          <p:cNvSpPr txBox="1"/>
          <p:nvPr>
            <p:ph idx="2" type="subTitle"/>
          </p:nvPr>
        </p:nvSpPr>
        <p:spPr>
          <a:xfrm>
            <a:off x="939400" y="1678450"/>
            <a:ext cx="3162300" cy="82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72" name="Google Shape;2972;p17"/>
          <p:cNvSpPr txBox="1"/>
          <p:nvPr>
            <p:ph idx="3" type="subTitle"/>
          </p:nvPr>
        </p:nvSpPr>
        <p:spPr>
          <a:xfrm>
            <a:off x="5042297" y="1678450"/>
            <a:ext cx="3162300" cy="82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73" name="Google Shape;2973;p17"/>
          <p:cNvSpPr txBox="1"/>
          <p:nvPr>
            <p:ph idx="4" type="subTitle"/>
          </p:nvPr>
        </p:nvSpPr>
        <p:spPr>
          <a:xfrm>
            <a:off x="939400" y="3098275"/>
            <a:ext cx="3162300" cy="82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74" name="Google Shape;2974;p17"/>
          <p:cNvSpPr txBox="1"/>
          <p:nvPr>
            <p:ph idx="5" type="subTitle"/>
          </p:nvPr>
        </p:nvSpPr>
        <p:spPr>
          <a:xfrm>
            <a:off x="5042297" y="3098275"/>
            <a:ext cx="3162300" cy="82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75" name="Google Shape;2975;p17"/>
          <p:cNvSpPr txBox="1"/>
          <p:nvPr>
            <p:ph idx="6" type="subTitle"/>
          </p:nvPr>
        </p:nvSpPr>
        <p:spPr>
          <a:xfrm>
            <a:off x="939400" y="2648575"/>
            <a:ext cx="31623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976" name="Google Shape;2976;p17"/>
          <p:cNvSpPr txBox="1"/>
          <p:nvPr>
            <p:ph idx="7" type="subTitle"/>
          </p:nvPr>
        </p:nvSpPr>
        <p:spPr>
          <a:xfrm>
            <a:off x="5042292" y="1228750"/>
            <a:ext cx="31623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977" name="Google Shape;2977;p17"/>
          <p:cNvSpPr txBox="1"/>
          <p:nvPr>
            <p:ph idx="8" type="subTitle"/>
          </p:nvPr>
        </p:nvSpPr>
        <p:spPr>
          <a:xfrm>
            <a:off x="5042292" y="2648575"/>
            <a:ext cx="31623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978" name="Shape 2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" name="Google Shape;2979;p18"/>
          <p:cNvSpPr/>
          <p:nvPr/>
        </p:nvSpPr>
        <p:spPr>
          <a:xfrm>
            <a:off x="8602800" y="-16650"/>
            <a:ext cx="541200" cy="517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980" name="Google Shape;2980;p18"/>
          <p:cNvGrpSpPr/>
          <p:nvPr/>
        </p:nvGrpSpPr>
        <p:grpSpPr>
          <a:xfrm>
            <a:off x="8212461" y="-588058"/>
            <a:ext cx="1466489" cy="5828210"/>
            <a:chOff x="8212461" y="-588058"/>
            <a:chExt cx="1466489" cy="5828210"/>
          </a:xfrm>
        </p:grpSpPr>
        <p:grpSp>
          <p:nvGrpSpPr>
            <p:cNvPr id="2981" name="Google Shape;2981;p18"/>
            <p:cNvGrpSpPr/>
            <p:nvPr/>
          </p:nvGrpSpPr>
          <p:grpSpPr>
            <a:xfrm rot="-5827197">
              <a:off x="8281143" y="-425397"/>
              <a:ext cx="1329120" cy="1134121"/>
              <a:chOff x="-469100" y="3905588"/>
              <a:chExt cx="1352550" cy="1154113"/>
            </a:xfrm>
          </p:grpSpPr>
          <p:grpSp>
            <p:nvGrpSpPr>
              <p:cNvPr id="2982" name="Google Shape;2982;p18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2983" name="Google Shape;2983;p18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4" name="Google Shape;2984;p18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5" name="Google Shape;2985;p18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6" name="Google Shape;2986;p18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87" name="Google Shape;2987;p18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8" name="Google Shape;2988;p18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9" name="Google Shape;2989;p18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0" name="Google Shape;2990;p18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1" name="Google Shape;2991;p18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2" name="Google Shape;2992;p18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3" name="Google Shape;2993;p18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4" name="Google Shape;2994;p18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5" name="Google Shape;2995;p18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6" name="Google Shape;2996;p18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7" name="Google Shape;2997;p18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8" name="Google Shape;2998;p18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9" name="Google Shape;2999;p18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0" name="Google Shape;3000;p18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1" name="Google Shape;3001;p18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2" name="Google Shape;3002;p18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3" name="Google Shape;3003;p18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4" name="Google Shape;3004;p18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5" name="Google Shape;3005;p18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6" name="Google Shape;3006;p18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7" name="Google Shape;3007;p18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8" name="Google Shape;3008;p18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9" name="Google Shape;3009;p18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0" name="Google Shape;3010;p18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1" name="Google Shape;3011;p18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2" name="Google Shape;3012;p18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3" name="Google Shape;3013;p18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4" name="Google Shape;3014;p18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5" name="Google Shape;3015;p18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6" name="Google Shape;3016;p18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7" name="Google Shape;3017;p18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8" name="Google Shape;3018;p18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9" name="Google Shape;3019;p18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0" name="Google Shape;3020;p18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1" name="Google Shape;3021;p18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2" name="Google Shape;3022;p18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3" name="Google Shape;3023;p18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4" name="Google Shape;3024;p18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5" name="Google Shape;3025;p18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6" name="Google Shape;3026;p18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7" name="Google Shape;3027;p18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8" name="Google Shape;3028;p18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9" name="Google Shape;3029;p18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0" name="Google Shape;3030;p18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1" name="Google Shape;3031;p18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2" name="Google Shape;3032;p18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3" name="Google Shape;3033;p18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4" name="Google Shape;3034;p18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5" name="Google Shape;3035;p18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6" name="Google Shape;3036;p18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7" name="Google Shape;3037;p18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8" name="Google Shape;3038;p18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9" name="Google Shape;3039;p18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0" name="Google Shape;3040;p18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1" name="Google Shape;3041;p18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2" name="Google Shape;3042;p18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3" name="Google Shape;3043;p18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4" name="Google Shape;3044;p18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5" name="Google Shape;3045;p18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6" name="Google Shape;3046;p18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7" name="Google Shape;3047;p18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8" name="Google Shape;3048;p18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9" name="Google Shape;3049;p18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0" name="Google Shape;3050;p18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1" name="Google Shape;3051;p18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2" name="Google Shape;3052;p18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3" name="Google Shape;3053;p18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54" name="Google Shape;3054;p18"/>
            <p:cNvGrpSpPr/>
            <p:nvPr/>
          </p:nvGrpSpPr>
          <p:grpSpPr>
            <a:xfrm flipH="1" rot="9496429">
              <a:off x="8414086" y="1825636"/>
              <a:ext cx="1063238" cy="1293400"/>
              <a:chOff x="7491913" y="372038"/>
              <a:chExt cx="1503363" cy="1828800"/>
            </a:xfrm>
          </p:grpSpPr>
          <p:sp>
            <p:nvSpPr>
              <p:cNvPr id="3055" name="Google Shape;3055;p18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6" name="Google Shape;3056;p18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7" name="Google Shape;3057;p18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8" name="Google Shape;3058;p18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9" name="Google Shape;3059;p18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0" name="Google Shape;3060;p18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1" name="Google Shape;3061;p18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2" name="Google Shape;3062;p18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3" name="Google Shape;3063;p18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4" name="Google Shape;3064;p18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5" name="Google Shape;3065;p18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6" name="Google Shape;3066;p18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7" name="Google Shape;3067;p18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8" name="Google Shape;3068;p18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9" name="Google Shape;3069;p18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0" name="Google Shape;3070;p18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1" name="Google Shape;3071;p18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2" name="Google Shape;3072;p18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3" name="Google Shape;3073;p18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4" name="Google Shape;3074;p18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5" name="Google Shape;3075;p18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6" name="Google Shape;3076;p18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7" name="Google Shape;3077;p18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8" name="Google Shape;3078;p18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9" name="Google Shape;3079;p18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0" name="Google Shape;3080;p18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1" name="Google Shape;3081;p18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2" name="Google Shape;3082;p18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3" name="Google Shape;3083;p18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4" name="Google Shape;3084;p18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5" name="Google Shape;3085;p18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6" name="Google Shape;3086;p18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7" name="Google Shape;3087;p18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8" name="Google Shape;3088;p18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9" name="Google Shape;3089;p18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0" name="Google Shape;3090;p18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1" name="Google Shape;3091;p18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2" name="Google Shape;3092;p18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3" name="Google Shape;3093;p18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4" name="Google Shape;3094;p18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5" name="Google Shape;3095;p18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6" name="Google Shape;3096;p18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7" name="Google Shape;3097;p18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8" name="Google Shape;3098;p18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9" name="Google Shape;3099;p18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0" name="Google Shape;3100;p18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1" name="Google Shape;3101;p18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2" name="Google Shape;3102;p18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3" name="Google Shape;3103;p18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4" name="Google Shape;3104;p18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5" name="Google Shape;3105;p18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6" name="Google Shape;3106;p18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7" name="Google Shape;3107;p18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8" name="Google Shape;3108;p18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9" name="Google Shape;3109;p18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0" name="Google Shape;3110;p18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1" name="Google Shape;3111;p18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12" name="Google Shape;3112;p18"/>
            <p:cNvGrpSpPr/>
            <p:nvPr/>
          </p:nvGrpSpPr>
          <p:grpSpPr>
            <a:xfrm flipH="1" rot="6851003">
              <a:off x="8560088" y="1010123"/>
              <a:ext cx="506342" cy="701546"/>
              <a:chOff x="8260675" y="2995400"/>
              <a:chExt cx="811213" cy="1123950"/>
            </a:xfrm>
          </p:grpSpPr>
          <p:sp>
            <p:nvSpPr>
              <p:cNvPr id="3113" name="Google Shape;3113;p18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4" name="Google Shape;3114;p18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5" name="Google Shape;3115;p18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6" name="Google Shape;3116;p18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7" name="Google Shape;3117;p18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8" name="Google Shape;3118;p18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9" name="Google Shape;3119;p18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0" name="Google Shape;3120;p18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1" name="Google Shape;3121;p18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2" name="Google Shape;3122;p18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3" name="Google Shape;3123;p18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4" name="Google Shape;3124;p18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5" name="Google Shape;3125;p18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6" name="Google Shape;3126;p18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27" name="Google Shape;3127;p18"/>
            <p:cNvGrpSpPr/>
            <p:nvPr/>
          </p:nvGrpSpPr>
          <p:grpSpPr>
            <a:xfrm flipH="1" rot="5564015">
              <a:off x="8778794" y="3227751"/>
              <a:ext cx="637852" cy="883756"/>
              <a:chOff x="8260675" y="2995400"/>
              <a:chExt cx="811213" cy="1123950"/>
            </a:xfrm>
          </p:grpSpPr>
          <p:sp>
            <p:nvSpPr>
              <p:cNvPr id="3128" name="Google Shape;3128;p18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9" name="Google Shape;3129;p18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0" name="Google Shape;3130;p18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1" name="Google Shape;3131;p18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2" name="Google Shape;3132;p18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3" name="Google Shape;3133;p18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4" name="Google Shape;3134;p18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5" name="Google Shape;3135;p18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6" name="Google Shape;3136;p18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7" name="Google Shape;3137;p18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8" name="Google Shape;3138;p18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9" name="Google Shape;3139;p18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0" name="Google Shape;3140;p18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1" name="Google Shape;3141;p18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42" name="Google Shape;3142;p18"/>
            <p:cNvGrpSpPr/>
            <p:nvPr/>
          </p:nvGrpSpPr>
          <p:grpSpPr>
            <a:xfrm rot="-717850">
              <a:off x="8627283" y="4348541"/>
              <a:ext cx="940848" cy="802813"/>
              <a:chOff x="-469100" y="3905588"/>
              <a:chExt cx="1352550" cy="1154113"/>
            </a:xfrm>
          </p:grpSpPr>
          <p:grpSp>
            <p:nvGrpSpPr>
              <p:cNvPr id="3143" name="Google Shape;3143;p18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3144" name="Google Shape;3144;p18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5" name="Google Shape;3145;p18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6" name="Google Shape;3146;p18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7" name="Google Shape;3147;p18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48" name="Google Shape;3148;p18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9" name="Google Shape;3149;p18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0" name="Google Shape;3150;p18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1" name="Google Shape;3151;p18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2" name="Google Shape;3152;p18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3" name="Google Shape;3153;p18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4" name="Google Shape;3154;p18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5" name="Google Shape;3155;p18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6" name="Google Shape;3156;p18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7" name="Google Shape;3157;p18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8" name="Google Shape;3158;p18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9" name="Google Shape;3159;p18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0" name="Google Shape;3160;p18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1" name="Google Shape;3161;p18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2" name="Google Shape;3162;p18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3" name="Google Shape;3163;p18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4" name="Google Shape;3164;p18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5" name="Google Shape;3165;p18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6" name="Google Shape;3166;p18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7" name="Google Shape;3167;p18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8" name="Google Shape;3168;p18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9" name="Google Shape;3169;p18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0" name="Google Shape;3170;p18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1" name="Google Shape;3171;p18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2" name="Google Shape;3172;p18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3" name="Google Shape;3173;p18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4" name="Google Shape;3174;p18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5" name="Google Shape;3175;p18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6" name="Google Shape;3176;p18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7" name="Google Shape;3177;p18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8" name="Google Shape;3178;p18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9" name="Google Shape;3179;p18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0" name="Google Shape;3180;p18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1" name="Google Shape;3181;p18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2" name="Google Shape;3182;p18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3" name="Google Shape;3183;p18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4" name="Google Shape;3184;p18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5" name="Google Shape;3185;p18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6" name="Google Shape;3186;p18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7" name="Google Shape;3187;p18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8" name="Google Shape;3188;p18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9" name="Google Shape;3189;p18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0" name="Google Shape;3190;p18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1" name="Google Shape;3191;p18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2" name="Google Shape;3192;p18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3" name="Google Shape;3193;p18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4" name="Google Shape;3194;p18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5" name="Google Shape;3195;p18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6" name="Google Shape;3196;p18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7" name="Google Shape;3197;p18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8" name="Google Shape;3198;p18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9" name="Google Shape;3199;p18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0" name="Google Shape;3200;p18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1" name="Google Shape;3201;p18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2" name="Google Shape;3202;p18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3" name="Google Shape;3203;p18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4" name="Google Shape;3204;p18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5" name="Google Shape;3205;p18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6" name="Google Shape;3206;p18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7" name="Google Shape;3207;p18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8" name="Google Shape;3208;p18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9" name="Google Shape;3209;p18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0" name="Google Shape;3210;p18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1" name="Google Shape;3211;p18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2" name="Google Shape;3212;p18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3" name="Google Shape;3213;p18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4" name="Google Shape;3214;p18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15" name="Google Shape;3215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16" name="Google Shape;3216;p18"/>
          <p:cNvSpPr txBox="1"/>
          <p:nvPr>
            <p:ph idx="1" type="subTitle"/>
          </p:nvPr>
        </p:nvSpPr>
        <p:spPr>
          <a:xfrm>
            <a:off x="720000" y="1710160"/>
            <a:ext cx="2100900" cy="1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17" name="Google Shape;3217;p18"/>
          <p:cNvSpPr txBox="1"/>
          <p:nvPr>
            <p:ph idx="2" type="subTitle"/>
          </p:nvPr>
        </p:nvSpPr>
        <p:spPr>
          <a:xfrm>
            <a:off x="3521246" y="1710150"/>
            <a:ext cx="2101500" cy="1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18" name="Google Shape;3218;p18"/>
          <p:cNvSpPr txBox="1"/>
          <p:nvPr>
            <p:ph idx="3" type="subTitle"/>
          </p:nvPr>
        </p:nvSpPr>
        <p:spPr>
          <a:xfrm>
            <a:off x="720000" y="3428000"/>
            <a:ext cx="2101500" cy="1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19" name="Google Shape;3219;p18"/>
          <p:cNvSpPr txBox="1"/>
          <p:nvPr>
            <p:ph idx="4" type="subTitle"/>
          </p:nvPr>
        </p:nvSpPr>
        <p:spPr>
          <a:xfrm>
            <a:off x="3521246" y="3428000"/>
            <a:ext cx="2101500" cy="1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20" name="Google Shape;3220;p18"/>
          <p:cNvSpPr txBox="1"/>
          <p:nvPr>
            <p:ph idx="5" type="subTitle"/>
          </p:nvPr>
        </p:nvSpPr>
        <p:spPr>
          <a:xfrm>
            <a:off x="6322493" y="1710150"/>
            <a:ext cx="2101500" cy="1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21" name="Google Shape;3221;p18"/>
          <p:cNvSpPr txBox="1"/>
          <p:nvPr>
            <p:ph idx="6" type="subTitle"/>
          </p:nvPr>
        </p:nvSpPr>
        <p:spPr>
          <a:xfrm>
            <a:off x="6322492" y="3428000"/>
            <a:ext cx="2101500" cy="1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22" name="Google Shape;3222;p18"/>
          <p:cNvSpPr txBox="1"/>
          <p:nvPr>
            <p:ph idx="7" type="subTitle"/>
          </p:nvPr>
        </p:nvSpPr>
        <p:spPr>
          <a:xfrm>
            <a:off x="720000" y="1412475"/>
            <a:ext cx="2101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23" name="Google Shape;3223;p18"/>
          <p:cNvSpPr txBox="1"/>
          <p:nvPr>
            <p:ph idx="8" type="subTitle"/>
          </p:nvPr>
        </p:nvSpPr>
        <p:spPr>
          <a:xfrm>
            <a:off x="3521246" y="1412475"/>
            <a:ext cx="2101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24" name="Google Shape;3224;p18"/>
          <p:cNvSpPr txBox="1"/>
          <p:nvPr>
            <p:ph idx="9" type="subTitle"/>
          </p:nvPr>
        </p:nvSpPr>
        <p:spPr>
          <a:xfrm>
            <a:off x="6322492" y="1412475"/>
            <a:ext cx="2101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25" name="Google Shape;3225;p18"/>
          <p:cNvSpPr txBox="1"/>
          <p:nvPr>
            <p:ph idx="13" type="subTitle"/>
          </p:nvPr>
        </p:nvSpPr>
        <p:spPr>
          <a:xfrm>
            <a:off x="720000" y="3127100"/>
            <a:ext cx="2101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26" name="Google Shape;3226;p18"/>
          <p:cNvSpPr txBox="1"/>
          <p:nvPr>
            <p:ph idx="14" type="subTitle"/>
          </p:nvPr>
        </p:nvSpPr>
        <p:spPr>
          <a:xfrm>
            <a:off x="3521246" y="3127102"/>
            <a:ext cx="2101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27" name="Google Shape;3227;p18"/>
          <p:cNvSpPr txBox="1"/>
          <p:nvPr>
            <p:ph idx="15" type="subTitle"/>
          </p:nvPr>
        </p:nvSpPr>
        <p:spPr>
          <a:xfrm>
            <a:off x="6322492" y="3127102"/>
            <a:ext cx="2101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228" name="Shape 3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9" name="Google Shape;3229;p19"/>
          <p:cNvSpPr/>
          <p:nvPr/>
        </p:nvSpPr>
        <p:spPr>
          <a:xfrm>
            <a:off x="8602800" y="-16650"/>
            <a:ext cx="541200" cy="517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230" name="Google Shape;3230;p19"/>
          <p:cNvGrpSpPr/>
          <p:nvPr/>
        </p:nvGrpSpPr>
        <p:grpSpPr>
          <a:xfrm>
            <a:off x="8041563" y="-871687"/>
            <a:ext cx="1944138" cy="6451000"/>
            <a:chOff x="8041563" y="-871687"/>
            <a:chExt cx="1944138" cy="6451000"/>
          </a:xfrm>
        </p:grpSpPr>
        <p:grpSp>
          <p:nvGrpSpPr>
            <p:cNvPr id="3231" name="Google Shape;3231;p19"/>
            <p:cNvGrpSpPr/>
            <p:nvPr/>
          </p:nvGrpSpPr>
          <p:grpSpPr>
            <a:xfrm flipH="1" rot="10800000">
              <a:off x="8482338" y="-871687"/>
              <a:ext cx="1503363" cy="1828800"/>
              <a:chOff x="7491913" y="372038"/>
              <a:chExt cx="1503363" cy="1828800"/>
            </a:xfrm>
          </p:grpSpPr>
          <p:sp>
            <p:nvSpPr>
              <p:cNvPr id="3232" name="Google Shape;3232;p19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3" name="Google Shape;3233;p19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4" name="Google Shape;3234;p19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5" name="Google Shape;3235;p19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6" name="Google Shape;3236;p19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7" name="Google Shape;3237;p19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8" name="Google Shape;3238;p19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9" name="Google Shape;3239;p19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0" name="Google Shape;3240;p19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1" name="Google Shape;3241;p19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2" name="Google Shape;3242;p19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3" name="Google Shape;3243;p19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4" name="Google Shape;3244;p19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19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6" name="Google Shape;3246;p19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7" name="Google Shape;3247;p19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8" name="Google Shape;3248;p19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9" name="Google Shape;3249;p19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0" name="Google Shape;3250;p19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1" name="Google Shape;3251;p19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2" name="Google Shape;3252;p19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3" name="Google Shape;3253;p19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19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5" name="Google Shape;3255;p19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6" name="Google Shape;3256;p19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7" name="Google Shape;3257;p19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8" name="Google Shape;3258;p19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9" name="Google Shape;3259;p19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0" name="Google Shape;3260;p19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1" name="Google Shape;3261;p19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2" name="Google Shape;3262;p19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3" name="Google Shape;3263;p19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4" name="Google Shape;3264;p19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5" name="Google Shape;3265;p19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6" name="Google Shape;3266;p19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7" name="Google Shape;3267;p19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8" name="Google Shape;3268;p19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9" name="Google Shape;3269;p19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0" name="Google Shape;3270;p19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1" name="Google Shape;3271;p19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2" name="Google Shape;3272;p19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3" name="Google Shape;3273;p19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4" name="Google Shape;3274;p19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5" name="Google Shape;3275;p19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6" name="Google Shape;3276;p19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7" name="Google Shape;3277;p19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8" name="Google Shape;3278;p19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9" name="Google Shape;3279;p19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0" name="Google Shape;3280;p19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1" name="Google Shape;3281;p19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2" name="Google Shape;3282;p19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3" name="Google Shape;3283;p19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4" name="Google Shape;3284;p19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5" name="Google Shape;3285;p19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6" name="Google Shape;3286;p19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7" name="Google Shape;3287;p19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8" name="Google Shape;3288;p19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9" name="Google Shape;3289;p19"/>
            <p:cNvGrpSpPr/>
            <p:nvPr/>
          </p:nvGrpSpPr>
          <p:grpSpPr>
            <a:xfrm flipH="1" rot="-5400000">
              <a:off x="8843046" y="980984"/>
              <a:ext cx="513822" cy="711910"/>
              <a:chOff x="8260675" y="2995400"/>
              <a:chExt cx="811213" cy="1123950"/>
            </a:xfrm>
          </p:grpSpPr>
          <p:sp>
            <p:nvSpPr>
              <p:cNvPr id="3290" name="Google Shape;3290;p19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1" name="Google Shape;3291;p19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2" name="Google Shape;3292;p19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3" name="Google Shape;3293;p19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4" name="Google Shape;3294;p19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5" name="Google Shape;3295;p19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6" name="Google Shape;3296;p19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7" name="Google Shape;3297;p19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8" name="Google Shape;3298;p19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9" name="Google Shape;3299;p19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0" name="Google Shape;3300;p19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1" name="Google Shape;3301;p19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2" name="Google Shape;3302;p19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3" name="Google Shape;3303;p19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4" name="Google Shape;3304;p19"/>
            <p:cNvGrpSpPr/>
            <p:nvPr/>
          </p:nvGrpSpPr>
          <p:grpSpPr>
            <a:xfrm flipH="1" rot="10800000">
              <a:off x="8710606" y="1780498"/>
              <a:ext cx="927308" cy="791260"/>
              <a:chOff x="-469100" y="3905588"/>
              <a:chExt cx="1352550" cy="1154113"/>
            </a:xfrm>
          </p:grpSpPr>
          <p:grpSp>
            <p:nvGrpSpPr>
              <p:cNvPr id="3305" name="Google Shape;3305;p19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3306" name="Google Shape;3306;p19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7" name="Google Shape;3307;p19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8" name="Google Shape;3308;p19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9" name="Google Shape;3309;p19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10" name="Google Shape;3310;p19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1" name="Google Shape;3311;p19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2" name="Google Shape;3312;p19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3" name="Google Shape;3313;p19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4" name="Google Shape;3314;p19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5" name="Google Shape;3315;p19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6" name="Google Shape;3316;p19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7" name="Google Shape;3317;p19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8" name="Google Shape;3318;p19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9" name="Google Shape;3319;p19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0" name="Google Shape;3320;p19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1" name="Google Shape;3321;p19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2" name="Google Shape;3322;p19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3" name="Google Shape;3323;p19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4" name="Google Shape;3324;p19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5" name="Google Shape;3325;p19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6" name="Google Shape;3326;p19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7" name="Google Shape;3327;p19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8" name="Google Shape;3328;p19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9" name="Google Shape;3329;p19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0" name="Google Shape;3330;p19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1" name="Google Shape;3331;p19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2" name="Google Shape;3332;p19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3" name="Google Shape;3333;p19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4" name="Google Shape;3334;p19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5" name="Google Shape;3335;p19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6" name="Google Shape;3336;p19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7" name="Google Shape;3337;p19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8" name="Google Shape;3338;p19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9" name="Google Shape;3339;p19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0" name="Google Shape;3340;p19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1" name="Google Shape;3341;p19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2" name="Google Shape;3342;p19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3" name="Google Shape;3343;p19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4" name="Google Shape;3344;p19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5" name="Google Shape;3345;p19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6" name="Google Shape;3346;p19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7" name="Google Shape;3347;p19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8" name="Google Shape;3348;p19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9" name="Google Shape;3349;p19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0" name="Google Shape;3350;p19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1" name="Google Shape;3351;p19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2" name="Google Shape;3352;p19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3" name="Google Shape;3353;p19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4" name="Google Shape;3354;p19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5" name="Google Shape;3355;p19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6" name="Google Shape;3356;p19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7" name="Google Shape;3357;p19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8" name="Google Shape;3358;p19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9" name="Google Shape;3359;p19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0" name="Google Shape;3360;p19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1" name="Google Shape;3361;p19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2" name="Google Shape;3362;p19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3" name="Google Shape;3363;p19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4" name="Google Shape;3364;p19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5" name="Google Shape;3365;p19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6" name="Google Shape;3366;p19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7" name="Google Shape;3367;p19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8" name="Google Shape;3368;p19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9" name="Google Shape;3369;p19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0" name="Google Shape;3370;p19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1" name="Google Shape;3371;p19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2" name="Google Shape;3372;p19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3" name="Google Shape;3373;p19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4" name="Google Shape;3374;p19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5" name="Google Shape;3375;p19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6" name="Google Shape;3376;p19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77" name="Google Shape;3377;p19"/>
            <p:cNvGrpSpPr/>
            <p:nvPr/>
          </p:nvGrpSpPr>
          <p:grpSpPr>
            <a:xfrm flipH="1" rot="9423530">
              <a:off x="8428447" y="2812261"/>
              <a:ext cx="580856" cy="804787"/>
              <a:chOff x="8260675" y="2995400"/>
              <a:chExt cx="811213" cy="1123950"/>
            </a:xfrm>
          </p:grpSpPr>
          <p:sp>
            <p:nvSpPr>
              <p:cNvPr id="3378" name="Google Shape;3378;p19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9" name="Google Shape;3379;p19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0" name="Google Shape;3380;p19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1" name="Google Shape;3381;p19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2" name="Google Shape;3382;p19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3" name="Google Shape;3383;p19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4" name="Google Shape;3384;p19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5" name="Google Shape;3385;p19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6" name="Google Shape;3386;p19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7" name="Google Shape;3387;p19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8" name="Google Shape;3388;p19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9" name="Google Shape;3389;p19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0" name="Google Shape;3390;p19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1" name="Google Shape;3391;p19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92" name="Google Shape;3392;p19"/>
            <p:cNvGrpSpPr/>
            <p:nvPr/>
          </p:nvGrpSpPr>
          <p:grpSpPr>
            <a:xfrm flipH="1">
              <a:off x="8041563" y="3750513"/>
              <a:ext cx="1503363" cy="1828800"/>
              <a:chOff x="7491913" y="372038"/>
              <a:chExt cx="1503363" cy="1828800"/>
            </a:xfrm>
          </p:grpSpPr>
          <p:sp>
            <p:nvSpPr>
              <p:cNvPr id="3393" name="Google Shape;3393;p19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4" name="Google Shape;3394;p19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5" name="Google Shape;3395;p19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6" name="Google Shape;3396;p19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7" name="Google Shape;3397;p19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8" name="Google Shape;3398;p19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9" name="Google Shape;3399;p19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0" name="Google Shape;3400;p19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1" name="Google Shape;3401;p19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2" name="Google Shape;3402;p19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3" name="Google Shape;3403;p19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4" name="Google Shape;3404;p19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5" name="Google Shape;3405;p19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6" name="Google Shape;3406;p19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7" name="Google Shape;3407;p19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8" name="Google Shape;3408;p19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9" name="Google Shape;3409;p19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0" name="Google Shape;3410;p19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1" name="Google Shape;3411;p19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2" name="Google Shape;3412;p19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3" name="Google Shape;3413;p19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4" name="Google Shape;3414;p19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5" name="Google Shape;3415;p19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6" name="Google Shape;3416;p19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7" name="Google Shape;3417;p19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8" name="Google Shape;3418;p19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9" name="Google Shape;3419;p19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0" name="Google Shape;3420;p19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1" name="Google Shape;3421;p19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2" name="Google Shape;3422;p19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3" name="Google Shape;3423;p19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4" name="Google Shape;3424;p19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5" name="Google Shape;3425;p19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6" name="Google Shape;3426;p19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7" name="Google Shape;3427;p19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8" name="Google Shape;3428;p19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9" name="Google Shape;3429;p19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0" name="Google Shape;3430;p19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1" name="Google Shape;3431;p19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2" name="Google Shape;3432;p19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3" name="Google Shape;3433;p19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4" name="Google Shape;3434;p19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5" name="Google Shape;3435;p19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6" name="Google Shape;3436;p19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7" name="Google Shape;3437;p19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8" name="Google Shape;3438;p19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9" name="Google Shape;3439;p19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0" name="Google Shape;3440;p19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1" name="Google Shape;3441;p19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2" name="Google Shape;3442;p19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3" name="Google Shape;3443;p19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4" name="Google Shape;3444;p19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5" name="Google Shape;3445;p19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6" name="Google Shape;3446;p19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7" name="Google Shape;3447;p19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8" name="Google Shape;3448;p19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9" name="Google Shape;3449;p19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50" name="Google Shape;345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3451" name="Shape 3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2" name="Google Shape;3452;p20"/>
          <p:cNvGrpSpPr/>
          <p:nvPr/>
        </p:nvGrpSpPr>
        <p:grpSpPr>
          <a:xfrm>
            <a:off x="0" y="-16650"/>
            <a:ext cx="9144000" cy="5176800"/>
            <a:chOff x="0" y="-16650"/>
            <a:chExt cx="9144000" cy="5176800"/>
          </a:xfrm>
        </p:grpSpPr>
        <p:sp>
          <p:nvSpPr>
            <p:cNvPr id="3453" name="Google Shape;3453;p20"/>
            <p:cNvSpPr/>
            <p:nvPr/>
          </p:nvSpPr>
          <p:spPr>
            <a:xfrm>
              <a:off x="8602800" y="-16650"/>
              <a:ext cx="541200" cy="517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54" name="Google Shape;3454;p20"/>
            <p:cNvSpPr/>
            <p:nvPr/>
          </p:nvSpPr>
          <p:spPr>
            <a:xfrm>
              <a:off x="0" y="-16650"/>
              <a:ext cx="541200" cy="517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455" name="Google Shape;345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456" name="Google Shape;3456;p20"/>
          <p:cNvGrpSpPr/>
          <p:nvPr/>
        </p:nvGrpSpPr>
        <p:grpSpPr>
          <a:xfrm>
            <a:off x="-578148" y="-381481"/>
            <a:ext cx="10426739" cy="5812840"/>
            <a:chOff x="-578148" y="-381481"/>
            <a:chExt cx="10426739" cy="5812840"/>
          </a:xfrm>
        </p:grpSpPr>
        <p:grpSp>
          <p:nvGrpSpPr>
            <p:cNvPr id="3457" name="Google Shape;3457;p20"/>
            <p:cNvGrpSpPr/>
            <p:nvPr/>
          </p:nvGrpSpPr>
          <p:grpSpPr>
            <a:xfrm>
              <a:off x="-578148" y="-381481"/>
              <a:ext cx="1261674" cy="5812840"/>
              <a:chOff x="-578148" y="-381481"/>
              <a:chExt cx="1261674" cy="5812840"/>
            </a:xfrm>
          </p:grpSpPr>
          <p:grpSp>
            <p:nvGrpSpPr>
              <p:cNvPr id="3458" name="Google Shape;3458;p20"/>
              <p:cNvGrpSpPr/>
              <p:nvPr/>
            </p:nvGrpSpPr>
            <p:grpSpPr>
              <a:xfrm>
                <a:off x="-466694" y="1170123"/>
                <a:ext cx="927308" cy="791260"/>
                <a:chOff x="-469100" y="3905588"/>
                <a:chExt cx="1352550" cy="1154113"/>
              </a:xfrm>
            </p:grpSpPr>
            <p:grpSp>
              <p:nvGrpSpPr>
                <p:cNvPr id="3459" name="Google Shape;3459;p20"/>
                <p:cNvGrpSpPr/>
                <p:nvPr/>
              </p:nvGrpSpPr>
              <p:grpSpPr>
                <a:xfrm>
                  <a:off x="-469100" y="3905588"/>
                  <a:ext cx="1352550" cy="1154113"/>
                  <a:chOff x="-469100" y="3905588"/>
                  <a:chExt cx="1352550" cy="1154113"/>
                </a:xfrm>
              </p:grpSpPr>
              <p:sp>
                <p:nvSpPr>
                  <p:cNvPr id="3460" name="Google Shape;3460;p20"/>
                  <p:cNvSpPr/>
                  <p:nvPr/>
                </p:nvSpPr>
                <p:spPr>
                  <a:xfrm>
                    <a:off x="-469100" y="3905588"/>
                    <a:ext cx="1352550" cy="1154113"/>
                  </a:xfrm>
                  <a:custGeom>
                    <a:rect b="b" l="l" r="r" t="t"/>
                    <a:pathLst>
                      <a:path extrusionOk="0" h="306" w="359">
                        <a:moveTo>
                          <a:pt x="197" y="261"/>
                        </a:moveTo>
                        <a:cubicBezTo>
                          <a:pt x="197" y="261"/>
                          <a:pt x="197" y="261"/>
                          <a:pt x="197" y="261"/>
                        </a:cubicBezTo>
                        <a:cubicBezTo>
                          <a:pt x="200" y="261"/>
                          <a:pt x="203" y="262"/>
                          <a:pt x="205" y="264"/>
                        </a:cubicBezTo>
                        <a:cubicBezTo>
                          <a:pt x="207" y="265"/>
                          <a:pt x="208" y="267"/>
                          <a:pt x="208" y="269"/>
                        </a:cubicBezTo>
                        <a:cubicBezTo>
                          <a:pt x="208" y="273"/>
                          <a:pt x="202" y="277"/>
                          <a:pt x="197" y="277"/>
                        </a:cubicBezTo>
                        <a:cubicBezTo>
                          <a:pt x="197" y="277"/>
                          <a:pt x="197" y="277"/>
                          <a:pt x="197" y="277"/>
                        </a:cubicBezTo>
                        <a:cubicBezTo>
                          <a:pt x="196" y="277"/>
                          <a:pt x="196" y="277"/>
                          <a:pt x="196" y="277"/>
                        </a:cubicBezTo>
                        <a:cubicBezTo>
                          <a:pt x="191" y="277"/>
                          <a:pt x="188" y="274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8"/>
                          <a:pt x="188" y="267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90" y="263"/>
                          <a:pt x="193" y="261"/>
                          <a:pt x="196" y="261"/>
                        </a:cubicBezTo>
                        <a:cubicBezTo>
                          <a:pt x="196" y="261"/>
                          <a:pt x="196" y="261"/>
                          <a:pt x="197" y="261"/>
                        </a:cubicBezTo>
                        <a:moveTo>
                          <a:pt x="308" y="170"/>
                        </a:moveTo>
                        <a:cubicBezTo>
                          <a:pt x="308" y="170"/>
                          <a:pt x="308" y="170"/>
                          <a:pt x="309" y="170"/>
                        </a:cubicBezTo>
                        <a:cubicBezTo>
                          <a:pt x="313" y="170"/>
                          <a:pt x="318" y="172"/>
                          <a:pt x="321" y="175"/>
                        </a:cubicBezTo>
                        <a:cubicBezTo>
                          <a:pt x="324" y="177"/>
                          <a:pt x="325" y="179"/>
                          <a:pt x="325" y="182"/>
                        </a:cubicBezTo>
                        <a:cubicBezTo>
                          <a:pt x="325" y="189"/>
                          <a:pt x="317" y="196"/>
                          <a:pt x="309" y="196"/>
                        </a:cubicBezTo>
                        <a:cubicBezTo>
                          <a:pt x="308" y="196"/>
                          <a:pt x="308" y="196"/>
                          <a:pt x="308" y="196"/>
                        </a:cubicBezTo>
                        <a:cubicBezTo>
                          <a:pt x="307" y="196"/>
                          <a:pt x="307" y="196"/>
                          <a:pt x="307" y="196"/>
                        </a:cubicBezTo>
                        <a:cubicBezTo>
                          <a:pt x="300" y="196"/>
                          <a:pt x="294" y="190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1"/>
                          <a:pt x="294" y="179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7" y="173"/>
                          <a:pt x="302" y="170"/>
                          <a:pt x="307" y="170"/>
                        </a:cubicBezTo>
                        <a:cubicBezTo>
                          <a:pt x="307" y="170"/>
                          <a:pt x="307" y="170"/>
                          <a:pt x="308" y="170"/>
                        </a:cubicBezTo>
                        <a:moveTo>
                          <a:pt x="41" y="150"/>
                        </a:moveTo>
                        <a:cubicBezTo>
                          <a:pt x="42" y="150"/>
                          <a:pt x="42" y="150"/>
                          <a:pt x="42" y="150"/>
                        </a:cubicBezTo>
                        <a:cubicBezTo>
                          <a:pt x="46" y="150"/>
                          <a:pt x="51" y="151"/>
                          <a:pt x="53" y="154"/>
                        </a:cubicBezTo>
                        <a:cubicBezTo>
                          <a:pt x="56" y="156"/>
                          <a:pt x="57" y="158"/>
                          <a:pt x="57" y="161"/>
                        </a:cubicBezTo>
                        <a:cubicBezTo>
                          <a:pt x="57" y="167"/>
                          <a:pt x="50" y="173"/>
                          <a:pt x="42" y="173"/>
                        </a:cubicBezTo>
                        <a:cubicBezTo>
                          <a:pt x="42" y="173"/>
                          <a:pt x="42" y="173"/>
                          <a:pt x="41" y="173"/>
                        </a:cubicBezTo>
                        <a:cubicBezTo>
                          <a:pt x="41" y="173"/>
                          <a:pt x="41" y="173"/>
                          <a:pt x="40" y="173"/>
                        </a:cubicBezTo>
                        <a:cubicBezTo>
                          <a:pt x="34" y="173"/>
                          <a:pt x="29" y="168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59"/>
                          <a:pt x="29" y="158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2" y="152"/>
                          <a:pt x="36" y="150"/>
                          <a:pt x="40" y="150"/>
                        </a:cubicBezTo>
                        <a:cubicBezTo>
                          <a:pt x="41" y="150"/>
                          <a:pt x="41" y="150"/>
                          <a:pt x="41" y="150"/>
                        </a:cubicBezTo>
                        <a:moveTo>
                          <a:pt x="285" y="133"/>
                        </a:moveTo>
                        <a:cubicBezTo>
                          <a:pt x="285" y="133"/>
                          <a:pt x="285" y="133"/>
                          <a:pt x="285" y="133"/>
                        </a:cubicBezTo>
                        <a:cubicBezTo>
                          <a:pt x="287" y="133"/>
                          <a:pt x="289" y="133"/>
                          <a:pt x="290" y="134"/>
                        </a:cubicBezTo>
                        <a:cubicBezTo>
                          <a:pt x="291" y="135"/>
                          <a:pt x="291" y="136"/>
                          <a:pt x="291" y="137"/>
                        </a:cubicBezTo>
                        <a:cubicBezTo>
                          <a:pt x="291" y="139"/>
                          <a:pt x="288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2" y="142"/>
                          <a:pt x="280" y="140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6"/>
                          <a:pt x="280" y="136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4"/>
                          <a:pt x="283" y="133"/>
                          <a:pt x="285" y="133"/>
                        </a:cubicBezTo>
                        <a:cubicBezTo>
                          <a:pt x="285" y="133"/>
                          <a:pt x="285" y="133"/>
                          <a:pt x="285" y="133"/>
                        </a:cubicBezTo>
                        <a:moveTo>
                          <a:pt x="33" y="122"/>
                        </a:moveTo>
                        <a:cubicBezTo>
                          <a:pt x="34" y="122"/>
                          <a:pt x="34" y="122"/>
                          <a:pt x="34" y="122"/>
                        </a:cubicBezTo>
                        <a:cubicBezTo>
                          <a:pt x="37" y="122"/>
                          <a:pt x="40" y="123"/>
                          <a:pt x="42" y="125"/>
                        </a:cubicBezTo>
                        <a:cubicBezTo>
                          <a:pt x="43" y="126"/>
                          <a:pt x="44" y="127"/>
                          <a:pt x="44" y="129"/>
                        </a:cubicBezTo>
                        <a:cubicBezTo>
                          <a:pt x="44" y="134"/>
                          <a:pt x="39" y="138"/>
                          <a:pt x="34" y="138"/>
                        </a:cubicBezTo>
                        <a:cubicBezTo>
                          <a:pt x="34" y="138"/>
                          <a:pt x="34" y="138"/>
                          <a:pt x="33" y="138"/>
                        </a:cubicBezTo>
                        <a:cubicBezTo>
                          <a:pt x="33" y="138"/>
                          <a:pt x="33" y="138"/>
                          <a:pt x="33" y="138"/>
                        </a:cubicBezTo>
                        <a:cubicBezTo>
                          <a:pt x="28" y="138"/>
                          <a:pt x="25" y="134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28"/>
                          <a:pt x="25" y="127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7" y="124"/>
                          <a:pt x="30" y="122"/>
                          <a:pt x="33" y="122"/>
                        </a:cubicBezTo>
                        <a:cubicBezTo>
                          <a:pt x="33" y="122"/>
                          <a:pt x="33" y="122"/>
                          <a:pt x="33" y="122"/>
                        </a:cubicBezTo>
                        <a:moveTo>
                          <a:pt x="43" y="101"/>
                        </a:moveTo>
                        <a:cubicBezTo>
                          <a:pt x="43" y="101"/>
                          <a:pt x="44" y="101"/>
                          <a:pt x="44" y="101"/>
                        </a:cubicBezTo>
                        <a:cubicBezTo>
                          <a:pt x="45" y="101"/>
                          <a:pt x="47" y="102"/>
                          <a:pt x="48" y="103"/>
                        </a:cubicBezTo>
                        <a:cubicBezTo>
                          <a:pt x="49" y="104"/>
                          <a:pt x="49" y="105"/>
                          <a:pt x="49" y="106"/>
                        </a:cubicBezTo>
                        <a:cubicBezTo>
                          <a:pt x="49" y="108"/>
                          <a:pt x="47" y="110"/>
                          <a:pt x="44" y="110"/>
                        </a:cubicBezTo>
                        <a:cubicBezTo>
                          <a:pt x="44" y="110"/>
                          <a:pt x="43" y="110"/>
                          <a:pt x="43" y="110"/>
                        </a:cubicBezTo>
                        <a:cubicBezTo>
                          <a:pt x="43" y="110"/>
                          <a:pt x="43" y="110"/>
                          <a:pt x="43" y="110"/>
                        </a:cubicBezTo>
                        <a:cubicBezTo>
                          <a:pt x="40" y="110"/>
                          <a:pt x="38" y="108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5"/>
                          <a:pt x="39" y="105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40" y="102"/>
                          <a:pt x="41" y="101"/>
                          <a:pt x="43" y="101"/>
                        </a:cubicBezTo>
                        <a:cubicBezTo>
                          <a:pt x="43" y="101"/>
                          <a:pt x="43" y="101"/>
                          <a:pt x="43" y="101"/>
                        </a:cubicBezTo>
                        <a:moveTo>
                          <a:pt x="164" y="239"/>
                        </a:moveTo>
                        <a:cubicBezTo>
                          <a:pt x="106" y="239"/>
                          <a:pt x="66" y="217"/>
                          <a:pt x="66" y="166"/>
                        </a:cubicBezTo>
                        <a:cubicBezTo>
                          <a:pt x="66" y="137"/>
                          <a:pt x="67" y="111"/>
                          <a:pt x="89" y="89"/>
                        </a:cubicBezTo>
                        <a:cubicBezTo>
                          <a:pt x="105" y="71"/>
                          <a:pt x="138" y="63"/>
                          <a:pt x="164" y="53"/>
                        </a:cubicBezTo>
                        <a:cubicBezTo>
                          <a:pt x="169" y="52"/>
                          <a:pt x="174" y="51"/>
                          <a:pt x="179" y="51"/>
                        </a:cubicBezTo>
                        <a:cubicBezTo>
                          <a:pt x="203" y="51"/>
                          <a:pt x="225" y="73"/>
                          <a:pt x="242" y="93"/>
                        </a:cubicBezTo>
                        <a:cubicBezTo>
                          <a:pt x="258" y="111"/>
                          <a:pt x="269" y="118"/>
                          <a:pt x="269" y="140"/>
                        </a:cubicBezTo>
                        <a:cubicBezTo>
                          <a:pt x="269" y="167"/>
                          <a:pt x="250" y="190"/>
                          <a:pt x="229" y="208"/>
                        </a:cubicBezTo>
                        <a:cubicBezTo>
                          <a:pt x="210" y="225"/>
                          <a:pt x="191" y="239"/>
                          <a:pt x="164" y="239"/>
                        </a:cubicBezTo>
                        <a:moveTo>
                          <a:pt x="106" y="44"/>
                        </a:moveTo>
                        <a:cubicBezTo>
                          <a:pt x="106" y="44"/>
                          <a:pt x="106" y="44"/>
                          <a:pt x="107" y="44"/>
                        </a:cubicBezTo>
                        <a:cubicBezTo>
                          <a:pt x="109" y="44"/>
                          <a:pt x="112" y="45"/>
                          <a:pt x="114" y="47"/>
                        </a:cubicBezTo>
                        <a:cubicBezTo>
                          <a:pt x="115" y="48"/>
                          <a:pt x="116" y="49"/>
                          <a:pt x="116" y="51"/>
                        </a:cubicBezTo>
                        <a:cubicBezTo>
                          <a:pt x="116" y="55"/>
                          <a:pt x="111" y="59"/>
                          <a:pt x="107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1" y="59"/>
                          <a:pt x="98" y="56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0"/>
                          <a:pt x="99" y="49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100" y="46"/>
                          <a:pt x="103" y="44"/>
                          <a:pt x="106" y="44"/>
                        </a:cubicBezTo>
                        <a:cubicBezTo>
                          <a:pt x="106" y="44"/>
                          <a:pt x="106" y="44"/>
                          <a:pt x="106" y="44"/>
                        </a:cubicBezTo>
                        <a:moveTo>
                          <a:pt x="200" y="0"/>
                        </a:moveTo>
                        <a:cubicBezTo>
                          <a:pt x="197" y="0"/>
                          <a:pt x="195" y="0"/>
                          <a:pt x="192" y="0"/>
                        </a:cubicBezTo>
                        <a:cubicBezTo>
                          <a:pt x="188" y="0"/>
                          <a:pt x="183" y="1"/>
                          <a:pt x="179" y="2"/>
                        </a:cubicBezTo>
                        <a:cubicBezTo>
                          <a:pt x="177" y="3"/>
                          <a:pt x="175" y="4"/>
                          <a:pt x="173" y="4"/>
                        </a:cubicBezTo>
                        <a:cubicBezTo>
                          <a:pt x="170" y="6"/>
                          <a:pt x="166" y="7"/>
                          <a:pt x="162" y="9"/>
                        </a:cubicBezTo>
                        <a:cubicBezTo>
                          <a:pt x="161" y="9"/>
                          <a:pt x="161" y="9"/>
                          <a:pt x="161" y="9"/>
                        </a:cubicBezTo>
                        <a:cubicBezTo>
                          <a:pt x="92" y="34"/>
                          <a:pt x="0" y="60"/>
                          <a:pt x="0" y="144"/>
                        </a:cubicBezTo>
                        <a:cubicBezTo>
                          <a:pt x="0" y="169"/>
                          <a:pt x="7" y="19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22" y="218"/>
                          <a:pt x="27" y="224"/>
                          <a:pt x="32" y="229"/>
                        </a:cubicBezTo>
                        <a:cubicBezTo>
                          <a:pt x="51" y="250"/>
                          <a:pt x="78" y="263"/>
                          <a:pt x="112" y="266"/>
                        </a:cubicBezTo>
                        <a:cubicBezTo>
                          <a:pt x="137" y="269"/>
                          <a:pt x="153" y="299"/>
                          <a:pt x="180" y="305"/>
                        </a:cubicBezTo>
                        <a:cubicBezTo>
                          <a:pt x="183" y="306"/>
                          <a:pt x="187" y="306"/>
                          <a:pt x="191" y="306"/>
                        </a:cubicBezTo>
                        <a:cubicBezTo>
                          <a:pt x="219" y="306"/>
                          <a:pt x="270" y="291"/>
                          <a:pt x="297" y="251"/>
                        </a:cubicBezTo>
                        <a:cubicBezTo>
                          <a:pt x="314" y="226"/>
                          <a:pt x="359" y="175"/>
                          <a:pt x="359" y="144"/>
                        </a:cubicBezTo>
                        <a:cubicBezTo>
                          <a:pt x="359" y="129"/>
                          <a:pt x="353" y="119"/>
                          <a:pt x="344" y="109"/>
                        </a:cubicBezTo>
                        <a:cubicBezTo>
                          <a:pt x="339" y="104"/>
                          <a:pt x="333" y="99"/>
                          <a:pt x="327" y="94"/>
                        </a:cubicBezTo>
                        <a:cubicBezTo>
                          <a:pt x="312" y="82"/>
                          <a:pt x="296" y="71"/>
                          <a:pt x="286" y="53"/>
                        </a:cubicBezTo>
                        <a:cubicBezTo>
                          <a:pt x="266" y="19"/>
                          <a:pt x="233" y="1"/>
                          <a:pt x="202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01" y="0"/>
                          <a:pt x="201" y="0"/>
                          <a:pt x="200" y="0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1" name="Google Shape;3461;p20"/>
                  <p:cNvSpPr/>
                  <p:nvPr/>
                </p:nvSpPr>
                <p:spPr>
                  <a:xfrm>
                    <a:off x="-219862" y="4064338"/>
                    <a:ext cx="763588" cy="742950"/>
                  </a:xfrm>
                  <a:custGeom>
                    <a:rect b="b" l="l" r="r" t="t"/>
                    <a:pathLst>
                      <a:path extrusionOk="0" h="197" w="203">
                        <a:moveTo>
                          <a:pt x="203" y="98"/>
                        </a:moveTo>
                        <a:cubicBezTo>
                          <a:pt x="203" y="125"/>
                          <a:pt x="184" y="148"/>
                          <a:pt x="163" y="166"/>
                        </a:cubicBezTo>
                        <a:cubicBezTo>
                          <a:pt x="144" y="183"/>
                          <a:pt x="125" y="197"/>
                          <a:pt x="98" y="197"/>
                        </a:cubicBezTo>
                        <a:cubicBezTo>
                          <a:pt x="40" y="197"/>
                          <a:pt x="0" y="175"/>
                          <a:pt x="0" y="124"/>
                        </a:cubicBezTo>
                        <a:cubicBezTo>
                          <a:pt x="0" y="95"/>
                          <a:pt x="1" y="69"/>
                          <a:pt x="23" y="47"/>
                        </a:cubicBezTo>
                        <a:cubicBezTo>
                          <a:pt x="39" y="29"/>
                          <a:pt x="72" y="21"/>
                          <a:pt x="98" y="11"/>
                        </a:cubicBezTo>
                        <a:cubicBezTo>
                          <a:pt x="129" y="0"/>
                          <a:pt x="156" y="27"/>
                          <a:pt x="176" y="51"/>
                        </a:cubicBezTo>
                        <a:cubicBezTo>
                          <a:pt x="192" y="69"/>
                          <a:pt x="203" y="76"/>
                          <a:pt x="203" y="98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2" name="Google Shape;3462;p20"/>
                  <p:cNvSpPr/>
                  <p:nvPr/>
                </p:nvSpPr>
                <p:spPr>
                  <a:xfrm>
                    <a:off x="-130962" y="4259600"/>
                    <a:ext cx="523875" cy="403225"/>
                  </a:xfrm>
                  <a:custGeom>
                    <a:rect b="b" l="l" r="r" t="t"/>
                    <a:pathLst>
                      <a:path extrusionOk="0" h="107" w="139">
                        <a:moveTo>
                          <a:pt x="33" y="74"/>
                        </a:moveTo>
                        <a:cubicBezTo>
                          <a:pt x="33" y="74"/>
                          <a:pt x="33" y="74"/>
                          <a:pt x="33" y="74"/>
                        </a:cubicBezTo>
                        <a:cubicBezTo>
                          <a:pt x="35" y="74"/>
                          <a:pt x="37" y="75"/>
                          <a:pt x="38" y="76"/>
                        </a:cubicBezTo>
                        <a:cubicBezTo>
                          <a:pt x="39" y="77"/>
                          <a:pt x="39" y="78"/>
                          <a:pt x="39" y="79"/>
                        </a:cubicBezTo>
                        <a:cubicBezTo>
                          <a:pt x="39" y="82"/>
                          <a:pt x="36" y="84"/>
                          <a:pt x="33" y="84"/>
                        </a:cubicBezTo>
                        <a:cubicBezTo>
                          <a:pt x="33" y="84"/>
                          <a:pt x="33" y="84"/>
                          <a:pt x="33" y="84"/>
                        </a:cubicBezTo>
                        <a:cubicBezTo>
                          <a:pt x="33" y="84"/>
                          <a:pt x="32" y="84"/>
                          <a:pt x="32" y="84"/>
                        </a:cubicBezTo>
                        <a:cubicBezTo>
                          <a:pt x="30" y="84"/>
                          <a:pt x="27" y="82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8"/>
                          <a:pt x="27" y="78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9" y="75"/>
                          <a:pt x="30" y="74"/>
                          <a:pt x="32" y="74"/>
                        </a:cubicBezTo>
                        <a:cubicBezTo>
                          <a:pt x="32" y="74"/>
                          <a:pt x="33" y="74"/>
                          <a:pt x="33" y="74"/>
                        </a:cubicBezTo>
                        <a:moveTo>
                          <a:pt x="79" y="87"/>
                        </a:moveTo>
                        <a:cubicBezTo>
                          <a:pt x="56" y="87"/>
                          <a:pt x="30" y="80"/>
                          <a:pt x="30" y="55"/>
                        </a:cubicBezTo>
                        <a:cubicBezTo>
                          <a:pt x="30" y="30"/>
                          <a:pt x="60" y="11"/>
                          <a:pt x="83" y="11"/>
                        </a:cubicBezTo>
                        <a:cubicBezTo>
                          <a:pt x="105" y="11"/>
                          <a:pt x="126" y="15"/>
                          <a:pt x="126" y="40"/>
                        </a:cubicBezTo>
                        <a:cubicBezTo>
                          <a:pt x="126" y="65"/>
                          <a:pt x="101" y="87"/>
                          <a:pt x="79" y="87"/>
                        </a:cubicBezTo>
                        <a:moveTo>
                          <a:pt x="76" y="0"/>
                        </a:moveTo>
                        <a:cubicBezTo>
                          <a:pt x="44" y="0"/>
                          <a:pt x="0" y="27"/>
                          <a:pt x="0" y="62"/>
                        </a:cubicBezTo>
                        <a:cubicBezTo>
                          <a:pt x="0" y="98"/>
                          <a:pt x="38" y="107"/>
                          <a:pt x="70" y="107"/>
                        </a:cubicBezTo>
                        <a:cubicBezTo>
                          <a:pt x="102" y="107"/>
                          <a:pt x="139" y="76"/>
                          <a:pt x="139" y="41"/>
                        </a:cubicBezTo>
                        <a:cubicBezTo>
                          <a:pt x="139" y="5"/>
                          <a:pt x="108" y="0"/>
                          <a:pt x="76" y="0"/>
                        </a:cubicBezTo>
                      </a:path>
                    </a:pathLst>
                  </a:custGeom>
                  <a:solidFill>
                    <a:schemeClr val="accent3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3" name="Google Shape;3463;p20"/>
                  <p:cNvSpPr/>
                  <p:nvPr/>
                </p:nvSpPr>
                <p:spPr>
                  <a:xfrm>
                    <a:off x="-16662" y="4300875"/>
                    <a:ext cx="361950" cy="287338"/>
                  </a:xfrm>
                  <a:custGeom>
                    <a:rect b="b" l="l" r="r" t="t"/>
                    <a:pathLst>
                      <a:path extrusionOk="0" h="76" w="96">
                        <a:moveTo>
                          <a:pt x="74" y="31"/>
                        </a:moveTo>
                        <a:cubicBezTo>
                          <a:pt x="74" y="31"/>
                          <a:pt x="74" y="31"/>
                          <a:pt x="75" y="31"/>
                        </a:cubicBezTo>
                        <a:cubicBezTo>
                          <a:pt x="79" y="31"/>
                          <a:pt x="84" y="33"/>
                          <a:pt x="87" y="36"/>
                        </a:cubicBezTo>
                        <a:cubicBezTo>
                          <a:pt x="89" y="38"/>
                          <a:pt x="91" y="40"/>
                          <a:pt x="91" y="43"/>
                        </a:cubicBezTo>
                        <a:cubicBezTo>
                          <a:pt x="91" y="51"/>
                          <a:pt x="83" y="57"/>
                          <a:pt x="75" y="57"/>
                        </a:cubicBezTo>
                        <a:cubicBezTo>
                          <a:pt x="74" y="57"/>
                          <a:pt x="74" y="57"/>
                          <a:pt x="73" y="57"/>
                        </a:cubicBezTo>
                        <a:cubicBezTo>
                          <a:pt x="73" y="57"/>
                          <a:pt x="73" y="57"/>
                          <a:pt x="73" y="57"/>
                        </a:cubicBezTo>
                        <a:cubicBezTo>
                          <a:pt x="65" y="57"/>
                          <a:pt x="60" y="51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2"/>
                          <a:pt x="60" y="40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3" y="34"/>
                          <a:pt x="68" y="31"/>
                          <a:pt x="73" y="31"/>
                        </a:cubicBezTo>
                        <a:cubicBezTo>
                          <a:pt x="73" y="31"/>
                          <a:pt x="73" y="31"/>
                          <a:pt x="74" y="31"/>
                        </a:cubicBezTo>
                        <a:moveTo>
                          <a:pt x="25" y="24"/>
                        </a:moveTo>
                        <a:cubicBezTo>
                          <a:pt x="25" y="24"/>
                          <a:pt x="25" y="24"/>
                          <a:pt x="26" y="24"/>
                        </a:cubicBezTo>
                        <a:cubicBezTo>
                          <a:pt x="29" y="24"/>
                          <a:pt x="32" y="25"/>
                          <a:pt x="34" y="27"/>
                        </a:cubicBezTo>
                        <a:cubicBezTo>
                          <a:pt x="35" y="29"/>
                          <a:pt x="36" y="30"/>
                          <a:pt x="36" y="32"/>
                        </a:cubicBezTo>
                        <a:cubicBezTo>
                          <a:pt x="36" y="37"/>
                          <a:pt x="31" y="41"/>
                          <a:pt x="26" y="41"/>
                        </a:cubicBezTo>
                        <a:cubicBezTo>
                          <a:pt x="25" y="41"/>
                          <a:pt x="25" y="41"/>
                          <a:pt x="25" y="41"/>
                        </a:cubicBezTo>
                        <a:cubicBezTo>
                          <a:pt x="25" y="41"/>
                          <a:pt x="25" y="41"/>
                          <a:pt x="24" y="41"/>
                        </a:cubicBezTo>
                        <a:cubicBezTo>
                          <a:pt x="20" y="41"/>
                          <a:pt x="16" y="37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1"/>
                          <a:pt x="17" y="30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8" y="26"/>
                          <a:pt x="21" y="24"/>
                          <a:pt x="24" y="24"/>
                        </a:cubicBezTo>
                        <a:cubicBezTo>
                          <a:pt x="25" y="24"/>
                          <a:pt x="25" y="24"/>
                          <a:pt x="25" y="24"/>
                        </a:cubicBezTo>
                        <a:moveTo>
                          <a:pt x="53" y="0"/>
                        </a:moveTo>
                        <a:cubicBezTo>
                          <a:pt x="30" y="0"/>
                          <a:pt x="0" y="19"/>
                          <a:pt x="0" y="44"/>
                        </a:cubicBezTo>
                        <a:cubicBezTo>
                          <a:pt x="0" y="69"/>
                          <a:pt x="26" y="76"/>
                          <a:pt x="49" y="76"/>
                        </a:cubicBezTo>
                        <a:cubicBezTo>
                          <a:pt x="71" y="76"/>
                          <a:pt x="96" y="54"/>
                          <a:pt x="96" y="29"/>
                        </a:cubicBezTo>
                        <a:cubicBezTo>
                          <a:pt x="96" y="4"/>
                          <a:pt x="75" y="0"/>
                          <a:pt x="53" y="0"/>
                        </a:cubicBezTo>
                      </a:path>
                    </a:pathLst>
                  </a:custGeom>
                  <a:solidFill>
                    <a:srgbClr val="191919">
                      <a:alpha val="25000"/>
                    </a:srgbClr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64" name="Google Shape;3464;p20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65" name="Google Shape;3465;p20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rgbClr val="191919">
                    <a:alpha val="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66" name="Google Shape;3466;p20"/>
                <p:cNvSpPr/>
                <p:nvPr/>
              </p:nvSpPr>
              <p:spPr>
                <a:xfrm>
                  <a:off x="638975" y="4546938"/>
                  <a:ext cx="115888" cy="96838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4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19"/>
                        <a:pt x="31" y="12"/>
                      </a:cubicBezTo>
                      <a:cubicBezTo>
                        <a:pt x="31" y="9"/>
                        <a:pt x="30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67" name="Google Shape;3467;p20"/>
                <p:cNvSpPr/>
                <p:nvPr/>
              </p:nvSpPr>
              <p:spPr>
                <a:xfrm>
                  <a:off x="638975" y="4546938"/>
                  <a:ext cx="101600" cy="96838"/>
                </a:xfrm>
                <a:custGeom>
                  <a:rect b="b" l="l" r="r" t="t"/>
                  <a:pathLst>
                    <a:path extrusionOk="0" h="26" w="27">
                      <a:moveTo>
                        <a:pt x="27" y="12"/>
                      </a:moveTo>
                      <a:cubicBezTo>
                        <a:pt x="27" y="19"/>
                        <a:pt x="20" y="26"/>
                        <a:pt x="13" y="26"/>
                      </a:cubicBezTo>
                      <a:cubicBezTo>
                        <a:pt x="6" y="26"/>
                        <a:pt x="0" y="20"/>
                        <a:pt x="0" y="13"/>
                      </a:cubicBezTo>
                      <a:cubicBezTo>
                        <a:pt x="0" y="11"/>
                        <a:pt x="0" y="9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3" y="3"/>
                        <a:pt x="8" y="0"/>
                        <a:pt x="13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68" name="Google Shape;3468;p20"/>
                <p:cNvSpPr/>
                <p:nvPr/>
              </p:nvSpPr>
              <p:spPr>
                <a:xfrm>
                  <a:off x="642150" y="4546938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23" y="8"/>
                      </a:moveTo>
                      <a:cubicBezTo>
                        <a:pt x="23" y="14"/>
                        <a:pt x="17" y="19"/>
                        <a:pt x="11" y="19"/>
                      </a:cubicBezTo>
                      <a:cubicBezTo>
                        <a:pt x="5" y="19"/>
                        <a:pt x="0" y="14"/>
                        <a:pt x="0" y="8"/>
                      </a:cubicBezTo>
                      <a:cubicBezTo>
                        <a:pt x="0" y="8"/>
                        <a:pt x="0" y="8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3"/>
                        <a:pt x="7" y="0"/>
                        <a:pt x="12" y="0"/>
                      </a:cubicBezTo>
                      <a:cubicBezTo>
                        <a:pt x="16" y="0"/>
                        <a:pt x="20" y="2"/>
                        <a:pt x="23" y="5"/>
                      </a:cubicBezTo>
                      <a:cubicBezTo>
                        <a:pt x="23" y="6"/>
                        <a:pt x="23" y="7"/>
                        <a:pt x="23" y="8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69" name="Google Shape;3469;p20"/>
                <p:cNvSpPr/>
                <p:nvPr/>
              </p:nvSpPr>
              <p:spPr>
                <a:xfrm>
                  <a:off x="664375" y="4572338"/>
                  <a:ext cx="348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0" name="Google Shape;3470;p20"/>
                <p:cNvSpPr/>
                <p:nvPr/>
              </p:nvSpPr>
              <p:spPr>
                <a:xfrm>
                  <a:off x="604050" y="440723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0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2"/>
                        <a:pt x="5" y="3"/>
                        <a:pt x="5" y="4"/>
                      </a:cubicBezTo>
                      <a:cubicBezTo>
                        <a:pt x="5" y="6"/>
                        <a:pt x="2" y="8"/>
                        <a:pt x="0" y="9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3" y="9"/>
                        <a:pt x="6" y="6"/>
                        <a:pt x="6" y="4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1" name="Google Shape;3471;p20"/>
                <p:cNvSpPr/>
                <p:nvPr/>
              </p:nvSpPr>
              <p:spPr>
                <a:xfrm>
                  <a:off x="585000" y="440723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4"/>
                      </a:moveTo>
                      <a:cubicBezTo>
                        <a:pt x="10" y="6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4"/>
                      </a:cubicBezTo>
                      <a:cubicBezTo>
                        <a:pt x="0" y="3"/>
                        <a:pt x="0" y="3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3" y="0"/>
                        <a:pt x="5" y="0"/>
                      </a:cubicBezTo>
                      <a:cubicBezTo>
                        <a:pt x="6" y="0"/>
                        <a:pt x="8" y="0"/>
                        <a:pt x="8" y="1"/>
                      </a:cubicBezTo>
                      <a:cubicBezTo>
                        <a:pt x="9" y="2"/>
                        <a:pt x="10" y="3"/>
                        <a:pt x="10" y="4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2" name="Google Shape;3472;p20"/>
                <p:cNvSpPr/>
                <p:nvPr/>
              </p:nvSpPr>
              <p:spPr>
                <a:xfrm>
                  <a:off x="589763" y="4407238"/>
                  <a:ext cx="30163" cy="22225"/>
                </a:xfrm>
                <a:custGeom>
                  <a:rect b="b" l="l" r="r" t="t"/>
                  <a:pathLst>
                    <a:path extrusionOk="0" h="6" w="8">
                      <a:moveTo>
                        <a:pt x="8" y="2"/>
                      </a:moveTo>
                      <a:cubicBezTo>
                        <a:pt x="8" y="4"/>
                        <a:pt x="6" y="6"/>
                        <a:pt x="3" y="6"/>
                      </a:cubicBezTo>
                      <a:cubicBezTo>
                        <a:pt x="1" y="6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5" y="0"/>
                        <a:pt x="7" y="0"/>
                        <a:pt x="7" y="1"/>
                      </a:cubicBezTo>
                      <a:cubicBezTo>
                        <a:pt x="8" y="2"/>
                        <a:pt x="8" y="2"/>
                        <a:pt x="8" y="2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3" name="Google Shape;3473;p20"/>
                <p:cNvSpPr/>
                <p:nvPr/>
              </p:nvSpPr>
              <p:spPr>
                <a:xfrm>
                  <a:off x="597700" y="4415175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4" name="Google Shape;3474;p20"/>
                <p:cNvSpPr/>
                <p:nvPr/>
              </p:nvSpPr>
              <p:spPr>
                <a:xfrm>
                  <a:off x="272263" y="4889838"/>
                  <a:ext cx="42862" cy="60325"/>
                </a:xfrm>
                <a:custGeom>
                  <a:rect b="b" l="l" r="r" t="t"/>
                  <a:pathLst>
                    <a:path extrusionOk="0" h="16" w="1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5" y="16"/>
                        <a:pt x="11" y="12"/>
                        <a:pt x="11" y="8"/>
                      </a:cubicBezTo>
                      <a:cubicBezTo>
                        <a:pt x="11" y="6"/>
                        <a:pt x="10" y="4"/>
                        <a:pt x="8" y="3"/>
                      </a:cubicBezTo>
                      <a:cubicBezTo>
                        <a:pt x="6" y="1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5" name="Google Shape;3475;p20"/>
                <p:cNvSpPr/>
                <p:nvPr/>
              </p:nvSpPr>
              <p:spPr>
                <a:xfrm>
                  <a:off x="238925" y="4889838"/>
                  <a:ext cx="63500" cy="60325"/>
                </a:xfrm>
                <a:custGeom>
                  <a:rect b="b" l="l" r="r" t="t"/>
                  <a:pathLst>
                    <a:path extrusionOk="0" h="16" w="17">
                      <a:moveTo>
                        <a:pt x="17" y="8"/>
                      </a:moveTo>
                      <a:cubicBezTo>
                        <a:pt x="17" y="12"/>
                        <a:pt x="12" y="16"/>
                        <a:pt x="8" y="16"/>
                      </a:cubicBezTo>
                      <a:cubicBezTo>
                        <a:pt x="3" y="16"/>
                        <a:pt x="0" y="13"/>
                        <a:pt x="0" y="8"/>
                      </a:cubicBezTo>
                      <a:cubicBezTo>
                        <a:pt x="0" y="7"/>
                        <a:pt x="0" y="6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1" y="0"/>
                        <a:pt x="13" y="1"/>
                        <a:pt x="15" y="3"/>
                      </a:cubicBezTo>
                      <a:cubicBezTo>
                        <a:pt x="16" y="4"/>
                        <a:pt x="17" y="6"/>
                        <a:pt x="17" y="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6" name="Google Shape;3476;p20"/>
                <p:cNvSpPr/>
                <p:nvPr/>
              </p:nvSpPr>
              <p:spPr>
                <a:xfrm>
                  <a:off x="242100" y="4889838"/>
                  <a:ext cx="53975" cy="44450"/>
                </a:xfrm>
                <a:custGeom>
                  <a:rect b="b" l="l" r="r" t="t"/>
                  <a:pathLst>
                    <a:path extrusionOk="0" h="12" w="14">
                      <a:moveTo>
                        <a:pt x="14" y="5"/>
                      </a:moveTo>
                      <a:cubicBezTo>
                        <a:pt x="14" y="9"/>
                        <a:pt x="10" y="12"/>
                        <a:pt x="7" y="12"/>
                      </a:cubicBezTo>
                      <a:cubicBezTo>
                        <a:pt x="3" y="12"/>
                        <a:pt x="0" y="9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4" y="4"/>
                        <a:pt x="14" y="4"/>
                        <a:pt x="14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7" name="Google Shape;3477;p20"/>
                <p:cNvSpPr/>
                <p:nvPr/>
              </p:nvSpPr>
              <p:spPr>
                <a:xfrm>
                  <a:off x="254800" y="4904125"/>
                  <a:ext cx="22200" cy="237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8" name="Google Shape;3478;p20"/>
                <p:cNvSpPr/>
                <p:nvPr/>
              </p:nvSpPr>
              <p:spPr>
                <a:xfrm>
                  <a:off x="-315112" y="4470738"/>
                  <a:ext cx="60325" cy="87312"/>
                </a:xfrm>
                <a:custGeom>
                  <a:rect b="b" l="l" r="r" t="t"/>
                  <a:pathLst>
                    <a:path extrusionOk="0" h="23" w="16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4" y="0"/>
                        <a:pt x="7" y="1"/>
                        <a:pt x="9" y="4"/>
                      </a:cubicBezTo>
                      <a:cubicBezTo>
                        <a:pt x="9" y="4"/>
                        <a:pt x="9" y="4"/>
                        <a:pt x="9" y="4"/>
                      </a:cubicBezTo>
                      <a:cubicBezTo>
                        <a:pt x="11" y="6"/>
                        <a:pt x="12" y="8"/>
                        <a:pt x="12" y="11"/>
                      </a:cubicBezTo>
                      <a:cubicBezTo>
                        <a:pt x="12" y="17"/>
                        <a:pt x="6" y="22"/>
                        <a:pt x="0" y="23"/>
                      </a:cubicBezTo>
                      <a:cubicBezTo>
                        <a:pt x="1" y="23"/>
                        <a:pt x="1" y="23"/>
                        <a:pt x="1" y="23"/>
                      </a:cubicBezTo>
                      <a:cubicBezTo>
                        <a:pt x="9" y="23"/>
                        <a:pt x="16" y="17"/>
                        <a:pt x="16" y="11"/>
                      </a:cubicBezTo>
                      <a:cubicBezTo>
                        <a:pt x="16" y="8"/>
                        <a:pt x="15" y="6"/>
                        <a:pt x="12" y="4"/>
                      </a:cubicBezTo>
                      <a:cubicBezTo>
                        <a:pt x="10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9" name="Google Shape;3479;p20"/>
                <p:cNvSpPr/>
                <p:nvPr/>
              </p:nvSpPr>
              <p:spPr>
                <a:xfrm>
                  <a:off x="-359562" y="4470738"/>
                  <a:ext cx="90488" cy="87312"/>
                </a:xfrm>
                <a:custGeom>
                  <a:rect b="b" l="l" r="r" t="t"/>
                  <a:pathLst>
                    <a:path extrusionOk="0" h="23" w="24">
                      <a:moveTo>
                        <a:pt x="24" y="11"/>
                      </a:moveTo>
                      <a:cubicBezTo>
                        <a:pt x="24" y="17"/>
                        <a:pt x="18" y="23"/>
                        <a:pt x="11" y="23"/>
                      </a:cubicBezTo>
                      <a:cubicBezTo>
                        <a:pt x="5" y="23"/>
                        <a:pt x="0" y="18"/>
                        <a:pt x="0" y="11"/>
                      </a:cubicBezTo>
                      <a:cubicBezTo>
                        <a:pt x="0" y="9"/>
                        <a:pt x="0" y="8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3" y="2"/>
                        <a:pt x="7" y="0"/>
                        <a:pt x="11" y="0"/>
                      </a:cubicBezTo>
                      <a:cubicBezTo>
                        <a:pt x="15" y="0"/>
                        <a:pt x="19" y="1"/>
                        <a:pt x="21" y="4"/>
                      </a:cubicBezTo>
                      <a:cubicBezTo>
                        <a:pt x="23" y="6"/>
                        <a:pt x="24" y="8"/>
                        <a:pt x="24" y="1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0" name="Google Shape;3480;p20"/>
                <p:cNvSpPr/>
                <p:nvPr/>
              </p:nvSpPr>
              <p:spPr>
                <a:xfrm>
                  <a:off x="-356387" y="4470738"/>
                  <a:ext cx="79375" cy="65088"/>
                </a:xfrm>
                <a:custGeom>
                  <a:rect b="b" l="l" r="r" t="t"/>
                  <a:pathLst>
                    <a:path extrusionOk="0" h="17" w="21">
                      <a:moveTo>
                        <a:pt x="21" y="7"/>
                      </a:moveTo>
                      <a:cubicBezTo>
                        <a:pt x="21" y="12"/>
                        <a:pt x="15" y="17"/>
                        <a:pt x="10" y="17"/>
                      </a:cubicBezTo>
                      <a:cubicBezTo>
                        <a:pt x="5" y="17"/>
                        <a:pt x="0" y="12"/>
                        <a:pt x="0" y="7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2" y="2"/>
                        <a:pt x="6" y="0"/>
                        <a:pt x="10" y="0"/>
                      </a:cubicBezTo>
                      <a:cubicBezTo>
                        <a:pt x="14" y="0"/>
                        <a:pt x="18" y="1"/>
                        <a:pt x="20" y="4"/>
                      </a:cubicBezTo>
                      <a:cubicBezTo>
                        <a:pt x="21" y="5"/>
                        <a:pt x="21" y="6"/>
                        <a:pt x="21" y="7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1" name="Google Shape;3481;p20"/>
                <p:cNvSpPr/>
                <p:nvPr/>
              </p:nvSpPr>
              <p:spPr>
                <a:xfrm>
                  <a:off x="-337337" y="4492963"/>
                  <a:ext cx="33300" cy="270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2" name="Google Shape;3482;p20"/>
                <p:cNvSpPr/>
                <p:nvPr/>
              </p:nvSpPr>
              <p:spPr>
                <a:xfrm>
                  <a:off x="-345275" y="4365963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6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5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3" name="Google Shape;3483;p20"/>
                <p:cNvSpPr/>
                <p:nvPr/>
              </p:nvSpPr>
              <p:spPr>
                <a:xfrm>
                  <a:off x="-375437" y="4365963"/>
                  <a:ext cx="60325" cy="60325"/>
                </a:xfrm>
                <a:custGeom>
                  <a:rect b="b" l="l" r="r" t="t"/>
                  <a:pathLst>
                    <a:path extrusionOk="0" h="16" w="16">
                      <a:moveTo>
                        <a:pt x="16" y="7"/>
                      </a:moveTo>
                      <a:cubicBezTo>
                        <a:pt x="16" y="12"/>
                        <a:pt x="12" y="16"/>
                        <a:pt x="8" y="16"/>
                      </a:cubicBezTo>
                      <a:cubicBezTo>
                        <a:pt x="3" y="16"/>
                        <a:pt x="0" y="12"/>
                        <a:pt x="0" y="8"/>
                      </a:cubicBezTo>
                      <a:cubicBezTo>
                        <a:pt x="0" y="6"/>
                        <a:pt x="0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3" y="1"/>
                        <a:pt x="14" y="3"/>
                      </a:cubicBezTo>
                      <a:cubicBezTo>
                        <a:pt x="16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4" name="Google Shape;3484;p20"/>
                <p:cNvSpPr/>
                <p:nvPr/>
              </p:nvSpPr>
              <p:spPr>
                <a:xfrm>
                  <a:off x="-370675" y="4365963"/>
                  <a:ext cx="52388" cy="41275"/>
                </a:xfrm>
                <a:custGeom>
                  <a:rect b="b" l="l" r="r" t="t"/>
                  <a:pathLst>
                    <a:path extrusionOk="0" h="11" w="14">
                      <a:moveTo>
                        <a:pt x="14" y="4"/>
                      </a:moveTo>
                      <a:cubicBezTo>
                        <a:pt x="14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2" y="1"/>
                        <a:pt x="13" y="3"/>
                      </a:cubicBezTo>
                      <a:cubicBezTo>
                        <a:pt x="14" y="3"/>
                        <a:pt x="14" y="4"/>
                        <a:pt x="14" y="4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5" name="Google Shape;3485;p20"/>
                <p:cNvSpPr/>
                <p:nvPr/>
              </p:nvSpPr>
              <p:spPr>
                <a:xfrm>
                  <a:off x="-307175" y="428658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1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7"/>
                        <a:pt x="3" y="9"/>
                        <a:pt x="0" y="9"/>
                      </a:cubicBezTo>
                      <a:cubicBezTo>
                        <a:pt x="0" y="9"/>
                        <a:pt x="1" y="9"/>
                        <a:pt x="1" y="9"/>
                      </a:cubicBezTo>
                      <a:cubicBezTo>
                        <a:pt x="4" y="9"/>
                        <a:pt x="6" y="7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6" name="Google Shape;3486;p20"/>
                <p:cNvSpPr/>
                <p:nvPr/>
              </p:nvSpPr>
              <p:spPr>
                <a:xfrm>
                  <a:off x="-326225" y="428658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5"/>
                      </a:moveTo>
                      <a:cubicBezTo>
                        <a:pt x="10" y="7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5"/>
                      </a:cubicBezTo>
                      <a:cubicBezTo>
                        <a:pt x="0" y="4"/>
                        <a:pt x="1" y="4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1"/>
                        <a:pt x="3" y="0"/>
                        <a:pt x="5" y="0"/>
                      </a:cubicBezTo>
                      <a:cubicBezTo>
                        <a:pt x="6" y="0"/>
                        <a:pt x="8" y="1"/>
                        <a:pt x="9" y="2"/>
                      </a:cubicBezTo>
                      <a:cubicBezTo>
                        <a:pt x="9" y="3"/>
                        <a:pt x="10" y="4"/>
                        <a:pt x="10" y="5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7" name="Google Shape;3487;p20"/>
                <p:cNvSpPr/>
                <p:nvPr/>
              </p:nvSpPr>
              <p:spPr>
                <a:xfrm>
                  <a:off x="-323050" y="4286588"/>
                  <a:ext cx="30163" cy="25400"/>
                </a:xfrm>
                <a:custGeom>
                  <a:rect b="b" l="l" r="r" t="t"/>
                  <a:pathLst>
                    <a:path extrusionOk="0" h="7" w="8">
                      <a:moveTo>
                        <a:pt x="8" y="3"/>
                      </a:moveTo>
                      <a:cubicBezTo>
                        <a:pt x="8" y="5"/>
                        <a:pt x="6" y="7"/>
                        <a:pt x="4" y="7"/>
                      </a:cubicBezTo>
                      <a:cubicBezTo>
                        <a:pt x="2" y="7"/>
                        <a:pt x="0" y="5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5" y="0"/>
                        <a:pt x="7" y="1"/>
                        <a:pt x="8" y="2"/>
                      </a:cubicBezTo>
                      <a:cubicBezTo>
                        <a:pt x="8" y="2"/>
                        <a:pt x="8" y="3"/>
                        <a:pt x="8" y="3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8" name="Google Shape;3488;p20"/>
                <p:cNvSpPr/>
                <p:nvPr/>
              </p:nvSpPr>
              <p:spPr>
                <a:xfrm>
                  <a:off x="-315112" y="4297700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9" name="Google Shape;3489;p20"/>
                <p:cNvSpPr/>
                <p:nvPr/>
              </p:nvSpPr>
              <p:spPr>
                <a:xfrm>
                  <a:off x="-70637" y="4070688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5"/>
                      </a:cubicBezTo>
                      <a:cubicBezTo>
                        <a:pt x="0" y="15"/>
                        <a:pt x="0" y="15"/>
                        <a:pt x="1" y="15"/>
                      </a:cubicBezTo>
                      <a:cubicBezTo>
                        <a:pt x="5" y="15"/>
                        <a:pt x="10" y="11"/>
                        <a:pt x="10" y="7"/>
                      </a:cubicBezTo>
                      <a:cubicBezTo>
                        <a:pt x="10" y="5"/>
                        <a:pt x="9" y="4"/>
                        <a:pt x="8" y="3"/>
                      </a:cubicBezTo>
                      <a:cubicBezTo>
                        <a:pt x="6" y="1"/>
                        <a:pt x="3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90" name="Google Shape;3490;p20"/>
                <p:cNvSpPr/>
                <p:nvPr/>
              </p:nvSpPr>
              <p:spPr>
                <a:xfrm>
                  <a:off x="-100800" y="4070688"/>
                  <a:ext cx="60325" cy="57150"/>
                </a:xfrm>
                <a:custGeom>
                  <a:rect b="b" l="l" r="r" t="t"/>
                  <a:pathLst>
                    <a:path extrusionOk="0" h="15" w="16">
                      <a:moveTo>
                        <a:pt x="16" y="7"/>
                      </a:moveTo>
                      <a:cubicBezTo>
                        <a:pt x="16" y="11"/>
                        <a:pt x="12" y="15"/>
                        <a:pt x="8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ubicBezTo>
                        <a:pt x="0" y="6"/>
                        <a:pt x="1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5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91" name="Google Shape;3491;p20"/>
                <p:cNvSpPr/>
                <p:nvPr/>
              </p:nvSpPr>
              <p:spPr>
                <a:xfrm>
                  <a:off x="-96037" y="4070688"/>
                  <a:ext cx="49213" cy="42862"/>
                </a:xfrm>
                <a:custGeom>
                  <a:rect b="b" l="l" r="r" t="t"/>
                  <a:pathLst>
                    <a:path extrusionOk="0" h="11" w="13">
                      <a:moveTo>
                        <a:pt x="13" y="5"/>
                      </a:moveTo>
                      <a:cubicBezTo>
                        <a:pt x="13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1" y="1"/>
                        <a:pt x="13" y="3"/>
                      </a:cubicBezTo>
                      <a:cubicBezTo>
                        <a:pt x="13" y="3"/>
                        <a:pt x="13" y="4"/>
                        <a:pt x="13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92" name="Google Shape;3492;p20"/>
                <p:cNvSpPr/>
                <p:nvPr/>
              </p:nvSpPr>
              <p:spPr>
                <a:xfrm>
                  <a:off x="-84925" y="4086563"/>
                  <a:ext cx="19200" cy="192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93" name="Google Shape;3493;p20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94" name="Google Shape;3494;p20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95" name="Google Shape;3495;p20"/>
                <p:cNvSpPr/>
                <p:nvPr/>
              </p:nvSpPr>
              <p:spPr>
                <a:xfrm>
                  <a:off x="208763" y="4418350"/>
                  <a:ext cx="117475" cy="98425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3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20"/>
                        <a:pt x="31" y="12"/>
                      </a:cubicBezTo>
                      <a:cubicBezTo>
                        <a:pt x="31" y="9"/>
                        <a:pt x="29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96" name="Google Shape;3496;p20"/>
                <p:cNvSpPr/>
                <p:nvPr/>
              </p:nvSpPr>
              <p:spPr>
                <a:xfrm>
                  <a:off x="208763" y="4445338"/>
                  <a:ext cx="49213" cy="71437"/>
                </a:xfrm>
                <a:custGeom>
                  <a:rect b="b" l="l" r="r" t="t"/>
                  <a:pathLst>
                    <a:path extrusionOk="0" h="19" w="13">
                      <a:moveTo>
                        <a:pt x="0" y="6"/>
                      </a:moveTo>
                      <a:cubicBezTo>
                        <a:pt x="0" y="13"/>
                        <a:pt x="5" y="19"/>
                        <a:pt x="13" y="19"/>
                      </a:cubicBezTo>
                      <a:cubicBezTo>
                        <a:pt x="13" y="19"/>
                        <a:pt x="13" y="19"/>
                        <a:pt x="13" y="19"/>
                      </a:cubicBezTo>
                      <a:cubicBezTo>
                        <a:pt x="6" y="18"/>
                        <a:pt x="0" y="13"/>
                        <a:pt x="0" y="6"/>
                      </a:cubicBezTo>
                      <a:moveTo>
                        <a:pt x="1" y="0"/>
                      </a:moveTo>
                      <a:cubicBezTo>
                        <a:pt x="0" y="2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4"/>
                        <a:pt x="0" y="2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97" name="Google Shape;3497;p20"/>
                <p:cNvSpPr/>
                <p:nvPr/>
              </p:nvSpPr>
              <p:spPr>
                <a:xfrm>
                  <a:off x="208763" y="4437400"/>
                  <a:ext cx="101600" cy="79375"/>
                </a:xfrm>
                <a:custGeom>
                  <a:rect b="b" l="l" r="r" t="t"/>
                  <a:pathLst>
                    <a:path extrusionOk="0" h="21" w="27">
                      <a:moveTo>
                        <a:pt x="24" y="0"/>
                      </a:moveTo>
                      <a:cubicBezTo>
                        <a:pt x="24" y="1"/>
                        <a:pt x="24" y="2"/>
                        <a:pt x="24" y="3"/>
                      </a:cubicBezTo>
                      <a:cubicBezTo>
                        <a:pt x="24" y="9"/>
                        <a:pt x="18" y="14"/>
                        <a:pt x="12" y="14"/>
                      </a:cubicBezTo>
                      <a:cubicBezTo>
                        <a:pt x="6" y="14"/>
                        <a:pt x="1" y="9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4"/>
                        <a:pt x="0" y="6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5"/>
                        <a:pt x="6" y="20"/>
                        <a:pt x="13" y="21"/>
                      </a:cubicBezTo>
                      <a:cubicBezTo>
                        <a:pt x="20" y="20"/>
                        <a:pt x="27" y="14"/>
                        <a:pt x="27" y="7"/>
                      </a:cubicBezTo>
                      <a:cubicBezTo>
                        <a:pt x="27" y="4"/>
                        <a:pt x="26" y="2"/>
                        <a:pt x="24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98" name="Google Shape;3498;p20"/>
                <p:cNvSpPr/>
                <p:nvPr/>
              </p:nvSpPr>
              <p:spPr>
                <a:xfrm>
                  <a:off x="211938" y="4418350"/>
                  <a:ext cx="49213" cy="30163"/>
                </a:xfrm>
                <a:custGeom>
                  <a:rect b="b" l="l" r="r" t="t"/>
                  <a:pathLst>
                    <a:path extrusionOk="0" h="8" w="13">
                      <a:moveTo>
                        <a:pt x="12" y="0"/>
                      </a:moveTo>
                      <a:cubicBezTo>
                        <a:pt x="7" y="0"/>
                        <a:pt x="2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3" y="3"/>
                        <a:pt x="7" y="1"/>
                        <a:pt x="13" y="0"/>
                      </a:cubicBezTo>
                      <a:cubicBezTo>
                        <a:pt x="12" y="0"/>
                        <a:pt x="12" y="0"/>
                        <a:pt x="12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99" name="Google Shape;3499;p20"/>
                <p:cNvSpPr/>
                <p:nvPr/>
              </p:nvSpPr>
              <p:spPr>
                <a:xfrm>
                  <a:off x="211938" y="4418350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10" y="15"/>
                      </a:moveTo>
                      <a:cubicBezTo>
                        <a:pt x="8" y="15"/>
                        <a:pt x="5" y="13"/>
                        <a:pt x="5" y="11"/>
                      </a:cubicBezTo>
                      <a:cubicBezTo>
                        <a:pt x="5" y="9"/>
                        <a:pt x="8" y="7"/>
                        <a:pt x="10" y="7"/>
                      </a:cubicBezTo>
                      <a:cubicBezTo>
                        <a:pt x="13" y="7"/>
                        <a:pt x="15" y="9"/>
                        <a:pt x="15" y="11"/>
                      </a:cubicBezTo>
                      <a:cubicBezTo>
                        <a:pt x="15" y="13"/>
                        <a:pt x="13" y="15"/>
                        <a:pt x="10" y="15"/>
                      </a:cubicBezTo>
                      <a:moveTo>
                        <a:pt x="13" y="0"/>
                      </a:moveTo>
                      <a:cubicBezTo>
                        <a:pt x="7" y="1"/>
                        <a:pt x="3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4"/>
                        <a:pt x="5" y="19"/>
                        <a:pt x="11" y="19"/>
                      </a:cubicBezTo>
                      <a:cubicBezTo>
                        <a:pt x="17" y="19"/>
                        <a:pt x="23" y="14"/>
                        <a:pt x="23" y="8"/>
                      </a:cubicBezTo>
                      <a:cubicBezTo>
                        <a:pt x="23" y="7"/>
                        <a:pt x="23" y="6"/>
                        <a:pt x="23" y="5"/>
                      </a:cubicBezTo>
                      <a:cubicBezTo>
                        <a:pt x="23" y="5"/>
                        <a:pt x="23" y="5"/>
                        <a:pt x="23" y="5"/>
                      </a:cubicBezTo>
                      <a:cubicBezTo>
                        <a:pt x="20" y="2"/>
                        <a:pt x="16" y="0"/>
                        <a:pt x="13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0" name="Google Shape;3500;p20"/>
                <p:cNvSpPr/>
                <p:nvPr/>
              </p:nvSpPr>
              <p:spPr>
                <a:xfrm>
                  <a:off x="230988" y="4445338"/>
                  <a:ext cx="381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1" name="Google Shape;3501;p20"/>
                <p:cNvSpPr/>
                <p:nvPr/>
              </p:nvSpPr>
              <p:spPr>
                <a:xfrm>
                  <a:off x="77000" y="4391363"/>
                  <a:ext cx="41275" cy="65088"/>
                </a:xfrm>
                <a:custGeom>
                  <a:rect b="b" l="l" r="r" t="t"/>
                  <a:pathLst>
                    <a:path extrusionOk="0" h="17" w="1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1"/>
                        <a:pt x="5" y="2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5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7"/>
                      </a:cubicBezTo>
                      <a:cubicBezTo>
                        <a:pt x="0" y="17"/>
                        <a:pt x="0" y="17"/>
                        <a:pt x="1" y="17"/>
                      </a:cubicBezTo>
                      <a:cubicBezTo>
                        <a:pt x="6" y="17"/>
                        <a:pt x="11" y="13"/>
                        <a:pt x="11" y="8"/>
                      </a:cubicBezTo>
                      <a:cubicBezTo>
                        <a:pt x="11" y="6"/>
                        <a:pt x="10" y="5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2" name="Google Shape;3502;p20"/>
                <p:cNvSpPr/>
                <p:nvPr/>
              </p:nvSpPr>
              <p:spPr>
                <a:xfrm>
                  <a:off x="43663" y="4410413"/>
                  <a:ext cx="33338" cy="46037"/>
                </a:xfrm>
                <a:custGeom>
                  <a:rect b="b" l="l" r="r" t="t"/>
                  <a:pathLst>
                    <a:path extrusionOk="0" h="12" w="9">
                      <a:moveTo>
                        <a:pt x="0" y="4"/>
                      </a:moveTo>
                      <a:cubicBezTo>
                        <a:pt x="0" y="8"/>
                        <a:pt x="4" y="12"/>
                        <a:pt x="8" y="12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4" y="11"/>
                        <a:pt x="0" y="8"/>
                        <a:pt x="0" y="4"/>
                      </a:cubicBezTo>
                      <a:moveTo>
                        <a:pt x="1" y="0"/>
                      </a:moveTo>
                      <a:cubicBezTo>
                        <a:pt x="1" y="1"/>
                        <a:pt x="0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3" name="Google Shape;3503;p20"/>
                <p:cNvSpPr/>
                <p:nvPr/>
              </p:nvSpPr>
              <p:spPr>
                <a:xfrm>
                  <a:off x="43663" y="4402475"/>
                  <a:ext cx="63500" cy="53975"/>
                </a:xfrm>
                <a:custGeom>
                  <a:rect b="b" l="l" r="r" t="t"/>
                  <a:pathLst>
                    <a:path extrusionOk="0" h="14" w="17">
                      <a:moveTo>
                        <a:pt x="15" y="0"/>
                      </a:moveTo>
                      <a:cubicBezTo>
                        <a:pt x="16" y="1"/>
                        <a:pt x="16" y="2"/>
                        <a:pt x="16" y="2"/>
                      </a:cubicBezTo>
                      <a:cubicBezTo>
                        <a:pt x="16" y="6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0"/>
                        <a:pt x="4" y="13"/>
                        <a:pt x="9" y="14"/>
                      </a:cubicBezTo>
                      <a:cubicBezTo>
                        <a:pt x="13" y="13"/>
                        <a:pt x="17" y="9"/>
                        <a:pt x="17" y="5"/>
                      </a:cubicBezTo>
                      <a:cubicBezTo>
                        <a:pt x="17" y="3"/>
                        <a:pt x="17" y="2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4" name="Google Shape;3504;p20"/>
                <p:cNvSpPr/>
                <p:nvPr/>
              </p:nvSpPr>
              <p:spPr>
                <a:xfrm>
                  <a:off x="46838" y="4391363"/>
                  <a:ext cx="30163" cy="19050"/>
                </a:xfrm>
                <a:custGeom>
                  <a:rect b="b" l="l" r="r" t="t"/>
                  <a:pathLst>
                    <a:path extrusionOk="0" h="5" w="8">
                      <a:moveTo>
                        <a:pt x="7" y="0"/>
                      </a:moveTo>
                      <a:cubicBezTo>
                        <a:pt x="4" y="0"/>
                        <a:pt x="1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2" y="2"/>
                        <a:pt x="5" y="1"/>
                        <a:pt x="8" y="0"/>
                      </a:cubicBezTo>
                      <a:cubicBezTo>
                        <a:pt x="8" y="0"/>
                        <a:pt x="8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5" name="Google Shape;3505;p20"/>
                <p:cNvSpPr/>
                <p:nvPr/>
              </p:nvSpPr>
              <p:spPr>
                <a:xfrm>
                  <a:off x="46838" y="4391363"/>
                  <a:ext cx="57150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10"/>
                      </a:move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5"/>
                        <a:pt x="7" y="5"/>
                      </a:cubicBezTo>
                      <a:cubicBezTo>
                        <a:pt x="8" y="5"/>
                        <a:pt x="10" y="6"/>
                        <a:pt x="10" y="7"/>
                      </a:cubicBezTo>
                      <a:cubicBezTo>
                        <a:pt x="10" y="9"/>
                        <a:pt x="8" y="10"/>
                        <a:pt x="7" y="10"/>
                      </a:cubicBezTo>
                      <a:moveTo>
                        <a:pt x="8" y="0"/>
                      </a:moveTo>
                      <a:cubicBezTo>
                        <a:pt x="5" y="1"/>
                        <a:pt x="2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9"/>
                        <a:pt x="15" y="5"/>
                      </a:cubicBezTo>
                      <a:cubicBezTo>
                        <a:pt x="15" y="5"/>
                        <a:pt x="15" y="4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0" y="1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6" name="Google Shape;3506;p20"/>
                <p:cNvSpPr/>
                <p:nvPr/>
              </p:nvSpPr>
              <p:spPr>
                <a:xfrm>
                  <a:off x="62713" y="441041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7" name="Google Shape;3507;p20"/>
                <p:cNvSpPr/>
                <p:nvPr/>
              </p:nvSpPr>
              <p:spPr>
                <a:xfrm>
                  <a:off x="299250" y="4229438"/>
                  <a:ext cx="79375" cy="60325"/>
                </a:xfrm>
                <a:custGeom>
                  <a:rect b="b" l="l" r="r" t="t"/>
                  <a:pathLst>
                    <a:path extrusionOk="0" h="16" w="21">
                      <a:moveTo>
                        <a:pt x="19" y="0"/>
                      </a:moveTo>
                      <a:cubicBezTo>
                        <a:pt x="19" y="0"/>
                        <a:pt x="19" y="1"/>
                        <a:pt x="19" y="2"/>
                      </a:cubicBezTo>
                      <a:cubicBezTo>
                        <a:pt x="19" y="7"/>
                        <a:pt x="15" y="11"/>
                        <a:pt x="10" y="11"/>
                      </a:cubicBezTo>
                      <a:cubicBezTo>
                        <a:pt x="5" y="11"/>
                        <a:pt x="1" y="7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5" y="16"/>
                        <a:pt x="11" y="16"/>
                      </a:cubicBezTo>
                      <a:cubicBezTo>
                        <a:pt x="16" y="16"/>
                        <a:pt x="21" y="11"/>
                        <a:pt x="21" y="6"/>
                      </a:cubicBezTo>
                      <a:cubicBezTo>
                        <a:pt x="21" y="3"/>
                        <a:pt x="20" y="1"/>
                        <a:pt x="19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8" name="Google Shape;3508;p20"/>
                <p:cNvSpPr/>
                <p:nvPr/>
              </p:nvSpPr>
              <p:spPr>
                <a:xfrm>
                  <a:off x="302425" y="4215150"/>
                  <a:ext cx="68262" cy="55563"/>
                </a:xfrm>
                <a:custGeom>
                  <a:rect b="b" l="l" r="r" t="t"/>
                  <a:pathLst>
                    <a:path extrusionOk="0" h="15" w="18">
                      <a:moveTo>
                        <a:pt x="8" y="12"/>
                      </a:moveTo>
                      <a:cubicBezTo>
                        <a:pt x="6" y="12"/>
                        <a:pt x="4" y="10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0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6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8" y="11"/>
                        <a:pt x="18" y="6"/>
                      </a:cubicBezTo>
                      <a:cubicBezTo>
                        <a:pt x="18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2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9" name="Google Shape;3509;p20"/>
                <p:cNvSpPr/>
                <p:nvPr/>
              </p:nvSpPr>
              <p:spPr>
                <a:xfrm>
                  <a:off x="318300" y="4234200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0" name="Google Shape;3510;p20"/>
                <p:cNvSpPr/>
                <p:nvPr/>
              </p:nvSpPr>
              <p:spPr>
                <a:xfrm>
                  <a:off x="340525" y="4215150"/>
                  <a:ext cx="52388" cy="74613"/>
                </a:xfrm>
                <a:custGeom>
                  <a:rect b="b" l="l" r="r" t="t"/>
                  <a:pathLst>
                    <a:path extrusionOk="0" h="20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2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9" y="5"/>
                        <a:pt x="10" y="7"/>
                        <a:pt x="10" y="10"/>
                      </a:cubicBezTo>
                      <a:cubicBezTo>
                        <a:pt x="10" y="15"/>
                        <a:pt x="5" y="20"/>
                        <a:pt x="0" y="20"/>
                      </a:cubicBezTo>
                      <a:cubicBezTo>
                        <a:pt x="0" y="20"/>
                        <a:pt x="0" y="20"/>
                        <a:pt x="1" y="20"/>
                      </a:cubicBezTo>
                      <a:cubicBezTo>
                        <a:pt x="7" y="20"/>
                        <a:pt x="14" y="15"/>
                        <a:pt x="14" y="10"/>
                      </a:cubicBezTo>
                      <a:cubicBezTo>
                        <a:pt x="14" y="7"/>
                        <a:pt x="12" y="5"/>
                        <a:pt x="11" y="4"/>
                      </a:cubicBezTo>
                      <a:cubicBezTo>
                        <a:pt x="8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1" name="Google Shape;3511;p20"/>
                <p:cNvSpPr/>
                <p:nvPr/>
              </p:nvSpPr>
              <p:spPr>
                <a:xfrm>
                  <a:off x="-5550" y="4539000"/>
                  <a:ext cx="22225" cy="3810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8"/>
                        <a:pt x="2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3" y="10"/>
                        <a:pt x="6" y="8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2" name="Google Shape;3512;p20"/>
                <p:cNvSpPr/>
                <p:nvPr/>
              </p:nvSpPr>
              <p:spPr>
                <a:xfrm>
                  <a:off x="-27775" y="4546938"/>
                  <a:ext cx="41275" cy="30163"/>
                </a:xfrm>
                <a:custGeom>
                  <a:rect b="b" l="l" r="r" t="t"/>
                  <a:pathLst>
                    <a:path extrusionOk="0" h="8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7" y="6"/>
                        <a:pt x="5" y="6"/>
                      </a:cubicBezTo>
                      <a:cubicBezTo>
                        <a:pt x="3" y="6"/>
                        <a:pt x="1" y="4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3" y="8"/>
                        <a:pt x="6" y="8"/>
                      </a:cubicBezTo>
                      <a:cubicBezTo>
                        <a:pt x="8" y="8"/>
                        <a:pt x="11" y="6"/>
                        <a:pt x="11" y="3"/>
                      </a:cubicBezTo>
                      <a:cubicBezTo>
                        <a:pt x="11" y="2"/>
                        <a:pt x="10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3" name="Google Shape;3513;p20"/>
                <p:cNvSpPr/>
                <p:nvPr/>
              </p:nvSpPr>
              <p:spPr>
                <a:xfrm>
                  <a:off x="-24600" y="4539000"/>
                  <a:ext cx="33338" cy="30163"/>
                </a:xfrm>
                <a:custGeom>
                  <a:rect b="b" l="l" r="r" t="t"/>
                  <a:pathLst>
                    <a:path extrusionOk="0" h="8" w="9">
                      <a:moveTo>
                        <a:pt x="4" y="6"/>
                      </a:moveTo>
                      <a:cubicBezTo>
                        <a:pt x="3" y="6"/>
                        <a:pt x="2" y="5"/>
                        <a:pt x="2" y="4"/>
                      </a:cubicBezTo>
                      <a:cubicBezTo>
                        <a:pt x="2" y="4"/>
                        <a:pt x="3" y="3"/>
                        <a:pt x="4" y="3"/>
                      </a:cubicBezTo>
                      <a:cubicBezTo>
                        <a:pt x="5" y="3"/>
                        <a:pt x="6" y="4"/>
                        <a:pt x="6" y="4"/>
                      </a:cubicBezTo>
                      <a:cubicBezTo>
                        <a:pt x="6" y="5"/>
                        <a:pt x="5" y="6"/>
                        <a:pt x="4" y="6"/>
                      </a:cubicBezTo>
                      <a:moveTo>
                        <a:pt x="5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6" y="8"/>
                        <a:pt x="9" y="6"/>
                        <a:pt x="9" y="3"/>
                      </a:cubicBezTo>
                      <a:cubicBezTo>
                        <a:pt x="9" y="3"/>
                        <a:pt x="9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8" y="1"/>
                        <a:pt x="6" y="0"/>
                        <a:pt x="5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4" name="Google Shape;3514;p20"/>
                <p:cNvSpPr/>
                <p:nvPr/>
              </p:nvSpPr>
              <p:spPr>
                <a:xfrm>
                  <a:off x="-16662" y="455011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5" name="Google Shape;3515;p20"/>
                <p:cNvSpPr/>
                <p:nvPr/>
              </p:nvSpPr>
              <p:spPr>
                <a:xfrm>
                  <a:off x="-107150" y="4311988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9" y="6"/>
                        <a:pt x="9" y="7"/>
                      </a:cubicBezTo>
                      <a:cubicBezTo>
                        <a:pt x="9" y="12"/>
                        <a:pt x="4" y="16"/>
                        <a:pt x="0" y="16"/>
                      </a:cubicBezTo>
                      <a:cubicBezTo>
                        <a:pt x="0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6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6" name="Google Shape;3516;p20"/>
                <p:cNvSpPr/>
                <p:nvPr/>
              </p:nvSpPr>
              <p:spPr>
                <a:xfrm>
                  <a:off x="-142075" y="4324688"/>
                  <a:ext cx="68262" cy="47625"/>
                </a:xfrm>
                <a:custGeom>
                  <a:rect b="b" l="l" r="r" t="t"/>
                  <a:pathLst>
                    <a:path extrusionOk="0" h="13" w="18">
                      <a:moveTo>
                        <a:pt x="15" y="0"/>
                      </a:moveTo>
                      <a:cubicBezTo>
                        <a:pt x="16" y="0"/>
                        <a:pt x="16" y="1"/>
                        <a:pt x="16" y="1"/>
                      </a:cubicBezTo>
                      <a:cubicBezTo>
                        <a:pt x="16" y="5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0" y="4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4" y="13"/>
                        <a:pt x="9" y="13"/>
                      </a:cubicBezTo>
                      <a:cubicBezTo>
                        <a:pt x="13" y="13"/>
                        <a:pt x="18" y="9"/>
                        <a:pt x="18" y="4"/>
                      </a:cubicBezTo>
                      <a:cubicBezTo>
                        <a:pt x="18" y="3"/>
                        <a:pt x="17" y="1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7" name="Google Shape;3517;p20"/>
                <p:cNvSpPr/>
                <p:nvPr/>
              </p:nvSpPr>
              <p:spPr>
                <a:xfrm>
                  <a:off x="-137312" y="4311988"/>
                  <a:ext cx="55563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9"/>
                      </a:moveTo>
                      <a:cubicBezTo>
                        <a:pt x="5" y="9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8" y="4"/>
                        <a:pt x="10" y="5"/>
                        <a:pt x="10" y="7"/>
                      </a:cubicBezTo>
                      <a:cubicBezTo>
                        <a:pt x="10" y="8"/>
                        <a:pt x="8" y="9"/>
                        <a:pt x="7" y="9"/>
                      </a:cubicBezTo>
                      <a:moveTo>
                        <a:pt x="8" y="0"/>
                      </a:moveTo>
                      <a:cubicBezTo>
                        <a:pt x="5" y="0"/>
                        <a:pt x="2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8"/>
                        <a:pt x="15" y="4"/>
                      </a:cubicBezTo>
                      <a:cubicBezTo>
                        <a:pt x="15" y="4"/>
                        <a:pt x="15" y="3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1"/>
                        <a:pt x="11" y="0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8" name="Google Shape;3518;p20"/>
                <p:cNvSpPr/>
                <p:nvPr/>
              </p:nvSpPr>
              <p:spPr>
                <a:xfrm>
                  <a:off x="-123025" y="432786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9" name="Google Shape;3519;p20"/>
                <p:cNvSpPr/>
                <p:nvPr/>
              </p:nvSpPr>
              <p:spPr>
                <a:xfrm>
                  <a:off x="-24600" y="4215150"/>
                  <a:ext cx="26988" cy="41275"/>
                </a:xfrm>
                <a:custGeom>
                  <a:rect b="b" l="l" r="r" t="t"/>
                  <a:pathLst>
                    <a:path extrusionOk="0" h="11" w="7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3"/>
                        <a:pt x="5" y="4"/>
                        <a:pt x="5" y="5"/>
                      </a:cubicBezTo>
                      <a:cubicBezTo>
                        <a:pt x="5" y="8"/>
                        <a:pt x="2" y="11"/>
                        <a:pt x="0" y="1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4" y="11"/>
                        <a:pt x="7" y="8"/>
                        <a:pt x="7" y="5"/>
                      </a:cubicBezTo>
                      <a:cubicBezTo>
                        <a:pt x="7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0" name="Google Shape;3520;p20"/>
                <p:cNvSpPr/>
                <p:nvPr/>
              </p:nvSpPr>
              <p:spPr>
                <a:xfrm>
                  <a:off x="-46825" y="4221500"/>
                  <a:ext cx="41275" cy="34925"/>
                </a:xfrm>
                <a:custGeom>
                  <a:rect b="b" l="l" r="r" t="t"/>
                  <a:pathLst>
                    <a:path extrusionOk="0" h="9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8" y="6"/>
                        <a:pt x="5" y="6"/>
                      </a:cubicBezTo>
                      <a:cubicBezTo>
                        <a:pt x="2" y="6"/>
                        <a:pt x="0" y="4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9"/>
                        <a:pt x="6" y="9"/>
                      </a:cubicBezTo>
                      <a:cubicBezTo>
                        <a:pt x="8" y="9"/>
                        <a:pt x="11" y="6"/>
                        <a:pt x="11" y="3"/>
                      </a:cubicBezTo>
                      <a:cubicBezTo>
                        <a:pt x="11" y="2"/>
                        <a:pt x="11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1" name="Google Shape;3521;p20"/>
                <p:cNvSpPr/>
                <p:nvPr/>
              </p:nvSpPr>
              <p:spPr>
                <a:xfrm>
                  <a:off x="-46825" y="4215150"/>
                  <a:ext cx="36513" cy="30163"/>
                </a:xfrm>
                <a:custGeom>
                  <a:rect b="b" l="l" r="r" t="t"/>
                  <a:pathLst>
                    <a:path extrusionOk="0" h="8" w="10">
                      <a:moveTo>
                        <a:pt x="5" y="6"/>
                      </a:moveTo>
                      <a:cubicBezTo>
                        <a:pt x="4" y="6"/>
                        <a:pt x="3" y="5"/>
                        <a:pt x="3" y="4"/>
                      </a:cubicBezTo>
                      <a:cubicBezTo>
                        <a:pt x="3" y="4"/>
                        <a:pt x="4" y="3"/>
                        <a:pt x="5" y="3"/>
                      </a:cubicBezTo>
                      <a:cubicBezTo>
                        <a:pt x="6" y="3"/>
                        <a:pt x="7" y="4"/>
                        <a:pt x="7" y="4"/>
                      </a:cubicBezTo>
                      <a:cubicBezTo>
                        <a:pt x="7" y="5"/>
                        <a:pt x="6" y="6"/>
                        <a:pt x="5" y="6"/>
                      </a:cubicBezTo>
                      <a:moveTo>
                        <a:pt x="6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5" y="8"/>
                      </a:cubicBezTo>
                      <a:cubicBezTo>
                        <a:pt x="8" y="8"/>
                        <a:pt x="10" y="6"/>
                        <a:pt x="10" y="3"/>
                      </a:cubicBezTo>
                      <a:cubicBezTo>
                        <a:pt x="10" y="3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9" y="1"/>
                        <a:pt x="7" y="0"/>
                        <a:pt x="6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2" name="Google Shape;3522;p20"/>
                <p:cNvSpPr/>
                <p:nvPr/>
              </p:nvSpPr>
              <p:spPr>
                <a:xfrm>
                  <a:off x="-35712" y="422626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3" name="Google Shape;3523;p20"/>
                <p:cNvSpPr/>
                <p:nvPr/>
              </p:nvSpPr>
              <p:spPr>
                <a:xfrm>
                  <a:off x="219875" y="4154825"/>
                  <a:ext cx="34925" cy="49213"/>
                </a:xfrm>
                <a:custGeom>
                  <a:rect b="b" l="l" r="r" t="t"/>
                  <a:pathLst>
                    <a:path extrusionOk="0" h="13" w="9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3"/>
                        <a:pt x="7" y="4"/>
                        <a:pt x="7" y="6"/>
                      </a:cubicBezTo>
                      <a:cubicBezTo>
                        <a:pt x="7" y="10"/>
                        <a:pt x="3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5" y="13"/>
                        <a:pt x="9" y="10"/>
                        <a:pt x="9" y="6"/>
                      </a:cubicBezTo>
                      <a:cubicBezTo>
                        <a:pt x="9" y="4"/>
                        <a:pt x="8" y="3"/>
                        <a:pt x="7" y="2"/>
                      </a:cubicBezTo>
                      <a:cubicBezTo>
                        <a:pt x="5" y="0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4" name="Google Shape;3524;p20"/>
                <p:cNvSpPr/>
                <p:nvPr/>
              </p:nvSpPr>
              <p:spPr>
                <a:xfrm>
                  <a:off x="194475" y="4161175"/>
                  <a:ext cx="52388" cy="42862"/>
                </a:xfrm>
                <a:custGeom>
                  <a:rect b="b" l="l" r="r" t="t"/>
                  <a:pathLst>
                    <a:path extrusionOk="0" h="11" w="14">
                      <a:moveTo>
                        <a:pt x="12" y="0"/>
                      </a:moveTo>
                      <a:cubicBezTo>
                        <a:pt x="12" y="0"/>
                        <a:pt x="12" y="1"/>
                        <a:pt x="12" y="2"/>
                      </a:cubicBezTo>
                      <a:cubicBezTo>
                        <a:pt x="12" y="5"/>
                        <a:pt x="9" y="8"/>
                        <a:pt x="6" y="8"/>
                      </a:cubicBezTo>
                      <a:cubicBezTo>
                        <a:pt x="3" y="8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8"/>
                        <a:pt x="3" y="11"/>
                        <a:pt x="7" y="11"/>
                      </a:cubicBezTo>
                      <a:cubicBezTo>
                        <a:pt x="10" y="11"/>
                        <a:pt x="14" y="8"/>
                        <a:pt x="14" y="4"/>
                      </a:cubicBezTo>
                      <a:cubicBezTo>
                        <a:pt x="14" y="2"/>
                        <a:pt x="13" y="1"/>
                        <a:pt x="12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5" name="Google Shape;3525;p20"/>
                <p:cNvSpPr/>
                <p:nvPr/>
              </p:nvSpPr>
              <p:spPr>
                <a:xfrm>
                  <a:off x="194475" y="4154825"/>
                  <a:ext cx="44450" cy="36513"/>
                </a:xfrm>
                <a:custGeom>
                  <a:rect b="b" l="l" r="r" t="t"/>
                  <a:pathLst>
                    <a:path extrusionOk="0" h="10" w="12">
                      <a:moveTo>
                        <a:pt x="6" y="7"/>
                      </a:moveTo>
                      <a:cubicBezTo>
                        <a:pt x="4" y="7"/>
                        <a:pt x="3" y="6"/>
                        <a:pt x="3" y="5"/>
                      </a:cubicBezTo>
                      <a:cubicBezTo>
                        <a:pt x="3" y="4"/>
                        <a:pt x="4" y="3"/>
                        <a:pt x="6" y="3"/>
                      </a:cubicBezTo>
                      <a:cubicBezTo>
                        <a:pt x="7" y="3"/>
                        <a:pt x="8" y="4"/>
                        <a:pt x="8" y="5"/>
                      </a:cubicBezTo>
                      <a:cubicBezTo>
                        <a:pt x="8" y="6"/>
                        <a:pt x="7" y="7"/>
                        <a:pt x="6" y="7"/>
                      </a:cubicBezTo>
                      <a:moveTo>
                        <a:pt x="7" y="0"/>
                      </a:moveTo>
                      <a:cubicBezTo>
                        <a:pt x="4" y="0"/>
                        <a:pt x="2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7"/>
                        <a:pt x="3" y="10"/>
                        <a:pt x="6" y="10"/>
                      </a:cubicBezTo>
                      <a:cubicBezTo>
                        <a:pt x="9" y="10"/>
                        <a:pt x="12" y="7"/>
                        <a:pt x="12" y="4"/>
                      </a:cubicBezTo>
                      <a:cubicBezTo>
                        <a:pt x="12" y="3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1" y="1"/>
                        <a:pt x="9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6" name="Google Shape;3526;p20"/>
                <p:cNvSpPr/>
                <p:nvPr/>
              </p:nvSpPr>
              <p:spPr>
                <a:xfrm>
                  <a:off x="205588" y="4165938"/>
                  <a:ext cx="19200" cy="144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7" name="Google Shape;3527;p20"/>
                <p:cNvSpPr/>
                <p:nvPr/>
              </p:nvSpPr>
              <p:spPr>
                <a:xfrm>
                  <a:off x="189713" y="4667588"/>
                  <a:ext cx="52388" cy="79375"/>
                </a:xfrm>
                <a:custGeom>
                  <a:rect b="b" l="l" r="r" t="t"/>
                  <a:pathLst>
                    <a:path extrusionOk="0" h="21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1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10" y="5"/>
                        <a:pt x="11" y="7"/>
                        <a:pt x="11" y="10"/>
                      </a:cubicBezTo>
                      <a:cubicBezTo>
                        <a:pt x="11" y="16"/>
                        <a:pt x="5" y="21"/>
                        <a:pt x="0" y="21"/>
                      </a:cubicBezTo>
                      <a:cubicBezTo>
                        <a:pt x="0" y="21"/>
                        <a:pt x="0" y="21"/>
                        <a:pt x="1" y="21"/>
                      </a:cubicBezTo>
                      <a:cubicBezTo>
                        <a:pt x="7" y="21"/>
                        <a:pt x="14" y="16"/>
                        <a:pt x="14" y="10"/>
                      </a:cubicBezTo>
                      <a:cubicBezTo>
                        <a:pt x="14" y="7"/>
                        <a:pt x="13" y="5"/>
                        <a:pt x="11" y="4"/>
                      </a:cubicBezTo>
                      <a:cubicBezTo>
                        <a:pt x="8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8" name="Google Shape;3528;p20"/>
                <p:cNvSpPr/>
                <p:nvPr/>
              </p:nvSpPr>
              <p:spPr>
                <a:xfrm>
                  <a:off x="145263" y="4681875"/>
                  <a:ext cx="85725" cy="65088"/>
                </a:xfrm>
                <a:custGeom>
                  <a:rect b="b" l="l" r="r" t="t"/>
                  <a:pathLst>
                    <a:path extrusionOk="0" h="17" w="23">
                      <a:moveTo>
                        <a:pt x="20" y="0"/>
                      </a:moveTo>
                      <a:cubicBezTo>
                        <a:pt x="20" y="0"/>
                        <a:pt x="21" y="1"/>
                        <a:pt x="21" y="2"/>
                      </a:cubicBezTo>
                      <a:cubicBezTo>
                        <a:pt x="21" y="7"/>
                        <a:pt x="16" y="11"/>
                        <a:pt x="11" y="11"/>
                      </a:cubicBezTo>
                      <a:cubicBezTo>
                        <a:pt x="6" y="11"/>
                        <a:pt x="2" y="7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2"/>
                        <a:pt x="5" y="17"/>
                        <a:pt x="12" y="17"/>
                      </a:cubicBezTo>
                      <a:cubicBezTo>
                        <a:pt x="17" y="17"/>
                        <a:pt x="23" y="12"/>
                        <a:pt x="23" y="6"/>
                      </a:cubicBezTo>
                      <a:cubicBezTo>
                        <a:pt x="23" y="3"/>
                        <a:pt x="22" y="1"/>
                        <a:pt x="2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9" name="Google Shape;3529;p20"/>
                <p:cNvSpPr/>
                <p:nvPr/>
              </p:nvSpPr>
              <p:spPr>
                <a:xfrm>
                  <a:off x="151613" y="4667588"/>
                  <a:ext cx="73025" cy="55563"/>
                </a:xfrm>
                <a:custGeom>
                  <a:rect b="b" l="l" r="r" t="t"/>
                  <a:pathLst>
                    <a:path extrusionOk="0" h="15" w="19">
                      <a:moveTo>
                        <a:pt x="8" y="12"/>
                      </a:moveTo>
                      <a:cubicBezTo>
                        <a:pt x="6" y="12"/>
                        <a:pt x="4" y="11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1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5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9" y="11"/>
                        <a:pt x="19" y="6"/>
                      </a:cubicBezTo>
                      <a:cubicBezTo>
                        <a:pt x="19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1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0" name="Google Shape;3530;p20"/>
                <p:cNvSpPr/>
                <p:nvPr/>
              </p:nvSpPr>
              <p:spPr>
                <a:xfrm>
                  <a:off x="167488" y="4686638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31" name="Google Shape;3531;p20"/>
              <p:cNvGrpSpPr/>
              <p:nvPr/>
            </p:nvGrpSpPr>
            <p:grpSpPr>
              <a:xfrm rot="10800000">
                <a:off x="-578148" y="-381481"/>
                <a:ext cx="1150223" cy="1399215"/>
                <a:chOff x="7491913" y="372038"/>
                <a:chExt cx="1503363" cy="1828800"/>
              </a:xfrm>
            </p:grpSpPr>
            <p:sp>
              <p:nvSpPr>
                <p:cNvPr id="3532" name="Google Shape;3532;p20"/>
                <p:cNvSpPr/>
                <p:nvPr/>
              </p:nvSpPr>
              <p:spPr>
                <a:xfrm>
                  <a:off x="8117388" y="1383275"/>
                  <a:ext cx="746125" cy="700088"/>
                </a:xfrm>
                <a:custGeom>
                  <a:rect b="b" l="l" r="r" t="t"/>
                  <a:pathLst>
                    <a:path extrusionOk="0" h="186" w="198">
                      <a:moveTo>
                        <a:pt x="12" y="0"/>
                      </a:moveTo>
                      <a:cubicBezTo>
                        <a:pt x="13" y="13"/>
                        <a:pt x="15" y="26"/>
                        <a:pt x="20" y="38"/>
                      </a:cubicBezTo>
                      <a:cubicBezTo>
                        <a:pt x="25" y="50"/>
                        <a:pt x="32" y="61"/>
                        <a:pt x="43" y="67"/>
                      </a:cubicBezTo>
                      <a:cubicBezTo>
                        <a:pt x="54" y="73"/>
                        <a:pt x="68" y="74"/>
                        <a:pt x="81" y="74"/>
                      </a:cubicBezTo>
                      <a:cubicBezTo>
                        <a:pt x="88" y="73"/>
                        <a:pt x="94" y="73"/>
                        <a:pt x="101" y="72"/>
                      </a:cubicBezTo>
                      <a:cubicBezTo>
                        <a:pt x="108" y="72"/>
                        <a:pt x="116" y="72"/>
                        <a:pt x="123" y="74"/>
                      </a:cubicBezTo>
                      <a:cubicBezTo>
                        <a:pt x="127" y="75"/>
                        <a:pt x="130" y="77"/>
                        <a:pt x="133" y="80"/>
                      </a:cubicBezTo>
                      <a:cubicBezTo>
                        <a:pt x="136" y="83"/>
                        <a:pt x="137" y="86"/>
                        <a:pt x="139" y="90"/>
                      </a:cubicBezTo>
                      <a:cubicBezTo>
                        <a:pt x="141" y="97"/>
                        <a:pt x="142" y="104"/>
                        <a:pt x="142" y="111"/>
                      </a:cubicBezTo>
                      <a:cubicBezTo>
                        <a:pt x="143" y="125"/>
                        <a:pt x="142" y="138"/>
                        <a:pt x="142" y="152"/>
                      </a:cubicBezTo>
                      <a:cubicBezTo>
                        <a:pt x="142" y="155"/>
                        <a:pt x="142" y="159"/>
                        <a:pt x="142" y="162"/>
                      </a:cubicBezTo>
                      <a:cubicBezTo>
                        <a:pt x="142" y="166"/>
                        <a:pt x="142" y="169"/>
                        <a:pt x="144" y="172"/>
                      </a:cubicBezTo>
                      <a:cubicBezTo>
                        <a:pt x="144" y="173"/>
                        <a:pt x="144" y="173"/>
                        <a:pt x="145" y="174"/>
                      </a:cubicBezTo>
                      <a:cubicBezTo>
                        <a:pt x="145" y="174"/>
                        <a:pt x="146" y="175"/>
                        <a:pt x="147" y="175"/>
                      </a:cubicBezTo>
                      <a:cubicBezTo>
                        <a:pt x="148" y="176"/>
                        <a:pt x="149" y="177"/>
                        <a:pt x="151" y="178"/>
                      </a:cubicBezTo>
                      <a:cubicBezTo>
                        <a:pt x="154" y="179"/>
                        <a:pt x="157" y="179"/>
                        <a:pt x="160" y="179"/>
                      </a:cubicBezTo>
                      <a:cubicBezTo>
                        <a:pt x="167" y="178"/>
                        <a:pt x="174" y="175"/>
                        <a:pt x="181" y="175"/>
                      </a:cubicBezTo>
                      <a:cubicBezTo>
                        <a:pt x="184" y="175"/>
                        <a:pt x="188" y="177"/>
                        <a:pt x="190" y="178"/>
                      </a:cubicBezTo>
                      <a:cubicBezTo>
                        <a:pt x="193" y="180"/>
                        <a:pt x="196" y="183"/>
                        <a:pt x="198" y="186"/>
                      </a:cubicBezTo>
                      <a:cubicBezTo>
                        <a:pt x="196" y="183"/>
                        <a:pt x="193" y="180"/>
                        <a:pt x="190" y="179"/>
                      </a:cubicBezTo>
                      <a:cubicBezTo>
                        <a:pt x="187" y="177"/>
                        <a:pt x="184" y="176"/>
                        <a:pt x="181" y="176"/>
                      </a:cubicBezTo>
                      <a:cubicBezTo>
                        <a:pt x="174" y="176"/>
                        <a:pt x="167" y="179"/>
                        <a:pt x="161" y="180"/>
                      </a:cubicBezTo>
                      <a:cubicBezTo>
                        <a:pt x="157" y="181"/>
                        <a:pt x="153" y="181"/>
                        <a:pt x="150" y="180"/>
                      </a:cubicBezTo>
                      <a:cubicBezTo>
                        <a:pt x="148" y="179"/>
                        <a:pt x="147" y="178"/>
                        <a:pt x="145" y="177"/>
                      </a:cubicBezTo>
                      <a:cubicBezTo>
                        <a:pt x="145" y="176"/>
                        <a:pt x="144" y="176"/>
                        <a:pt x="143" y="175"/>
                      </a:cubicBezTo>
                      <a:cubicBezTo>
                        <a:pt x="143" y="175"/>
                        <a:pt x="142" y="174"/>
                        <a:pt x="141" y="173"/>
                      </a:cubicBezTo>
                      <a:cubicBezTo>
                        <a:pt x="140" y="169"/>
                        <a:pt x="139" y="166"/>
                        <a:pt x="139" y="162"/>
                      </a:cubicBezTo>
                      <a:cubicBezTo>
                        <a:pt x="139" y="159"/>
                        <a:pt x="139" y="155"/>
                        <a:pt x="139" y="152"/>
                      </a:cubicBezTo>
                      <a:cubicBezTo>
                        <a:pt x="139" y="138"/>
                        <a:pt x="139" y="125"/>
                        <a:pt x="138" y="111"/>
                      </a:cubicBezTo>
                      <a:cubicBezTo>
                        <a:pt x="137" y="104"/>
                        <a:pt x="136" y="98"/>
                        <a:pt x="134" y="92"/>
                      </a:cubicBezTo>
                      <a:cubicBezTo>
                        <a:pt x="132" y="89"/>
                        <a:pt x="131" y="86"/>
                        <a:pt x="129" y="84"/>
                      </a:cubicBezTo>
                      <a:cubicBezTo>
                        <a:pt x="127" y="82"/>
                        <a:pt x="124" y="81"/>
                        <a:pt x="121" y="80"/>
                      </a:cubicBezTo>
                      <a:cubicBezTo>
                        <a:pt x="115" y="78"/>
                        <a:pt x="109" y="79"/>
                        <a:pt x="102" y="79"/>
                      </a:cubicBezTo>
                      <a:cubicBezTo>
                        <a:pt x="95" y="80"/>
                        <a:pt x="88" y="81"/>
                        <a:pt x="81" y="81"/>
                      </a:cubicBezTo>
                      <a:cubicBezTo>
                        <a:pt x="74" y="82"/>
                        <a:pt x="67" y="82"/>
                        <a:pt x="60" y="81"/>
                      </a:cubicBezTo>
                      <a:cubicBezTo>
                        <a:pt x="53" y="81"/>
                        <a:pt x="46" y="79"/>
                        <a:pt x="39" y="75"/>
                      </a:cubicBezTo>
                      <a:cubicBezTo>
                        <a:pt x="32" y="72"/>
                        <a:pt x="26" y="67"/>
                        <a:pt x="21" y="61"/>
                      </a:cubicBezTo>
                      <a:cubicBezTo>
                        <a:pt x="17" y="56"/>
                        <a:pt x="13" y="49"/>
                        <a:pt x="10" y="43"/>
                      </a:cubicBezTo>
                      <a:cubicBezTo>
                        <a:pt x="7" y="36"/>
                        <a:pt x="5" y="29"/>
                        <a:pt x="3" y="22"/>
                      </a:cubicBezTo>
                      <a:cubicBezTo>
                        <a:pt x="2" y="15"/>
                        <a:pt x="0" y="8"/>
                        <a:pt x="0" y="1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3" name="Google Shape;3533;p20"/>
                <p:cNvSpPr/>
                <p:nvPr/>
              </p:nvSpPr>
              <p:spPr>
                <a:xfrm>
                  <a:off x="8234863" y="1394388"/>
                  <a:ext cx="387350" cy="806450"/>
                </a:xfrm>
                <a:custGeom>
                  <a:rect b="b" l="l" r="r" t="t"/>
                  <a:pathLst>
                    <a:path extrusionOk="0" h="214" w="103">
                      <a:moveTo>
                        <a:pt x="13" y="0"/>
                      </a:moveTo>
                      <a:cubicBezTo>
                        <a:pt x="14" y="9"/>
                        <a:pt x="17" y="18"/>
                        <a:pt x="22" y="26"/>
                      </a:cubicBezTo>
                      <a:cubicBezTo>
                        <a:pt x="27" y="35"/>
                        <a:pt x="34" y="43"/>
                        <a:pt x="40" y="50"/>
                      </a:cubicBezTo>
                      <a:cubicBezTo>
                        <a:pt x="44" y="54"/>
                        <a:pt x="47" y="58"/>
                        <a:pt x="50" y="63"/>
                      </a:cubicBezTo>
                      <a:cubicBezTo>
                        <a:pt x="52" y="65"/>
                        <a:pt x="53" y="67"/>
                        <a:pt x="55" y="69"/>
                      </a:cubicBezTo>
                      <a:cubicBezTo>
                        <a:pt x="56" y="71"/>
                        <a:pt x="58" y="74"/>
                        <a:pt x="59" y="76"/>
                      </a:cubicBezTo>
                      <a:cubicBezTo>
                        <a:pt x="63" y="87"/>
                        <a:pt x="63" y="98"/>
                        <a:pt x="63" y="108"/>
                      </a:cubicBezTo>
                      <a:cubicBezTo>
                        <a:pt x="62" y="119"/>
                        <a:pt x="60" y="129"/>
                        <a:pt x="59" y="139"/>
                      </a:cubicBezTo>
                      <a:cubicBezTo>
                        <a:pt x="59" y="144"/>
                        <a:pt x="59" y="149"/>
                        <a:pt x="59" y="154"/>
                      </a:cubicBezTo>
                      <a:cubicBezTo>
                        <a:pt x="59" y="159"/>
                        <a:pt x="60" y="164"/>
                        <a:pt x="62" y="169"/>
                      </a:cubicBezTo>
                      <a:cubicBezTo>
                        <a:pt x="66" y="178"/>
                        <a:pt x="74" y="185"/>
                        <a:pt x="82" y="192"/>
                      </a:cubicBezTo>
                      <a:cubicBezTo>
                        <a:pt x="86" y="195"/>
                        <a:pt x="90" y="198"/>
                        <a:pt x="93" y="202"/>
                      </a:cubicBezTo>
                      <a:cubicBezTo>
                        <a:pt x="97" y="205"/>
                        <a:pt x="100" y="209"/>
                        <a:pt x="103" y="214"/>
                      </a:cubicBezTo>
                      <a:cubicBezTo>
                        <a:pt x="100" y="209"/>
                        <a:pt x="97" y="206"/>
                        <a:pt x="93" y="202"/>
                      </a:cubicBezTo>
                      <a:cubicBezTo>
                        <a:pt x="89" y="199"/>
                        <a:pt x="85" y="196"/>
                        <a:pt x="81" y="193"/>
                      </a:cubicBezTo>
                      <a:cubicBezTo>
                        <a:pt x="73" y="186"/>
                        <a:pt x="64" y="179"/>
                        <a:pt x="60" y="170"/>
                      </a:cubicBezTo>
                      <a:cubicBezTo>
                        <a:pt x="57" y="165"/>
                        <a:pt x="56" y="160"/>
                        <a:pt x="55" y="155"/>
                      </a:cubicBezTo>
                      <a:cubicBezTo>
                        <a:pt x="55" y="149"/>
                        <a:pt x="55" y="144"/>
                        <a:pt x="55" y="139"/>
                      </a:cubicBezTo>
                      <a:cubicBezTo>
                        <a:pt x="55" y="128"/>
                        <a:pt x="56" y="118"/>
                        <a:pt x="56" y="108"/>
                      </a:cubicBezTo>
                      <a:cubicBezTo>
                        <a:pt x="56" y="98"/>
                        <a:pt x="56" y="88"/>
                        <a:pt x="52" y="80"/>
                      </a:cubicBezTo>
                      <a:cubicBezTo>
                        <a:pt x="51" y="77"/>
                        <a:pt x="50" y="76"/>
                        <a:pt x="48" y="74"/>
                      </a:cubicBezTo>
                      <a:cubicBezTo>
                        <a:pt x="47" y="72"/>
                        <a:pt x="45" y="70"/>
                        <a:pt x="43" y="68"/>
                      </a:cubicBezTo>
                      <a:cubicBezTo>
                        <a:pt x="40" y="64"/>
                        <a:pt x="37" y="60"/>
                        <a:pt x="33" y="57"/>
                      </a:cubicBezTo>
                      <a:cubicBezTo>
                        <a:pt x="26" y="49"/>
                        <a:pt x="19" y="41"/>
                        <a:pt x="13" y="32"/>
                      </a:cubicBezTo>
                      <a:cubicBezTo>
                        <a:pt x="7" y="23"/>
                        <a:pt x="3" y="13"/>
                        <a:pt x="0" y="2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4" name="Google Shape;3534;p20"/>
                <p:cNvSpPr/>
                <p:nvPr/>
              </p:nvSpPr>
              <p:spPr>
                <a:xfrm>
                  <a:off x="8292013" y="1295963"/>
                  <a:ext cx="703263" cy="709613"/>
                </a:xfrm>
                <a:custGeom>
                  <a:rect b="b" l="l" r="r" t="t"/>
                  <a:pathLst>
                    <a:path extrusionOk="0" h="188" w="187">
                      <a:moveTo>
                        <a:pt x="10" y="0"/>
                      </a:moveTo>
                      <a:cubicBezTo>
                        <a:pt x="14" y="7"/>
                        <a:pt x="15" y="13"/>
                        <a:pt x="17" y="19"/>
                      </a:cubicBezTo>
                      <a:cubicBezTo>
                        <a:pt x="19" y="25"/>
                        <a:pt x="21" y="30"/>
                        <a:pt x="24" y="35"/>
                      </a:cubicBezTo>
                      <a:cubicBezTo>
                        <a:pt x="27" y="41"/>
                        <a:pt x="30" y="46"/>
                        <a:pt x="34" y="50"/>
                      </a:cubicBezTo>
                      <a:cubicBezTo>
                        <a:pt x="36" y="52"/>
                        <a:pt x="38" y="53"/>
                        <a:pt x="40" y="55"/>
                      </a:cubicBezTo>
                      <a:cubicBezTo>
                        <a:pt x="42" y="56"/>
                        <a:pt x="45" y="57"/>
                        <a:pt x="48" y="58"/>
                      </a:cubicBezTo>
                      <a:cubicBezTo>
                        <a:pt x="59" y="62"/>
                        <a:pt x="71" y="62"/>
                        <a:pt x="84" y="63"/>
                      </a:cubicBezTo>
                      <a:cubicBezTo>
                        <a:pt x="90" y="63"/>
                        <a:pt x="96" y="64"/>
                        <a:pt x="103" y="65"/>
                      </a:cubicBezTo>
                      <a:cubicBezTo>
                        <a:pt x="106" y="65"/>
                        <a:pt x="109" y="66"/>
                        <a:pt x="112" y="67"/>
                      </a:cubicBezTo>
                      <a:cubicBezTo>
                        <a:pt x="116" y="68"/>
                        <a:pt x="119" y="70"/>
                        <a:pt x="121" y="73"/>
                      </a:cubicBezTo>
                      <a:cubicBezTo>
                        <a:pt x="123" y="76"/>
                        <a:pt x="125" y="79"/>
                        <a:pt x="127" y="82"/>
                      </a:cubicBezTo>
                      <a:cubicBezTo>
                        <a:pt x="128" y="85"/>
                        <a:pt x="129" y="88"/>
                        <a:pt x="130" y="91"/>
                      </a:cubicBezTo>
                      <a:cubicBezTo>
                        <a:pt x="132" y="97"/>
                        <a:pt x="133" y="104"/>
                        <a:pt x="134" y="110"/>
                      </a:cubicBezTo>
                      <a:cubicBezTo>
                        <a:pt x="135" y="113"/>
                        <a:pt x="136" y="116"/>
                        <a:pt x="137" y="118"/>
                      </a:cubicBezTo>
                      <a:cubicBezTo>
                        <a:pt x="138" y="121"/>
                        <a:pt x="139" y="124"/>
                        <a:pt x="140" y="127"/>
                      </a:cubicBezTo>
                      <a:cubicBezTo>
                        <a:pt x="141" y="129"/>
                        <a:pt x="143" y="131"/>
                        <a:pt x="146" y="132"/>
                      </a:cubicBezTo>
                      <a:cubicBezTo>
                        <a:pt x="148" y="134"/>
                        <a:pt x="151" y="134"/>
                        <a:pt x="154" y="134"/>
                      </a:cubicBezTo>
                      <a:cubicBezTo>
                        <a:pt x="161" y="135"/>
                        <a:pt x="167" y="135"/>
                        <a:pt x="173" y="138"/>
                      </a:cubicBezTo>
                      <a:cubicBezTo>
                        <a:pt x="175" y="138"/>
                        <a:pt x="176" y="139"/>
                        <a:pt x="177" y="140"/>
                      </a:cubicBezTo>
                      <a:cubicBezTo>
                        <a:pt x="179" y="141"/>
                        <a:pt x="180" y="142"/>
                        <a:pt x="181" y="143"/>
                      </a:cubicBezTo>
                      <a:cubicBezTo>
                        <a:pt x="183" y="144"/>
                        <a:pt x="184" y="146"/>
                        <a:pt x="184" y="148"/>
                      </a:cubicBezTo>
                      <a:cubicBezTo>
                        <a:pt x="184" y="149"/>
                        <a:pt x="184" y="151"/>
                        <a:pt x="184" y="152"/>
                      </a:cubicBezTo>
                      <a:cubicBezTo>
                        <a:pt x="183" y="159"/>
                        <a:pt x="181" y="165"/>
                        <a:pt x="181" y="171"/>
                      </a:cubicBezTo>
                      <a:cubicBezTo>
                        <a:pt x="182" y="177"/>
                        <a:pt x="184" y="183"/>
                        <a:pt x="187" y="188"/>
                      </a:cubicBezTo>
                      <a:cubicBezTo>
                        <a:pt x="184" y="183"/>
                        <a:pt x="181" y="177"/>
                        <a:pt x="181" y="171"/>
                      </a:cubicBezTo>
                      <a:cubicBezTo>
                        <a:pt x="180" y="165"/>
                        <a:pt x="181" y="158"/>
                        <a:pt x="182" y="152"/>
                      </a:cubicBezTo>
                      <a:cubicBezTo>
                        <a:pt x="183" y="149"/>
                        <a:pt x="182" y="146"/>
                        <a:pt x="180" y="144"/>
                      </a:cubicBezTo>
                      <a:cubicBezTo>
                        <a:pt x="179" y="144"/>
                        <a:pt x="178" y="143"/>
                        <a:pt x="176" y="142"/>
                      </a:cubicBezTo>
                      <a:cubicBezTo>
                        <a:pt x="175" y="141"/>
                        <a:pt x="174" y="140"/>
                        <a:pt x="172" y="140"/>
                      </a:cubicBezTo>
                      <a:cubicBezTo>
                        <a:pt x="167" y="138"/>
                        <a:pt x="161" y="138"/>
                        <a:pt x="154" y="137"/>
                      </a:cubicBezTo>
                      <a:cubicBezTo>
                        <a:pt x="151" y="137"/>
                        <a:pt x="148" y="137"/>
                        <a:pt x="144" y="136"/>
                      </a:cubicBezTo>
                      <a:cubicBezTo>
                        <a:pt x="141" y="134"/>
                        <a:pt x="139" y="132"/>
                        <a:pt x="137" y="129"/>
                      </a:cubicBezTo>
                      <a:cubicBezTo>
                        <a:pt x="135" y="126"/>
                        <a:pt x="134" y="123"/>
                        <a:pt x="133" y="120"/>
                      </a:cubicBezTo>
                      <a:cubicBezTo>
                        <a:pt x="132" y="117"/>
                        <a:pt x="131" y="114"/>
                        <a:pt x="130" y="111"/>
                      </a:cubicBezTo>
                      <a:cubicBezTo>
                        <a:pt x="128" y="105"/>
                        <a:pt x="127" y="98"/>
                        <a:pt x="125" y="93"/>
                      </a:cubicBezTo>
                      <a:cubicBezTo>
                        <a:pt x="123" y="87"/>
                        <a:pt x="120" y="82"/>
                        <a:pt x="117" y="77"/>
                      </a:cubicBezTo>
                      <a:cubicBezTo>
                        <a:pt x="113" y="74"/>
                        <a:pt x="108" y="72"/>
                        <a:pt x="102" y="71"/>
                      </a:cubicBezTo>
                      <a:cubicBezTo>
                        <a:pt x="96" y="71"/>
                        <a:pt x="90" y="71"/>
                        <a:pt x="83" y="71"/>
                      </a:cubicBezTo>
                      <a:cubicBezTo>
                        <a:pt x="71" y="70"/>
                        <a:pt x="58" y="71"/>
                        <a:pt x="45" y="67"/>
                      </a:cubicBezTo>
                      <a:cubicBezTo>
                        <a:pt x="42" y="66"/>
                        <a:pt x="38" y="65"/>
                        <a:pt x="35" y="63"/>
                      </a:cubicBezTo>
                      <a:cubicBezTo>
                        <a:pt x="32" y="61"/>
                        <a:pt x="29" y="59"/>
                        <a:pt x="27" y="57"/>
                      </a:cubicBezTo>
                      <a:cubicBezTo>
                        <a:pt x="22" y="52"/>
                        <a:pt x="18" y="46"/>
                        <a:pt x="15" y="41"/>
                      </a:cubicBezTo>
                      <a:cubicBezTo>
                        <a:pt x="11" y="35"/>
                        <a:pt x="9" y="29"/>
                        <a:pt x="7" y="23"/>
                      </a:cubicBezTo>
                      <a:cubicBezTo>
                        <a:pt x="4" y="17"/>
                        <a:pt x="2" y="11"/>
                        <a:pt x="0" y="7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5" name="Google Shape;3535;p20"/>
                <p:cNvSpPr/>
                <p:nvPr/>
              </p:nvSpPr>
              <p:spPr>
                <a:xfrm>
                  <a:off x="8117388" y="1383275"/>
                  <a:ext cx="109537" cy="222250"/>
                </a:xfrm>
                <a:custGeom>
                  <a:rect b="b" l="l" r="r" t="t"/>
                  <a:pathLst>
                    <a:path extrusionOk="0" h="59" w="29">
                      <a:moveTo>
                        <a:pt x="20" y="38"/>
                      </a:moveTo>
                      <a:cubicBezTo>
                        <a:pt x="15" y="26"/>
                        <a:pt x="13" y="13"/>
                        <a:pt x="1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8"/>
                        <a:pt x="2" y="15"/>
                        <a:pt x="3" y="22"/>
                      </a:cubicBezTo>
                      <a:cubicBezTo>
                        <a:pt x="5" y="29"/>
                        <a:pt x="7" y="36"/>
                        <a:pt x="10" y="43"/>
                      </a:cubicBezTo>
                      <a:cubicBezTo>
                        <a:pt x="13" y="48"/>
                        <a:pt x="16" y="54"/>
                        <a:pt x="19" y="59"/>
                      </a:cubicBezTo>
                      <a:cubicBezTo>
                        <a:pt x="23" y="58"/>
                        <a:pt x="26" y="57"/>
                        <a:pt x="29" y="55"/>
                      </a:cubicBezTo>
                      <a:cubicBezTo>
                        <a:pt x="26" y="50"/>
                        <a:pt x="22" y="44"/>
                        <a:pt x="20" y="3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6" name="Google Shape;3536;p20"/>
                <p:cNvSpPr/>
                <p:nvPr/>
              </p:nvSpPr>
              <p:spPr>
                <a:xfrm>
                  <a:off x="8234863" y="1394388"/>
                  <a:ext cx="98425" cy="146050"/>
                </a:xfrm>
                <a:custGeom>
                  <a:rect b="b" l="l" r="r" t="t"/>
                  <a:pathLst>
                    <a:path extrusionOk="0" h="39" w="26">
                      <a:moveTo>
                        <a:pt x="13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3"/>
                        <a:pt x="7" y="23"/>
                        <a:pt x="13" y="32"/>
                      </a:cubicBezTo>
                      <a:cubicBezTo>
                        <a:pt x="15" y="35"/>
                        <a:pt x="16" y="37"/>
                        <a:pt x="18" y="39"/>
                      </a:cubicBezTo>
                      <a:cubicBezTo>
                        <a:pt x="21" y="37"/>
                        <a:pt x="23" y="34"/>
                        <a:pt x="26" y="32"/>
                      </a:cubicBezTo>
                      <a:cubicBezTo>
                        <a:pt x="25" y="30"/>
                        <a:pt x="23" y="28"/>
                        <a:pt x="22" y="26"/>
                      </a:cubicBezTo>
                      <a:cubicBezTo>
                        <a:pt x="17" y="18"/>
                        <a:pt x="14" y="9"/>
                        <a:pt x="13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7" name="Google Shape;3537;p20"/>
                <p:cNvSpPr/>
                <p:nvPr/>
              </p:nvSpPr>
              <p:spPr>
                <a:xfrm>
                  <a:off x="8292013" y="1295963"/>
                  <a:ext cx="96838" cy="180975"/>
                </a:xfrm>
                <a:custGeom>
                  <a:rect b="b" l="l" r="r" t="t"/>
                  <a:pathLst>
                    <a:path extrusionOk="0" h="48" w="26">
                      <a:moveTo>
                        <a:pt x="24" y="35"/>
                      </a:moveTo>
                      <a:cubicBezTo>
                        <a:pt x="21" y="30"/>
                        <a:pt x="19" y="25"/>
                        <a:pt x="17" y="19"/>
                      </a:cubicBezTo>
                      <a:cubicBezTo>
                        <a:pt x="15" y="13"/>
                        <a:pt x="14" y="7"/>
                        <a:pt x="10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1"/>
                        <a:pt x="4" y="17"/>
                        <a:pt x="7" y="23"/>
                      </a:cubicBezTo>
                      <a:cubicBezTo>
                        <a:pt x="9" y="29"/>
                        <a:pt x="11" y="35"/>
                        <a:pt x="15" y="41"/>
                      </a:cubicBezTo>
                      <a:cubicBezTo>
                        <a:pt x="16" y="43"/>
                        <a:pt x="17" y="46"/>
                        <a:pt x="19" y="48"/>
                      </a:cubicBezTo>
                      <a:cubicBezTo>
                        <a:pt x="21" y="45"/>
                        <a:pt x="24" y="42"/>
                        <a:pt x="26" y="38"/>
                      </a:cubicBezTo>
                      <a:cubicBezTo>
                        <a:pt x="25" y="37"/>
                        <a:pt x="25" y="36"/>
                        <a:pt x="24" y="3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8" name="Google Shape;3538;p20"/>
                <p:cNvSpPr/>
                <p:nvPr/>
              </p:nvSpPr>
              <p:spPr>
                <a:xfrm>
                  <a:off x="7801475" y="432363"/>
                  <a:ext cx="82550" cy="169863"/>
                </a:xfrm>
                <a:custGeom>
                  <a:rect b="b" l="l" r="r" t="t"/>
                  <a:pathLst>
                    <a:path extrusionOk="0" h="107" w="52">
                      <a:moveTo>
                        <a:pt x="28" y="107"/>
                      </a:moveTo>
                      <a:lnTo>
                        <a:pt x="0" y="0"/>
                      </a:lnTo>
                      <a:lnTo>
                        <a:pt x="52" y="100"/>
                      </a:lnTo>
                      <a:lnTo>
                        <a:pt x="28" y="1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9" name="Google Shape;3539;p20"/>
                <p:cNvSpPr/>
                <p:nvPr/>
              </p:nvSpPr>
              <p:spPr>
                <a:xfrm>
                  <a:off x="7598275" y="481575"/>
                  <a:ext cx="203200" cy="192088"/>
                </a:xfrm>
                <a:custGeom>
                  <a:rect b="b" l="l" r="r" t="t"/>
                  <a:pathLst>
                    <a:path extrusionOk="0" h="121" w="128">
                      <a:moveTo>
                        <a:pt x="128" y="97"/>
                      </a:moveTo>
                      <a:lnTo>
                        <a:pt x="0" y="0"/>
                      </a:lnTo>
                      <a:lnTo>
                        <a:pt x="116" y="121"/>
                      </a:lnTo>
                      <a:lnTo>
                        <a:pt x="128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0" name="Google Shape;3540;p20"/>
                <p:cNvSpPr/>
                <p:nvPr/>
              </p:nvSpPr>
              <p:spPr>
                <a:xfrm>
                  <a:off x="7620500" y="708588"/>
                  <a:ext cx="123825" cy="52388"/>
                </a:xfrm>
                <a:custGeom>
                  <a:rect b="b" l="l" r="r" t="t"/>
                  <a:pathLst>
                    <a:path extrusionOk="0" h="33" w="78">
                      <a:moveTo>
                        <a:pt x="78" y="11"/>
                      </a:moveTo>
                      <a:lnTo>
                        <a:pt x="0" y="0"/>
                      </a:lnTo>
                      <a:lnTo>
                        <a:pt x="78" y="33"/>
                      </a:lnTo>
                      <a:lnTo>
                        <a:pt x="78" y="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1" name="Google Shape;3541;p20"/>
                <p:cNvSpPr/>
                <p:nvPr/>
              </p:nvSpPr>
              <p:spPr>
                <a:xfrm>
                  <a:off x="7491913" y="835588"/>
                  <a:ext cx="265113" cy="65088"/>
                </a:xfrm>
                <a:custGeom>
                  <a:rect b="b" l="l" r="r" t="t"/>
                  <a:pathLst>
                    <a:path extrusionOk="0" h="41" w="167">
                      <a:moveTo>
                        <a:pt x="159" y="0"/>
                      </a:moveTo>
                      <a:lnTo>
                        <a:pt x="0" y="41"/>
                      </a:lnTo>
                      <a:lnTo>
                        <a:pt x="167" y="26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2" name="Google Shape;3542;p20"/>
                <p:cNvSpPr/>
                <p:nvPr/>
              </p:nvSpPr>
              <p:spPr>
                <a:xfrm>
                  <a:off x="7944350" y="372038"/>
                  <a:ext cx="38100" cy="207963"/>
                </a:xfrm>
                <a:custGeom>
                  <a:rect b="b" l="l" r="r" t="t"/>
                  <a:pathLst>
                    <a:path extrusionOk="0" h="131" w="24">
                      <a:moveTo>
                        <a:pt x="0" y="128"/>
                      </a:moveTo>
                      <a:lnTo>
                        <a:pt x="22" y="0"/>
                      </a:lnTo>
                      <a:lnTo>
                        <a:pt x="24" y="131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3" name="Google Shape;3543;p20"/>
                <p:cNvSpPr/>
                <p:nvPr/>
              </p:nvSpPr>
              <p:spPr>
                <a:xfrm>
                  <a:off x="8057063" y="511738"/>
                  <a:ext cx="169863" cy="196850"/>
                </a:xfrm>
                <a:custGeom>
                  <a:rect b="b" l="l" r="r" t="t"/>
                  <a:pathLst>
                    <a:path extrusionOk="0" h="124" w="107">
                      <a:moveTo>
                        <a:pt x="0" y="97"/>
                      </a:moveTo>
                      <a:lnTo>
                        <a:pt x="107" y="0"/>
                      </a:lnTo>
                      <a:lnTo>
                        <a:pt x="7" y="124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4" name="Google Shape;3544;p20"/>
                <p:cNvSpPr/>
                <p:nvPr/>
              </p:nvSpPr>
              <p:spPr>
                <a:xfrm>
                  <a:off x="8012613" y="541900"/>
                  <a:ext cx="63500" cy="79375"/>
                </a:xfrm>
                <a:custGeom>
                  <a:rect b="b" l="l" r="r" t="t"/>
                  <a:pathLst>
                    <a:path extrusionOk="0" h="50" w="40">
                      <a:moveTo>
                        <a:pt x="0" y="38"/>
                      </a:moveTo>
                      <a:lnTo>
                        <a:pt x="40" y="0"/>
                      </a:lnTo>
                      <a:lnTo>
                        <a:pt x="12" y="5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5" name="Google Shape;3545;p20"/>
                <p:cNvSpPr/>
                <p:nvPr/>
              </p:nvSpPr>
              <p:spPr>
                <a:xfrm>
                  <a:off x="7880850" y="527613"/>
                  <a:ext cx="33338" cy="52388"/>
                </a:xfrm>
                <a:custGeom>
                  <a:rect b="b" l="l" r="r" t="t"/>
                  <a:pathLst>
                    <a:path extrusionOk="0" h="33" w="21">
                      <a:moveTo>
                        <a:pt x="7" y="33"/>
                      </a:moveTo>
                      <a:lnTo>
                        <a:pt x="0" y="0"/>
                      </a:lnTo>
                      <a:lnTo>
                        <a:pt x="21" y="33"/>
                      </a:lnTo>
                      <a:lnTo>
                        <a:pt x="7" y="3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6" name="Google Shape;3546;p20"/>
                <p:cNvSpPr/>
                <p:nvPr/>
              </p:nvSpPr>
              <p:spPr>
                <a:xfrm>
                  <a:off x="8095163" y="695888"/>
                  <a:ext cx="222250" cy="114300"/>
                </a:xfrm>
                <a:custGeom>
                  <a:rect b="b" l="l" r="r" t="t"/>
                  <a:pathLst>
                    <a:path extrusionOk="0" h="72" w="140">
                      <a:moveTo>
                        <a:pt x="0" y="48"/>
                      </a:moveTo>
                      <a:lnTo>
                        <a:pt x="140" y="0"/>
                      </a:lnTo>
                      <a:lnTo>
                        <a:pt x="14" y="72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7" name="Google Shape;3547;p20"/>
                <p:cNvSpPr/>
                <p:nvPr/>
              </p:nvSpPr>
              <p:spPr>
                <a:xfrm>
                  <a:off x="8095163" y="651438"/>
                  <a:ext cx="117475" cy="87313"/>
                </a:xfrm>
                <a:custGeom>
                  <a:rect b="b" l="l" r="r" t="t"/>
                  <a:pathLst>
                    <a:path extrusionOk="0" h="55" w="74">
                      <a:moveTo>
                        <a:pt x="0" y="40"/>
                      </a:moveTo>
                      <a:lnTo>
                        <a:pt x="74" y="0"/>
                      </a:lnTo>
                      <a:lnTo>
                        <a:pt x="5" y="55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8" name="Google Shape;3548;p20"/>
                <p:cNvSpPr/>
                <p:nvPr/>
              </p:nvSpPr>
              <p:spPr>
                <a:xfrm>
                  <a:off x="7688763" y="903850"/>
                  <a:ext cx="90488" cy="41275"/>
                </a:xfrm>
                <a:custGeom>
                  <a:rect b="b" l="l" r="r" t="t"/>
                  <a:pathLst>
                    <a:path extrusionOk="0" h="26" w="57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7" y="21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9" name="Google Shape;3549;p20"/>
                <p:cNvSpPr/>
                <p:nvPr/>
              </p:nvSpPr>
              <p:spPr>
                <a:xfrm>
                  <a:off x="7582400" y="1076888"/>
                  <a:ext cx="260350" cy="174625"/>
                </a:xfrm>
                <a:custGeom>
                  <a:rect b="b" l="l" r="r" t="t"/>
                  <a:pathLst>
                    <a:path extrusionOk="0" h="110" w="164">
                      <a:moveTo>
                        <a:pt x="152" y="0"/>
                      </a:moveTo>
                      <a:lnTo>
                        <a:pt x="0" y="110"/>
                      </a:lnTo>
                      <a:lnTo>
                        <a:pt x="164" y="36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0" name="Google Shape;3550;p20"/>
                <p:cNvSpPr/>
                <p:nvPr/>
              </p:nvSpPr>
              <p:spPr>
                <a:xfrm>
                  <a:off x="7620500" y="986400"/>
                  <a:ext cx="180975" cy="84138"/>
                </a:xfrm>
                <a:custGeom>
                  <a:rect b="b" l="l" r="r" t="t"/>
                  <a:pathLst>
                    <a:path extrusionOk="0" h="53" w="114">
                      <a:moveTo>
                        <a:pt x="114" y="19"/>
                      </a:moveTo>
                      <a:lnTo>
                        <a:pt x="0" y="53"/>
                      </a:lnTo>
                      <a:lnTo>
                        <a:pt x="112" y="0"/>
                      </a:lnTo>
                      <a:lnTo>
                        <a:pt x="114" y="1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1" name="Google Shape;3551;p20"/>
                <p:cNvSpPr/>
                <p:nvPr/>
              </p:nvSpPr>
              <p:spPr>
                <a:xfrm>
                  <a:off x="8155488" y="829238"/>
                  <a:ext cx="98425" cy="90488"/>
                </a:xfrm>
                <a:custGeom>
                  <a:rect b="b" l="l" r="r" t="t"/>
                  <a:pathLst>
                    <a:path extrusionOk="0" h="57" w="62">
                      <a:moveTo>
                        <a:pt x="0" y="42"/>
                      </a:moveTo>
                      <a:lnTo>
                        <a:pt x="62" y="0"/>
                      </a:lnTo>
                      <a:lnTo>
                        <a:pt x="10" y="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2" name="Google Shape;3552;p20"/>
                <p:cNvSpPr/>
                <p:nvPr/>
              </p:nvSpPr>
              <p:spPr>
                <a:xfrm>
                  <a:off x="8193588" y="862575"/>
                  <a:ext cx="236538" cy="161925"/>
                </a:xfrm>
                <a:custGeom>
                  <a:rect b="b" l="l" r="r" t="t"/>
                  <a:pathLst>
                    <a:path extrusionOk="0" h="102" w="149">
                      <a:moveTo>
                        <a:pt x="0" y="71"/>
                      </a:moveTo>
                      <a:lnTo>
                        <a:pt x="149" y="0"/>
                      </a:lnTo>
                      <a:lnTo>
                        <a:pt x="21" y="102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3" name="Google Shape;3553;p20"/>
                <p:cNvSpPr/>
                <p:nvPr/>
              </p:nvSpPr>
              <p:spPr>
                <a:xfrm>
                  <a:off x="7793538" y="1183250"/>
                  <a:ext cx="98425" cy="38100"/>
                </a:xfrm>
                <a:custGeom>
                  <a:rect b="b" l="l" r="r" t="t"/>
                  <a:pathLst>
                    <a:path extrusionOk="0" h="24" w="62">
                      <a:moveTo>
                        <a:pt x="52" y="0"/>
                      </a:moveTo>
                      <a:lnTo>
                        <a:pt x="0" y="21"/>
                      </a:lnTo>
                      <a:lnTo>
                        <a:pt x="62" y="24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4" name="Google Shape;3554;p20"/>
                <p:cNvSpPr/>
                <p:nvPr/>
              </p:nvSpPr>
              <p:spPr>
                <a:xfrm>
                  <a:off x="7815763" y="1311838"/>
                  <a:ext cx="155575" cy="211138"/>
                </a:xfrm>
                <a:custGeom>
                  <a:rect b="b" l="l" r="r" t="t"/>
                  <a:pathLst>
                    <a:path extrusionOk="0" h="133" w="98">
                      <a:moveTo>
                        <a:pt x="86" y="0"/>
                      </a:moveTo>
                      <a:lnTo>
                        <a:pt x="0" y="133"/>
                      </a:lnTo>
                      <a:lnTo>
                        <a:pt x="98" y="21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5" name="Google Shape;3555;p20"/>
                <p:cNvSpPr/>
                <p:nvPr/>
              </p:nvSpPr>
              <p:spPr>
                <a:xfrm>
                  <a:off x="8284075" y="1032438"/>
                  <a:ext cx="233363" cy="109538"/>
                </a:xfrm>
                <a:custGeom>
                  <a:rect b="b" l="l" r="r" t="t"/>
                  <a:pathLst>
                    <a:path extrusionOk="0" h="69" w="147">
                      <a:moveTo>
                        <a:pt x="0" y="45"/>
                      </a:moveTo>
                      <a:lnTo>
                        <a:pt x="147" y="0"/>
                      </a:lnTo>
                      <a:lnTo>
                        <a:pt x="16" y="69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6" name="Google Shape;3556;p20"/>
                <p:cNvSpPr/>
                <p:nvPr/>
              </p:nvSpPr>
              <p:spPr>
                <a:xfrm>
                  <a:off x="8347575" y="1213413"/>
                  <a:ext cx="161925" cy="52388"/>
                </a:xfrm>
                <a:custGeom>
                  <a:rect b="b" l="l" r="r" t="t"/>
                  <a:pathLst>
                    <a:path extrusionOk="0" h="33" w="102">
                      <a:moveTo>
                        <a:pt x="0" y="24"/>
                      </a:moveTo>
                      <a:lnTo>
                        <a:pt x="102" y="33"/>
                      </a:lnTo>
                      <a:lnTo>
                        <a:pt x="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7" name="Google Shape;3557;p20"/>
                <p:cNvSpPr/>
                <p:nvPr/>
              </p:nvSpPr>
              <p:spPr>
                <a:xfrm>
                  <a:off x="8257088" y="1021325"/>
                  <a:ext cx="82550" cy="66675"/>
                </a:xfrm>
                <a:custGeom>
                  <a:rect b="b" l="l" r="r" t="t"/>
                  <a:pathLst>
                    <a:path extrusionOk="0" h="42" w="52">
                      <a:moveTo>
                        <a:pt x="0" y="31"/>
                      </a:moveTo>
                      <a:lnTo>
                        <a:pt x="52" y="0"/>
                      </a:lnTo>
                      <a:lnTo>
                        <a:pt x="12" y="4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8" name="Google Shape;3558;p20"/>
                <p:cNvSpPr/>
                <p:nvPr/>
              </p:nvSpPr>
              <p:spPr>
                <a:xfrm>
                  <a:off x="7845925" y="1273738"/>
                  <a:ext cx="98425" cy="71438"/>
                </a:xfrm>
                <a:custGeom>
                  <a:rect b="b" l="l" r="r" t="t"/>
                  <a:pathLst>
                    <a:path extrusionOk="0" h="45" w="62">
                      <a:moveTo>
                        <a:pt x="57" y="0"/>
                      </a:moveTo>
                      <a:lnTo>
                        <a:pt x="0" y="45"/>
                      </a:lnTo>
                      <a:lnTo>
                        <a:pt x="62" y="14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9" name="Google Shape;3559;p20"/>
                <p:cNvSpPr/>
                <p:nvPr/>
              </p:nvSpPr>
              <p:spPr>
                <a:xfrm>
                  <a:off x="7922125" y="1386450"/>
                  <a:ext cx="131763" cy="192088"/>
                </a:xfrm>
                <a:custGeom>
                  <a:rect b="b" l="l" r="r" t="t"/>
                  <a:pathLst>
                    <a:path extrusionOk="0" h="121" w="83">
                      <a:moveTo>
                        <a:pt x="62" y="0"/>
                      </a:moveTo>
                      <a:lnTo>
                        <a:pt x="0" y="121"/>
                      </a:lnTo>
                      <a:lnTo>
                        <a:pt x="83" y="1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0" name="Google Shape;3560;p20"/>
                <p:cNvSpPr/>
                <p:nvPr/>
              </p:nvSpPr>
              <p:spPr>
                <a:xfrm>
                  <a:off x="8065000" y="1432488"/>
                  <a:ext cx="38100" cy="66675"/>
                </a:xfrm>
                <a:custGeom>
                  <a:rect b="b" l="l" r="r" t="t"/>
                  <a:pathLst>
                    <a:path extrusionOk="0" h="42" w="24">
                      <a:moveTo>
                        <a:pt x="12" y="0"/>
                      </a:moveTo>
                      <a:lnTo>
                        <a:pt x="0" y="42"/>
                      </a:lnTo>
                      <a:lnTo>
                        <a:pt x="24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1" name="Google Shape;3561;p20"/>
                <p:cNvSpPr/>
                <p:nvPr/>
              </p:nvSpPr>
              <p:spPr>
                <a:xfrm>
                  <a:off x="8325350" y="1081650"/>
                  <a:ext cx="260350" cy="96838"/>
                </a:xfrm>
                <a:custGeom>
                  <a:rect b="b" l="l" r="r" t="t"/>
                  <a:pathLst>
                    <a:path extrusionOk="0" h="61" w="164">
                      <a:moveTo>
                        <a:pt x="0" y="47"/>
                      </a:moveTo>
                      <a:lnTo>
                        <a:pt x="164" y="0"/>
                      </a:lnTo>
                      <a:lnTo>
                        <a:pt x="5" y="61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2" name="Google Shape;3562;p20"/>
                <p:cNvSpPr/>
                <p:nvPr/>
              </p:nvSpPr>
              <p:spPr>
                <a:xfrm>
                  <a:off x="7831638" y="538725"/>
                  <a:ext cx="52388" cy="63500"/>
                </a:xfrm>
                <a:custGeom>
                  <a:rect b="b" l="l" r="r" t="t"/>
                  <a:pathLst>
                    <a:path extrusionOk="0" h="17" w="14">
                      <a:moveTo>
                        <a:pt x="14" y="1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4" y="17"/>
                        <a:pt x="4" y="17"/>
                        <a:pt x="4" y="17"/>
                      </a:cubicBezTo>
                      <a:lnTo>
                        <a:pt x="1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3" name="Google Shape;3563;p20"/>
                <p:cNvSpPr/>
                <p:nvPr/>
              </p:nvSpPr>
              <p:spPr>
                <a:xfrm>
                  <a:off x="7741150" y="605400"/>
                  <a:ext cx="60325" cy="68262"/>
                </a:xfrm>
                <a:custGeom>
                  <a:rect b="b" l="l" r="r" t="t"/>
                  <a:pathLst>
                    <a:path extrusionOk="0" h="18" w="16">
                      <a:moveTo>
                        <a:pt x="16" y="8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2"/>
                        <a:pt x="2" y="5"/>
                        <a:pt x="0" y="7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lnTo>
                        <a:pt x="16" y="8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4" name="Google Shape;3564;p20"/>
                <p:cNvSpPr/>
                <p:nvPr/>
              </p:nvSpPr>
              <p:spPr>
                <a:xfrm>
                  <a:off x="7696700" y="719700"/>
                  <a:ext cx="47625" cy="41275"/>
                </a:xfrm>
                <a:custGeom>
                  <a:rect b="b" l="l" r="r" t="t"/>
                  <a:pathLst>
                    <a:path extrusionOk="0" h="11" w="13">
                      <a:moveTo>
                        <a:pt x="13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5" name="Google Shape;3565;p20"/>
                <p:cNvSpPr/>
                <p:nvPr/>
              </p:nvSpPr>
              <p:spPr>
                <a:xfrm>
                  <a:off x="7696700" y="835588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3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1" y="9"/>
                        <a:pt x="2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6" name="Google Shape;3566;p20"/>
                <p:cNvSpPr/>
                <p:nvPr/>
              </p:nvSpPr>
              <p:spPr>
                <a:xfrm>
                  <a:off x="7944350" y="522850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0" y="15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14"/>
                        <a:pt x="0" y="14"/>
                        <a:pt x="0" y="14"/>
                      </a:cubicBezTo>
                      <a:lnTo>
                        <a:pt x="10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7" name="Google Shape;3567;p20"/>
                <p:cNvSpPr/>
                <p:nvPr/>
              </p:nvSpPr>
              <p:spPr>
                <a:xfrm>
                  <a:off x="8057063" y="624450"/>
                  <a:ext cx="60325" cy="84138"/>
                </a:xfrm>
                <a:custGeom>
                  <a:rect b="b" l="l" r="r" t="t"/>
                  <a:pathLst>
                    <a:path extrusionOk="0" h="22" w="16">
                      <a:moveTo>
                        <a:pt x="3" y="22"/>
                      </a:move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4" y="4"/>
                        <a:pt x="13" y="2"/>
                        <a:pt x="12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lnTo>
                        <a:pt x="3" y="2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8" name="Google Shape;3568;p20"/>
                <p:cNvSpPr/>
                <p:nvPr/>
              </p:nvSpPr>
              <p:spPr>
                <a:xfrm>
                  <a:off x="8012613" y="564125"/>
                  <a:ext cx="49213" cy="57150"/>
                </a:xfrm>
                <a:custGeom>
                  <a:rect b="b" l="l" r="r" t="t"/>
                  <a:pathLst>
                    <a:path extrusionOk="0" h="15" w="13">
                      <a:moveTo>
                        <a:pt x="5" y="15"/>
                      </a:move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0" y="10"/>
                        <a:pt x="0" y="10"/>
                        <a:pt x="0" y="10"/>
                      </a:cubicBezTo>
                      <a:lnTo>
                        <a:pt x="5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9" name="Google Shape;3569;p20"/>
                <p:cNvSpPr/>
                <p:nvPr/>
              </p:nvSpPr>
              <p:spPr>
                <a:xfrm>
                  <a:off x="7880850" y="530788"/>
                  <a:ext cx="33338" cy="49213"/>
                </a:xfrm>
                <a:custGeom>
                  <a:rect b="b" l="l" r="r" t="t"/>
                  <a:pathLst>
                    <a:path extrusionOk="0" h="31" w="21">
                      <a:moveTo>
                        <a:pt x="21" y="31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31"/>
                      </a:lnTo>
                      <a:lnTo>
                        <a:pt x="21" y="31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0" name="Google Shape;3570;p20"/>
                <p:cNvSpPr/>
                <p:nvPr/>
              </p:nvSpPr>
              <p:spPr>
                <a:xfrm>
                  <a:off x="8095163" y="753038"/>
                  <a:ext cx="71437" cy="57150"/>
                </a:xfrm>
                <a:custGeom>
                  <a:rect b="b" l="l" r="r" t="t"/>
                  <a:pathLst>
                    <a:path extrusionOk="0" h="15" w="19">
                      <a:moveTo>
                        <a:pt x="6" y="15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6"/>
                        <a:pt x="18" y="4"/>
                        <a:pt x="17" y="2"/>
                      </a:cubicBezTo>
                      <a:cubicBezTo>
                        <a:pt x="17" y="1"/>
                        <a:pt x="16" y="1"/>
                        <a:pt x="16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lnTo>
                        <a:pt x="6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1" name="Google Shape;3571;p20"/>
                <p:cNvSpPr/>
                <p:nvPr/>
              </p:nvSpPr>
              <p:spPr>
                <a:xfrm>
                  <a:off x="8095163" y="692713"/>
                  <a:ext cx="46037" cy="46037"/>
                </a:xfrm>
                <a:custGeom>
                  <a:rect b="b" l="l" r="r" t="t"/>
                  <a:pathLst>
                    <a:path extrusionOk="0" h="12" w="12">
                      <a:moveTo>
                        <a:pt x="2" y="12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3"/>
                        <a:pt x="11" y="2"/>
                        <a:pt x="1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2" name="Google Shape;3572;p20"/>
                <p:cNvSpPr/>
                <p:nvPr/>
              </p:nvSpPr>
              <p:spPr>
                <a:xfrm>
                  <a:off x="7714163" y="903850"/>
                  <a:ext cx="65088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9"/>
                        <a:pt x="1" y="10"/>
                      </a:cubicBezTo>
                      <a:cubicBezTo>
                        <a:pt x="17" y="9"/>
                        <a:pt x="17" y="9"/>
                        <a:pt x="17" y="9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3" name="Google Shape;3573;p20"/>
                <p:cNvSpPr/>
                <p:nvPr/>
              </p:nvSpPr>
              <p:spPr>
                <a:xfrm>
                  <a:off x="7782425" y="1076888"/>
                  <a:ext cx="60325" cy="76200"/>
                </a:xfrm>
                <a:custGeom>
                  <a:rect b="b" l="l" r="r" t="t"/>
                  <a:pathLst>
                    <a:path extrusionOk="0" h="20" w="16">
                      <a:moveTo>
                        <a:pt x="11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2"/>
                        <a:pt x="3" y="16"/>
                        <a:pt x="5" y="20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4" name="Google Shape;3574;p20"/>
                <p:cNvSpPr/>
                <p:nvPr/>
              </p:nvSpPr>
              <p:spPr>
                <a:xfrm>
                  <a:off x="7741150" y="986400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5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8"/>
                        <a:pt x="1" y="9"/>
                        <a:pt x="2" y="10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6" y="8"/>
                        <a:pt x="16" y="8"/>
                        <a:pt x="16" y="8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5" name="Google Shape;3575;p20"/>
                <p:cNvSpPr/>
                <p:nvPr/>
              </p:nvSpPr>
              <p:spPr>
                <a:xfrm>
                  <a:off x="8155488" y="865750"/>
                  <a:ext cx="52388" cy="53975"/>
                </a:xfrm>
                <a:custGeom>
                  <a:rect b="b" l="l" r="r" t="t"/>
                  <a:pathLst>
                    <a:path extrusionOk="0" h="14" w="14">
                      <a:moveTo>
                        <a:pt x="4" y="14"/>
                      </a:move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3" y="1"/>
                        <a:pt x="12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6" name="Google Shape;3576;p20"/>
                <p:cNvSpPr/>
                <p:nvPr/>
              </p:nvSpPr>
              <p:spPr>
                <a:xfrm>
                  <a:off x="8193588" y="953063"/>
                  <a:ext cx="74613" cy="71437"/>
                </a:xfrm>
                <a:custGeom>
                  <a:rect b="b" l="l" r="r" t="t"/>
                  <a:pathLst>
                    <a:path extrusionOk="0" h="19" w="20">
                      <a:moveTo>
                        <a:pt x="9" y="19"/>
                      </a:move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8" y="7"/>
                        <a:pt x="16" y="3"/>
                        <a:pt x="14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7" name="Google Shape;3577;p20"/>
                <p:cNvSpPr/>
                <p:nvPr/>
              </p:nvSpPr>
              <p:spPr>
                <a:xfrm>
                  <a:off x="7828463" y="1183250"/>
                  <a:ext cx="63500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7"/>
                        <a:pt x="2" y="8"/>
                        <a:pt x="2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8" name="Google Shape;3578;p20"/>
                <p:cNvSpPr/>
                <p:nvPr/>
              </p:nvSpPr>
              <p:spPr>
                <a:xfrm>
                  <a:off x="7922125" y="1311838"/>
                  <a:ext cx="49213" cy="63500"/>
                </a:xfrm>
                <a:custGeom>
                  <a:rect b="b" l="l" r="r" t="t"/>
                  <a:pathLst>
                    <a:path extrusionOk="0" h="17" w="13">
                      <a:moveTo>
                        <a:pt x="8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13"/>
                        <a:pt x="2" y="14"/>
                        <a:pt x="3" y="15"/>
                      </a:cubicBezTo>
                      <a:cubicBezTo>
                        <a:pt x="4" y="16"/>
                        <a:pt x="4" y="17"/>
                        <a:pt x="5" y="17"/>
                      </a:cubicBezTo>
                      <a:cubicBezTo>
                        <a:pt x="13" y="9"/>
                        <a:pt x="13" y="9"/>
                        <a:pt x="13" y="9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9" name="Google Shape;3579;p20"/>
                <p:cNvSpPr/>
                <p:nvPr/>
              </p:nvSpPr>
              <p:spPr>
                <a:xfrm>
                  <a:off x="8284075" y="1088000"/>
                  <a:ext cx="71437" cy="53975"/>
                </a:xfrm>
                <a:custGeom>
                  <a:rect b="b" l="l" r="r" t="t"/>
                  <a:pathLst>
                    <a:path extrusionOk="0" h="14" w="19">
                      <a:moveTo>
                        <a:pt x="7" y="14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5"/>
                        <a:pt x="16" y="2"/>
                        <a:pt x="14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0" name="Google Shape;3580;p20"/>
                <p:cNvSpPr/>
                <p:nvPr/>
              </p:nvSpPr>
              <p:spPr>
                <a:xfrm>
                  <a:off x="8347575" y="1213413"/>
                  <a:ext cx="57150" cy="41275"/>
                </a:xfrm>
                <a:custGeom>
                  <a:rect b="b" l="l" r="r" t="t"/>
                  <a:pathLst>
                    <a:path extrusionOk="0" h="11" w="15">
                      <a:moveTo>
                        <a:pt x="0" y="10"/>
                      </a:move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5" y="10"/>
                        <a:pt x="15" y="9"/>
                      </a:cubicBezTo>
                      <a:cubicBezTo>
                        <a:pt x="15" y="7"/>
                        <a:pt x="15" y="6"/>
                        <a:pt x="14" y="5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1" name="Google Shape;3581;p20"/>
                <p:cNvSpPr/>
                <p:nvPr/>
              </p:nvSpPr>
              <p:spPr>
                <a:xfrm>
                  <a:off x="8257088" y="1043550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5" y="12"/>
                      </a:move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3" y="1"/>
                        <a:pt x="12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2" name="Google Shape;3582;p20"/>
                <p:cNvSpPr/>
                <p:nvPr/>
              </p:nvSpPr>
              <p:spPr>
                <a:xfrm>
                  <a:off x="7891963" y="1273738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12" y="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0"/>
                        <a:pt x="1" y="11"/>
                        <a:pt x="2" y="12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3" name="Google Shape;3583;p20"/>
                <p:cNvSpPr/>
                <p:nvPr/>
              </p:nvSpPr>
              <p:spPr>
                <a:xfrm>
                  <a:off x="7996738" y="1386450"/>
                  <a:ext cx="57150" cy="63500"/>
                </a:xfrm>
                <a:custGeom>
                  <a:rect b="b" l="l" r="r" t="t"/>
                  <a:pathLst>
                    <a:path extrusionOk="0" h="17" w="15">
                      <a:moveTo>
                        <a:pt x="6" y="0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2" y="14"/>
                        <a:pt x="4" y="15"/>
                        <a:pt x="6" y="17"/>
                      </a:cubicBezTo>
                      <a:cubicBezTo>
                        <a:pt x="15" y="5"/>
                        <a:pt x="15" y="5"/>
                        <a:pt x="15" y="5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4" name="Google Shape;3584;p20"/>
                <p:cNvSpPr/>
                <p:nvPr/>
              </p:nvSpPr>
              <p:spPr>
                <a:xfrm>
                  <a:off x="8068175" y="1432488"/>
                  <a:ext cx="34925" cy="47625"/>
                </a:xfrm>
                <a:custGeom>
                  <a:rect b="b" l="l" r="r" t="t"/>
                  <a:pathLst>
                    <a:path extrusionOk="0" h="13" w="9">
                      <a:moveTo>
                        <a:pt x="4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1" y="13"/>
                        <a:pt x="2" y="13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5" name="Google Shape;3585;p20"/>
                <p:cNvSpPr/>
                <p:nvPr/>
              </p:nvSpPr>
              <p:spPr>
                <a:xfrm>
                  <a:off x="8325350" y="1141975"/>
                  <a:ext cx="55563" cy="36513"/>
                </a:xfrm>
                <a:custGeom>
                  <a:rect b="b" l="l" r="r" t="t"/>
                  <a:pathLst>
                    <a:path extrusionOk="0" h="10" w="15">
                      <a:moveTo>
                        <a:pt x="2" y="10"/>
                      </a:move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4" y="3"/>
                        <a:pt x="13" y="2"/>
                        <a:pt x="12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6" name="Google Shape;3586;p20"/>
                <p:cNvSpPr/>
                <p:nvPr/>
              </p:nvSpPr>
              <p:spPr>
                <a:xfrm>
                  <a:off x="7710988" y="522850"/>
                  <a:ext cx="682625" cy="973137"/>
                </a:xfrm>
                <a:custGeom>
                  <a:rect b="b" l="l" r="r" t="t"/>
                  <a:pathLst>
                    <a:path extrusionOk="0" h="258" w="181">
                      <a:moveTo>
                        <a:pt x="69" y="218"/>
                      </a:moveTo>
                      <a:cubicBezTo>
                        <a:pt x="100" y="258"/>
                        <a:pt x="129" y="253"/>
                        <a:pt x="152" y="231"/>
                      </a:cubicBezTo>
                      <a:cubicBezTo>
                        <a:pt x="181" y="204"/>
                        <a:pt x="175" y="181"/>
                        <a:pt x="156" y="156"/>
                      </a:cubicBezTo>
                      <a:cubicBezTo>
                        <a:pt x="132" y="124"/>
                        <a:pt x="118" y="98"/>
                        <a:pt x="102" y="51"/>
                      </a:cubicBezTo>
                      <a:cubicBezTo>
                        <a:pt x="94" y="26"/>
                        <a:pt x="76" y="0"/>
                        <a:pt x="41" y="16"/>
                      </a:cubicBezTo>
                      <a:cubicBezTo>
                        <a:pt x="13" y="29"/>
                        <a:pt x="0" y="54"/>
                        <a:pt x="9" y="90"/>
                      </a:cubicBezTo>
                      <a:cubicBezTo>
                        <a:pt x="18" y="128"/>
                        <a:pt x="36" y="175"/>
                        <a:pt x="69" y="2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7" name="Google Shape;3587;p20"/>
                <p:cNvSpPr/>
                <p:nvPr/>
              </p:nvSpPr>
              <p:spPr>
                <a:xfrm>
                  <a:off x="7718925" y="624450"/>
                  <a:ext cx="674688" cy="871538"/>
                </a:xfrm>
                <a:custGeom>
                  <a:rect b="b" l="l" r="r" t="t"/>
                  <a:pathLst>
                    <a:path extrusionOk="0" h="231" w="179">
                      <a:moveTo>
                        <a:pt x="136" y="162"/>
                      </a:moveTo>
                      <a:cubicBezTo>
                        <a:pt x="118" y="178"/>
                        <a:pt x="91" y="176"/>
                        <a:pt x="63" y="131"/>
                      </a:cubicBezTo>
                      <a:cubicBezTo>
                        <a:pt x="33" y="83"/>
                        <a:pt x="17" y="33"/>
                        <a:pt x="23" y="0"/>
                      </a:cubicBezTo>
                      <a:cubicBezTo>
                        <a:pt x="7" y="14"/>
                        <a:pt x="0" y="35"/>
                        <a:pt x="7" y="63"/>
                      </a:cubicBezTo>
                      <a:cubicBezTo>
                        <a:pt x="16" y="101"/>
                        <a:pt x="34" y="148"/>
                        <a:pt x="67" y="191"/>
                      </a:cubicBezTo>
                      <a:cubicBezTo>
                        <a:pt x="98" y="231"/>
                        <a:pt x="127" y="226"/>
                        <a:pt x="150" y="204"/>
                      </a:cubicBezTo>
                      <a:cubicBezTo>
                        <a:pt x="179" y="177"/>
                        <a:pt x="173" y="154"/>
                        <a:pt x="154" y="129"/>
                      </a:cubicBezTo>
                      <a:cubicBezTo>
                        <a:pt x="150" y="123"/>
                        <a:pt x="145" y="117"/>
                        <a:pt x="141" y="111"/>
                      </a:cubicBezTo>
                      <a:cubicBezTo>
                        <a:pt x="147" y="128"/>
                        <a:pt x="150" y="150"/>
                        <a:pt x="136" y="16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8" name="Google Shape;3588;p20"/>
                <p:cNvSpPr/>
                <p:nvPr/>
              </p:nvSpPr>
              <p:spPr>
                <a:xfrm>
                  <a:off x="7930063" y="594288"/>
                  <a:ext cx="161925" cy="276225"/>
                </a:xfrm>
                <a:custGeom>
                  <a:rect b="b" l="l" r="r" t="t"/>
                  <a:pathLst>
                    <a:path extrusionOk="0" h="73" w="43">
                      <a:moveTo>
                        <a:pt x="35" y="31"/>
                      </a:moveTo>
                      <a:cubicBezTo>
                        <a:pt x="43" y="49"/>
                        <a:pt x="43" y="67"/>
                        <a:pt x="36" y="70"/>
                      </a:cubicBezTo>
                      <a:cubicBezTo>
                        <a:pt x="29" y="73"/>
                        <a:pt x="17" y="60"/>
                        <a:pt x="9" y="42"/>
                      </a:cubicBezTo>
                      <a:cubicBezTo>
                        <a:pt x="1" y="23"/>
                        <a:pt x="0" y="6"/>
                        <a:pt x="8" y="3"/>
                      </a:cubicBezTo>
                      <a:cubicBezTo>
                        <a:pt x="15" y="0"/>
                        <a:pt x="27" y="12"/>
                        <a:pt x="35" y="31"/>
                      </a:cubicBezTo>
                      <a:close/>
                    </a:path>
                  </a:pathLst>
                </a:custGeom>
                <a:solidFill>
                  <a:srgbClr val="F8F8F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89" name="Google Shape;3589;p20"/>
              <p:cNvGrpSpPr/>
              <p:nvPr/>
            </p:nvGrpSpPr>
            <p:grpSpPr>
              <a:xfrm flipH="1" rot="-8328268">
                <a:off x="-44510" y="2125424"/>
                <a:ext cx="546367" cy="757001"/>
                <a:chOff x="8260675" y="2995400"/>
                <a:chExt cx="811213" cy="1123950"/>
              </a:xfrm>
            </p:grpSpPr>
            <p:sp>
              <p:nvSpPr>
                <p:cNvPr id="3590" name="Google Shape;3590;p20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1" name="Google Shape;3591;p20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2" name="Google Shape;3592;p20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3" name="Google Shape;3593;p20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4" name="Google Shape;3594;p20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5" name="Google Shape;3595;p20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6" name="Google Shape;3596;p20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7" name="Google Shape;3597;p20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8" name="Google Shape;3598;p20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9" name="Google Shape;3599;p20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0" name="Google Shape;3600;p20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1" name="Google Shape;3601;p20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2" name="Google Shape;3602;p20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3" name="Google Shape;3603;p20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604" name="Google Shape;3604;p20"/>
              <p:cNvGrpSpPr/>
              <p:nvPr/>
            </p:nvGrpSpPr>
            <p:grpSpPr>
              <a:xfrm flipH="1" rot="-3463573">
                <a:off x="-426432" y="3176311"/>
                <a:ext cx="927341" cy="791288"/>
                <a:chOff x="-469100" y="3905588"/>
                <a:chExt cx="1352550" cy="1154113"/>
              </a:xfrm>
            </p:grpSpPr>
            <p:grpSp>
              <p:nvGrpSpPr>
                <p:cNvPr id="3605" name="Google Shape;3605;p20"/>
                <p:cNvGrpSpPr/>
                <p:nvPr/>
              </p:nvGrpSpPr>
              <p:grpSpPr>
                <a:xfrm>
                  <a:off x="-469100" y="3905588"/>
                  <a:ext cx="1352550" cy="1154113"/>
                  <a:chOff x="-469100" y="3905588"/>
                  <a:chExt cx="1352550" cy="1154113"/>
                </a:xfrm>
              </p:grpSpPr>
              <p:sp>
                <p:nvSpPr>
                  <p:cNvPr id="3606" name="Google Shape;3606;p20"/>
                  <p:cNvSpPr/>
                  <p:nvPr/>
                </p:nvSpPr>
                <p:spPr>
                  <a:xfrm>
                    <a:off x="-469100" y="3905588"/>
                    <a:ext cx="1352550" cy="1154113"/>
                  </a:xfrm>
                  <a:custGeom>
                    <a:rect b="b" l="l" r="r" t="t"/>
                    <a:pathLst>
                      <a:path extrusionOk="0" h="306" w="359">
                        <a:moveTo>
                          <a:pt x="197" y="261"/>
                        </a:moveTo>
                        <a:cubicBezTo>
                          <a:pt x="197" y="261"/>
                          <a:pt x="197" y="261"/>
                          <a:pt x="197" y="261"/>
                        </a:cubicBezTo>
                        <a:cubicBezTo>
                          <a:pt x="200" y="261"/>
                          <a:pt x="203" y="262"/>
                          <a:pt x="205" y="264"/>
                        </a:cubicBezTo>
                        <a:cubicBezTo>
                          <a:pt x="207" y="265"/>
                          <a:pt x="208" y="267"/>
                          <a:pt x="208" y="269"/>
                        </a:cubicBezTo>
                        <a:cubicBezTo>
                          <a:pt x="208" y="273"/>
                          <a:pt x="202" y="277"/>
                          <a:pt x="197" y="277"/>
                        </a:cubicBezTo>
                        <a:cubicBezTo>
                          <a:pt x="197" y="277"/>
                          <a:pt x="197" y="277"/>
                          <a:pt x="197" y="277"/>
                        </a:cubicBezTo>
                        <a:cubicBezTo>
                          <a:pt x="196" y="277"/>
                          <a:pt x="196" y="277"/>
                          <a:pt x="196" y="277"/>
                        </a:cubicBezTo>
                        <a:cubicBezTo>
                          <a:pt x="191" y="277"/>
                          <a:pt x="188" y="274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8"/>
                          <a:pt x="188" y="267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90" y="263"/>
                          <a:pt x="193" y="261"/>
                          <a:pt x="196" y="261"/>
                        </a:cubicBezTo>
                        <a:cubicBezTo>
                          <a:pt x="196" y="261"/>
                          <a:pt x="196" y="261"/>
                          <a:pt x="197" y="261"/>
                        </a:cubicBezTo>
                        <a:moveTo>
                          <a:pt x="308" y="170"/>
                        </a:moveTo>
                        <a:cubicBezTo>
                          <a:pt x="308" y="170"/>
                          <a:pt x="308" y="170"/>
                          <a:pt x="309" y="170"/>
                        </a:cubicBezTo>
                        <a:cubicBezTo>
                          <a:pt x="313" y="170"/>
                          <a:pt x="318" y="172"/>
                          <a:pt x="321" y="175"/>
                        </a:cubicBezTo>
                        <a:cubicBezTo>
                          <a:pt x="324" y="177"/>
                          <a:pt x="325" y="179"/>
                          <a:pt x="325" y="182"/>
                        </a:cubicBezTo>
                        <a:cubicBezTo>
                          <a:pt x="325" y="189"/>
                          <a:pt x="317" y="196"/>
                          <a:pt x="309" y="196"/>
                        </a:cubicBezTo>
                        <a:cubicBezTo>
                          <a:pt x="308" y="196"/>
                          <a:pt x="308" y="196"/>
                          <a:pt x="308" y="196"/>
                        </a:cubicBezTo>
                        <a:cubicBezTo>
                          <a:pt x="307" y="196"/>
                          <a:pt x="307" y="196"/>
                          <a:pt x="307" y="196"/>
                        </a:cubicBezTo>
                        <a:cubicBezTo>
                          <a:pt x="300" y="196"/>
                          <a:pt x="294" y="190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1"/>
                          <a:pt x="294" y="179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7" y="173"/>
                          <a:pt x="302" y="170"/>
                          <a:pt x="307" y="170"/>
                        </a:cubicBezTo>
                        <a:cubicBezTo>
                          <a:pt x="307" y="170"/>
                          <a:pt x="307" y="170"/>
                          <a:pt x="308" y="170"/>
                        </a:cubicBezTo>
                        <a:moveTo>
                          <a:pt x="41" y="150"/>
                        </a:moveTo>
                        <a:cubicBezTo>
                          <a:pt x="42" y="150"/>
                          <a:pt x="42" y="150"/>
                          <a:pt x="42" y="150"/>
                        </a:cubicBezTo>
                        <a:cubicBezTo>
                          <a:pt x="46" y="150"/>
                          <a:pt x="51" y="151"/>
                          <a:pt x="53" y="154"/>
                        </a:cubicBezTo>
                        <a:cubicBezTo>
                          <a:pt x="56" y="156"/>
                          <a:pt x="57" y="158"/>
                          <a:pt x="57" y="161"/>
                        </a:cubicBezTo>
                        <a:cubicBezTo>
                          <a:pt x="57" y="167"/>
                          <a:pt x="50" y="173"/>
                          <a:pt x="42" y="173"/>
                        </a:cubicBezTo>
                        <a:cubicBezTo>
                          <a:pt x="42" y="173"/>
                          <a:pt x="42" y="173"/>
                          <a:pt x="41" y="173"/>
                        </a:cubicBezTo>
                        <a:cubicBezTo>
                          <a:pt x="41" y="173"/>
                          <a:pt x="41" y="173"/>
                          <a:pt x="40" y="173"/>
                        </a:cubicBezTo>
                        <a:cubicBezTo>
                          <a:pt x="34" y="173"/>
                          <a:pt x="29" y="168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59"/>
                          <a:pt x="29" y="158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2" y="152"/>
                          <a:pt x="36" y="150"/>
                          <a:pt x="40" y="150"/>
                        </a:cubicBezTo>
                        <a:cubicBezTo>
                          <a:pt x="41" y="150"/>
                          <a:pt x="41" y="150"/>
                          <a:pt x="41" y="150"/>
                        </a:cubicBezTo>
                        <a:moveTo>
                          <a:pt x="285" y="133"/>
                        </a:moveTo>
                        <a:cubicBezTo>
                          <a:pt x="285" y="133"/>
                          <a:pt x="285" y="133"/>
                          <a:pt x="285" y="133"/>
                        </a:cubicBezTo>
                        <a:cubicBezTo>
                          <a:pt x="287" y="133"/>
                          <a:pt x="289" y="133"/>
                          <a:pt x="290" y="134"/>
                        </a:cubicBezTo>
                        <a:cubicBezTo>
                          <a:pt x="291" y="135"/>
                          <a:pt x="291" y="136"/>
                          <a:pt x="291" y="137"/>
                        </a:cubicBezTo>
                        <a:cubicBezTo>
                          <a:pt x="291" y="139"/>
                          <a:pt x="288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2" y="142"/>
                          <a:pt x="280" y="140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6"/>
                          <a:pt x="280" y="136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4"/>
                          <a:pt x="283" y="133"/>
                          <a:pt x="285" y="133"/>
                        </a:cubicBezTo>
                        <a:cubicBezTo>
                          <a:pt x="285" y="133"/>
                          <a:pt x="285" y="133"/>
                          <a:pt x="285" y="133"/>
                        </a:cubicBezTo>
                        <a:moveTo>
                          <a:pt x="33" y="122"/>
                        </a:moveTo>
                        <a:cubicBezTo>
                          <a:pt x="34" y="122"/>
                          <a:pt x="34" y="122"/>
                          <a:pt x="34" y="122"/>
                        </a:cubicBezTo>
                        <a:cubicBezTo>
                          <a:pt x="37" y="122"/>
                          <a:pt x="40" y="123"/>
                          <a:pt x="42" y="125"/>
                        </a:cubicBezTo>
                        <a:cubicBezTo>
                          <a:pt x="43" y="126"/>
                          <a:pt x="44" y="127"/>
                          <a:pt x="44" y="129"/>
                        </a:cubicBezTo>
                        <a:cubicBezTo>
                          <a:pt x="44" y="134"/>
                          <a:pt x="39" y="138"/>
                          <a:pt x="34" y="138"/>
                        </a:cubicBezTo>
                        <a:cubicBezTo>
                          <a:pt x="34" y="138"/>
                          <a:pt x="34" y="138"/>
                          <a:pt x="33" y="138"/>
                        </a:cubicBezTo>
                        <a:cubicBezTo>
                          <a:pt x="33" y="138"/>
                          <a:pt x="33" y="138"/>
                          <a:pt x="33" y="138"/>
                        </a:cubicBezTo>
                        <a:cubicBezTo>
                          <a:pt x="28" y="138"/>
                          <a:pt x="25" y="134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28"/>
                          <a:pt x="25" y="127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7" y="124"/>
                          <a:pt x="30" y="122"/>
                          <a:pt x="33" y="122"/>
                        </a:cubicBezTo>
                        <a:cubicBezTo>
                          <a:pt x="33" y="122"/>
                          <a:pt x="33" y="122"/>
                          <a:pt x="33" y="122"/>
                        </a:cubicBezTo>
                        <a:moveTo>
                          <a:pt x="43" y="101"/>
                        </a:moveTo>
                        <a:cubicBezTo>
                          <a:pt x="43" y="101"/>
                          <a:pt x="44" y="101"/>
                          <a:pt x="44" y="101"/>
                        </a:cubicBezTo>
                        <a:cubicBezTo>
                          <a:pt x="45" y="101"/>
                          <a:pt x="47" y="102"/>
                          <a:pt x="48" y="103"/>
                        </a:cubicBezTo>
                        <a:cubicBezTo>
                          <a:pt x="49" y="104"/>
                          <a:pt x="49" y="105"/>
                          <a:pt x="49" y="106"/>
                        </a:cubicBezTo>
                        <a:cubicBezTo>
                          <a:pt x="49" y="108"/>
                          <a:pt x="47" y="110"/>
                          <a:pt x="44" y="110"/>
                        </a:cubicBezTo>
                        <a:cubicBezTo>
                          <a:pt x="44" y="110"/>
                          <a:pt x="43" y="110"/>
                          <a:pt x="43" y="110"/>
                        </a:cubicBezTo>
                        <a:cubicBezTo>
                          <a:pt x="43" y="110"/>
                          <a:pt x="43" y="110"/>
                          <a:pt x="43" y="110"/>
                        </a:cubicBezTo>
                        <a:cubicBezTo>
                          <a:pt x="40" y="110"/>
                          <a:pt x="38" y="108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5"/>
                          <a:pt x="39" y="105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40" y="102"/>
                          <a:pt x="41" y="101"/>
                          <a:pt x="43" y="101"/>
                        </a:cubicBezTo>
                        <a:cubicBezTo>
                          <a:pt x="43" y="101"/>
                          <a:pt x="43" y="101"/>
                          <a:pt x="43" y="101"/>
                        </a:cubicBezTo>
                        <a:moveTo>
                          <a:pt x="164" y="239"/>
                        </a:moveTo>
                        <a:cubicBezTo>
                          <a:pt x="106" y="239"/>
                          <a:pt x="66" y="217"/>
                          <a:pt x="66" y="166"/>
                        </a:cubicBezTo>
                        <a:cubicBezTo>
                          <a:pt x="66" y="137"/>
                          <a:pt x="67" y="111"/>
                          <a:pt x="89" y="89"/>
                        </a:cubicBezTo>
                        <a:cubicBezTo>
                          <a:pt x="105" y="71"/>
                          <a:pt x="138" y="63"/>
                          <a:pt x="164" y="53"/>
                        </a:cubicBezTo>
                        <a:cubicBezTo>
                          <a:pt x="169" y="52"/>
                          <a:pt x="174" y="51"/>
                          <a:pt x="179" y="51"/>
                        </a:cubicBezTo>
                        <a:cubicBezTo>
                          <a:pt x="203" y="51"/>
                          <a:pt x="225" y="73"/>
                          <a:pt x="242" y="93"/>
                        </a:cubicBezTo>
                        <a:cubicBezTo>
                          <a:pt x="258" y="111"/>
                          <a:pt x="269" y="118"/>
                          <a:pt x="269" y="140"/>
                        </a:cubicBezTo>
                        <a:cubicBezTo>
                          <a:pt x="269" y="167"/>
                          <a:pt x="250" y="190"/>
                          <a:pt x="229" y="208"/>
                        </a:cubicBezTo>
                        <a:cubicBezTo>
                          <a:pt x="210" y="225"/>
                          <a:pt x="191" y="239"/>
                          <a:pt x="164" y="239"/>
                        </a:cubicBezTo>
                        <a:moveTo>
                          <a:pt x="106" y="44"/>
                        </a:moveTo>
                        <a:cubicBezTo>
                          <a:pt x="106" y="44"/>
                          <a:pt x="106" y="44"/>
                          <a:pt x="107" y="44"/>
                        </a:cubicBezTo>
                        <a:cubicBezTo>
                          <a:pt x="109" y="44"/>
                          <a:pt x="112" y="45"/>
                          <a:pt x="114" y="47"/>
                        </a:cubicBezTo>
                        <a:cubicBezTo>
                          <a:pt x="115" y="48"/>
                          <a:pt x="116" y="49"/>
                          <a:pt x="116" y="51"/>
                        </a:cubicBezTo>
                        <a:cubicBezTo>
                          <a:pt x="116" y="55"/>
                          <a:pt x="111" y="59"/>
                          <a:pt x="107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1" y="59"/>
                          <a:pt x="98" y="56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0"/>
                          <a:pt x="99" y="49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100" y="46"/>
                          <a:pt x="103" y="44"/>
                          <a:pt x="106" y="44"/>
                        </a:cubicBezTo>
                        <a:cubicBezTo>
                          <a:pt x="106" y="44"/>
                          <a:pt x="106" y="44"/>
                          <a:pt x="106" y="44"/>
                        </a:cubicBezTo>
                        <a:moveTo>
                          <a:pt x="200" y="0"/>
                        </a:moveTo>
                        <a:cubicBezTo>
                          <a:pt x="197" y="0"/>
                          <a:pt x="195" y="0"/>
                          <a:pt x="192" y="0"/>
                        </a:cubicBezTo>
                        <a:cubicBezTo>
                          <a:pt x="188" y="0"/>
                          <a:pt x="183" y="1"/>
                          <a:pt x="179" y="2"/>
                        </a:cubicBezTo>
                        <a:cubicBezTo>
                          <a:pt x="177" y="3"/>
                          <a:pt x="175" y="4"/>
                          <a:pt x="173" y="4"/>
                        </a:cubicBezTo>
                        <a:cubicBezTo>
                          <a:pt x="170" y="6"/>
                          <a:pt x="166" y="7"/>
                          <a:pt x="162" y="9"/>
                        </a:cubicBezTo>
                        <a:cubicBezTo>
                          <a:pt x="161" y="9"/>
                          <a:pt x="161" y="9"/>
                          <a:pt x="161" y="9"/>
                        </a:cubicBezTo>
                        <a:cubicBezTo>
                          <a:pt x="92" y="34"/>
                          <a:pt x="0" y="60"/>
                          <a:pt x="0" y="144"/>
                        </a:cubicBezTo>
                        <a:cubicBezTo>
                          <a:pt x="0" y="169"/>
                          <a:pt x="7" y="19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22" y="218"/>
                          <a:pt x="27" y="224"/>
                          <a:pt x="32" y="229"/>
                        </a:cubicBezTo>
                        <a:cubicBezTo>
                          <a:pt x="51" y="250"/>
                          <a:pt x="78" y="263"/>
                          <a:pt x="112" y="266"/>
                        </a:cubicBezTo>
                        <a:cubicBezTo>
                          <a:pt x="137" y="269"/>
                          <a:pt x="153" y="299"/>
                          <a:pt x="180" y="305"/>
                        </a:cubicBezTo>
                        <a:cubicBezTo>
                          <a:pt x="183" y="306"/>
                          <a:pt x="187" y="306"/>
                          <a:pt x="191" y="306"/>
                        </a:cubicBezTo>
                        <a:cubicBezTo>
                          <a:pt x="219" y="306"/>
                          <a:pt x="270" y="291"/>
                          <a:pt x="297" y="251"/>
                        </a:cubicBezTo>
                        <a:cubicBezTo>
                          <a:pt x="314" y="226"/>
                          <a:pt x="359" y="175"/>
                          <a:pt x="359" y="144"/>
                        </a:cubicBezTo>
                        <a:cubicBezTo>
                          <a:pt x="359" y="129"/>
                          <a:pt x="353" y="119"/>
                          <a:pt x="344" y="109"/>
                        </a:cubicBezTo>
                        <a:cubicBezTo>
                          <a:pt x="339" y="104"/>
                          <a:pt x="333" y="99"/>
                          <a:pt x="327" y="94"/>
                        </a:cubicBezTo>
                        <a:cubicBezTo>
                          <a:pt x="312" y="82"/>
                          <a:pt x="296" y="71"/>
                          <a:pt x="286" y="53"/>
                        </a:cubicBezTo>
                        <a:cubicBezTo>
                          <a:pt x="266" y="19"/>
                          <a:pt x="233" y="1"/>
                          <a:pt x="202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01" y="0"/>
                          <a:pt x="201" y="0"/>
                          <a:pt x="200" y="0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07" name="Google Shape;3607;p20"/>
                  <p:cNvSpPr/>
                  <p:nvPr/>
                </p:nvSpPr>
                <p:spPr>
                  <a:xfrm>
                    <a:off x="-219862" y="4064338"/>
                    <a:ext cx="763588" cy="742950"/>
                  </a:xfrm>
                  <a:custGeom>
                    <a:rect b="b" l="l" r="r" t="t"/>
                    <a:pathLst>
                      <a:path extrusionOk="0" h="197" w="203">
                        <a:moveTo>
                          <a:pt x="203" y="98"/>
                        </a:moveTo>
                        <a:cubicBezTo>
                          <a:pt x="203" y="125"/>
                          <a:pt x="184" y="148"/>
                          <a:pt x="163" y="166"/>
                        </a:cubicBezTo>
                        <a:cubicBezTo>
                          <a:pt x="144" y="183"/>
                          <a:pt x="125" y="197"/>
                          <a:pt x="98" y="197"/>
                        </a:cubicBezTo>
                        <a:cubicBezTo>
                          <a:pt x="40" y="197"/>
                          <a:pt x="0" y="175"/>
                          <a:pt x="0" y="124"/>
                        </a:cubicBezTo>
                        <a:cubicBezTo>
                          <a:pt x="0" y="95"/>
                          <a:pt x="1" y="69"/>
                          <a:pt x="23" y="47"/>
                        </a:cubicBezTo>
                        <a:cubicBezTo>
                          <a:pt x="39" y="29"/>
                          <a:pt x="72" y="21"/>
                          <a:pt x="98" y="11"/>
                        </a:cubicBezTo>
                        <a:cubicBezTo>
                          <a:pt x="129" y="0"/>
                          <a:pt x="156" y="27"/>
                          <a:pt x="176" y="51"/>
                        </a:cubicBezTo>
                        <a:cubicBezTo>
                          <a:pt x="192" y="69"/>
                          <a:pt x="203" y="76"/>
                          <a:pt x="203" y="98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08" name="Google Shape;3608;p20"/>
                  <p:cNvSpPr/>
                  <p:nvPr/>
                </p:nvSpPr>
                <p:spPr>
                  <a:xfrm>
                    <a:off x="-130962" y="4259600"/>
                    <a:ext cx="523875" cy="403225"/>
                  </a:xfrm>
                  <a:custGeom>
                    <a:rect b="b" l="l" r="r" t="t"/>
                    <a:pathLst>
                      <a:path extrusionOk="0" h="107" w="139">
                        <a:moveTo>
                          <a:pt x="33" y="74"/>
                        </a:moveTo>
                        <a:cubicBezTo>
                          <a:pt x="33" y="74"/>
                          <a:pt x="33" y="74"/>
                          <a:pt x="33" y="74"/>
                        </a:cubicBezTo>
                        <a:cubicBezTo>
                          <a:pt x="35" y="74"/>
                          <a:pt x="37" y="75"/>
                          <a:pt x="38" y="76"/>
                        </a:cubicBezTo>
                        <a:cubicBezTo>
                          <a:pt x="39" y="77"/>
                          <a:pt x="39" y="78"/>
                          <a:pt x="39" y="79"/>
                        </a:cubicBezTo>
                        <a:cubicBezTo>
                          <a:pt x="39" y="82"/>
                          <a:pt x="36" y="84"/>
                          <a:pt x="33" y="84"/>
                        </a:cubicBezTo>
                        <a:cubicBezTo>
                          <a:pt x="33" y="84"/>
                          <a:pt x="33" y="84"/>
                          <a:pt x="33" y="84"/>
                        </a:cubicBezTo>
                        <a:cubicBezTo>
                          <a:pt x="33" y="84"/>
                          <a:pt x="32" y="84"/>
                          <a:pt x="32" y="84"/>
                        </a:cubicBezTo>
                        <a:cubicBezTo>
                          <a:pt x="30" y="84"/>
                          <a:pt x="27" y="82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8"/>
                          <a:pt x="27" y="78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9" y="75"/>
                          <a:pt x="30" y="74"/>
                          <a:pt x="32" y="74"/>
                        </a:cubicBezTo>
                        <a:cubicBezTo>
                          <a:pt x="32" y="74"/>
                          <a:pt x="33" y="74"/>
                          <a:pt x="33" y="74"/>
                        </a:cubicBezTo>
                        <a:moveTo>
                          <a:pt x="79" y="87"/>
                        </a:moveTo>
                        <a:cubicBezTo>
                          <a:pt x="56" y="87"/>
                          <a:pt x="30" y="80"/>
                          <a:pt x="30" y="55"/>
                        </a:cubicBezTo>
                        <a:cubicBezTo>
                          <a:pt x="30" y="30"/>
                          <a:pt x="60" y="11"/>
                          <a:pt x="83" y="11"/>
                        </a:cubicBezTo>
                        <a:cubicBezTo>
                          <a:pt x="105" y="11"/>
                          <a:pt x="126" y="15"/>
                          <a:pt x="126" y="40"/>
                        </a:cubicBezTo>
                        <a:cubicBezTo>
                          <a:pt x="126" y="65"/>
                          <a:pt x="101" y="87"/>
                          <a:pt x="79" y="87"/>
                        </a:cubicBezTo>
                        <a:moveTo>
                          <a:pt x="76" y="0"/>
                        </a:moveTo>
                        <a:cubicBezTo>
                          <a:pt x="44" y="0"/>
                          <a:pt x="0" y="27"/>
                          <a:pt x="0" y="62"/>
                        </a:cubicBezTo>
                        <a:cubicBezTo>
                          <a:pt x="0" y="98"/>
                          <a:pt x="38" y="107"/>
                          <a:pt x="70" y="107"/>
                        </a:cubicBezTo>
                        <a:cubicBezTo>
                          <a:pt x="102" y="107"/>
                          <a:pt x="139" y="76"/>
                          <a:pt x="139" y="41"/>
                        </a:cubicBezTo>
                        <a:cubicBezTo>
                          <a:pt x="139" y="5"/>
                          <a:pt x="108" y="0"/>
                          <a:pt x="76" y="0"/>
                        </a:cubicBezTo>
                      </a:path>
                    </a:pathLst>
                  </a:custGeom>
                  <a:solidFill>
                    <a:schemeClr val="accent3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09" name="Google Shape;3609;p20"/>
                  <p:cNvSpPr/>
                  <p:nvPr/>
                </p:nvSpPr>
                <p:spPr>
                  <a:xfrm>
                    <a:off x="-16662" y="4300875"/>
                    <a:ext cx="361950" cy="287338"/>
                  </a:xfrm>
                  <a:custGeom>
                    <a:rect b="b" l="l" r="r" t="t"/>
                    <a:pathLst>
                      <a:path extrusionOk="0" h="76" w="96">
                        <a:moveTo>
                          <a:pt x="74" y="31"/>
                        </a:moveTo>
                        <a:cubicBezTo>
                          <a:pt x="74" y="31"/>
                          <a:pt x="74" y="31"/>
                          <a:pt x="75" y="31"/>
                        </a:cubicBezTo>
                        <a:cubicBezTo>
                          <a:pt x="79" y="31"/>
                          <a:pt x="84" y="33"/>
                          <a:pt x="87" y="36"/>
                        </a:cubicBezTo>
                        <a:cubicBezTo>
                          <a:pt x="89" y="38"/>
                          <a:pt x="91" y="40"/>
                          <a:pt x="91" y="43"/>
                        </a:cubicBezTo>
                        <a:cubicBezTo>
                          <a:pt x="91" y="51"/>
                          <a:pt x="83" y="57"/>
                          <a:pt x="75" y="57"/>
                        </a:cubicBezTo>
                        <a:cubicBezTo>
                          <a:pt x="74" y="57"/>
                          <a:pt x="74" y="57"/>
                          <a:pt x="73" y="57"/>
                        </a:cubicBezTo>
                        <a:cubicBezTo>
                          <a:pt x="73" y="57"/>
                          <a:pt x="73" y="57"/>
                          <a:pt x="73" y="57"/>
                        </a:cubicBezTo>
                        <a:cubicBezTo>
                          <a:pt x="65" y="57"/>
                          <a:pt x="60" y="51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2"/>
                          <a:pt x="60" y="40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3" y="34"/>
                          <a:pt x="68" y="31"/>
                          <a:pt x="73" y="31"/>
                        </a:cubicBezTo>
                        <a:cubicBezTo>
                          <a:pt x="73" y="31"/>
                          <a:pt x="73" y="31"/>
                          <a:pt x="74" y="31"/>
                        </a:cubicBezTo>
                        <a:moveTo>
                          <a:pt x="25" y="24"/>
                        </a:moveTo>
                        <a:cubicBezTo>
                          <a:pt x="25" y="24"/>
                          <a:pt x="25" y="24"/>
                          <a:pt x="26" y="24"/>
                        </a:cubicBezTo>
                        <a:cubicBezTo>
                          <a:pt x="29" y="24"/>
                          <a:pt x="32" y="25"/>
                          <a:pt x="34" y="27"/>
                        </a:cubicBezTo>
                        <a:cubicBezTo>
                          <a:pt x="35" y="29"/>
                          <a:pt x="36" y="30"/>
                          <a:pt x="36" y="32"/>
                        </a:cubicBezTo>
                        <a:cubicBezTo>
                          <a:pt x="36" y="37"/>
                          <a:pt x="31" y="41"/>
                          <a:pt x="26" y="41"/>
                        </a:cubicBezTo>
                        <a:cubicBezTo>
                          <a:pt x="25" y="41"/>
                          <a:pt x="25" y="41"/>
                          <a:pt x="25" y="41"/>
                        </a:cubicBezTo>
                        <a:cubicBezTo>
                          <a:pt x="25" y="41"/>
                          <a:pt x="25" y="41"/>
                          <a:pt x="24" y="41"/>
                        </a:cubicBezTo>
                        <a:cubicBezTo>
                          <a:pt x="20" y="41"/>
                          <a:pt x="16" y="37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1"/>
                          <a:pt x="17" y="30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8" y="26"/>
                          <a:pt x="21" y="24"/>
                          <a:pt x="24" y="24"/>
                        </a:cubicBezTo>
                        <a:cubicBezTo>
                          <a:pt x="25" y="24"/>
                          <a:pt x="25" y="24"/>
                          <a:pt x="25" y="24"/>
                        </a:cubicBezTo>
                        <a:moveTo>
                          <a:pt x="53" y="0"/>
                        </a:moveTo>
                        <a:cubicBezTo>
                          <a:pt x="30" y="0"/>
                          <a:pt x="0" y="19"/>
                          <a:pt x="0" y="44"/>
                        </a:cubicBezTo>
                        <a:cubicBezTo>
                          <a:pt x="0" y="69"/>
                          <a:pt x="26" y="76"/>
                          <a:pt x="49" y="76"/>
                        </a:cubicBezTo>
                        <a:cubicBezTo>
                          <a:pt x="71" y="76"/>
                          <a:pt x="96" y="54"/>
                          <a:pt x="96" y="29"/>
                        </a:cubicBezTo>
                        <a:cubicBezTo>
                          <a:pt x="96" y="4"/>
                          <a:pt x="75" y="0"/>
                          <a:pt x="53" y="0"/>
                        </a:cubicBezTo>
                      </a:path>
                    </a:pathLst>
                  </a:custGeom>
                  <a:solidFill>
                    <a:srgbClr val="191919">
                      <a:alpha val="25000"/>
                    </a:srgbClr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610" name="Google Shape;3610;p20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1" name="Google Shape;3611;p20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rgbClr val="191919">
                    <a:alpha val="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2" name="Google Shape;3612;p20"/>
                <p:cNvSpPr/>
                <p:nvPr/>
              </p:nvSpPr>
              <p:spPr>
                <a:xfrm>
                  <a:off x="638975" y="4546938"/>
                  <a:ext cx="115888" cy="96838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4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19"/>
                        <a:pt x="31" y="12"/>
                      </a:cubicBezTo>
                      <a:cubicBezTo>
                        <a:pt x="31" y="9"/>
                        <a:pt x="30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3" name="Google Shape;3613;p20"/>
                <p:cNvSpPr/>
                <p:nvPr/>
              </p:nvSpPr>
              <p:spPr>
                <a:xfrm>
                  <a:off x="638975" y="4546938"/>
                  <a:ext cx="101600" cy="96838"/>
                </a:xfrm>
                <a:custGeom>
                  <a:rect b="b" l="l" r="r" t="t"/>
                  <a:pathLst>
                    <a:path extrusionOk="0" h="26" w="27">
                      <a:moveTo>
                        <a:pt x="27" y="12"/>
                      </a:moveTo>
                      <a:cubicBezTo>
                        <a:pt x="27" y="19"/>
                        <a:pt x="20" y="26"/>
                        <a:pt x="13" y="26"/>
                      </a:cubicBezTo>
                      <a:cubicBezTo>
                        <a:pt x="6" y="26"/>
                        <a:pt x="0" y="20"/>
                        <a:pt x="0" y="13"/>
                      </a:cubicBezTo>
                      <a:cubicBezTo>
                        <a:pt x="0" y="11"/>
                        <a:pt x="0" y="9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3" y="3"/>
                        <a:pt x="8" y="0"/>
                        <a:pt x="13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4" name="Google Shape;3614;p20"/>
                <p:cNvSpPr/>
                <p:nvPr/>
              </p:nvSpPr>
              <p:spPr>
                <a:xfrm>
                  <a:off x="642150" y="4546938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23" y="8"/>
                      </a:moveTo>
                      <a:cubicBezTo>
                        <a:pt x="23" y="14"/>
                        <a:pt x="17" y="19"/>
                        <a:pt x="11" y="19"/>
                      </a:cubicBezTo>
                      <a:cubicBezTo>
                        <a:pt x="5" y="19"/>
                        <a:pt x="0" y="14"/>
                        <a:pt x="0" y="8"/>
                      </a:cubicBezTo>
                      <a:cubicBezTo>
                        <a:pt x="0" y="8"/>
                        <a:pt x="0" y="8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3"/>
                        <a:pt x="7" y="0"/>
                        <a:pt x="12" y="0"/>
                      </a:cubicBezTo>
                      <a:cubicBezTo>
                        <a:pt x="16" y="0"/>
                        <a:pt x="20" y="2"/>
                        <a:pt x="23" y="5"/>
                      </a:cubicBezTo>
                      <a:cubicBezTo>
                        <a:pt x="23" y="6"/>
                        <a:pt x="23" y="7"/>
                        <a:pt x="23" y="8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5" name="Google Shape;3615;p20"/>
                <p:cNvSpPr/>
                <p:nvPr/>
              </p:nvSpPr>
              <p:spPr>
                <a:xfrm>
                  <a:off x="664375" y="4572338"/>
                  <a:ext cx="348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6" name="Google Shape;3616;p20"/>
                <p:cNvSpPr/>
                <p:nvPr/>
              </p:nvSpPr>
              <p:spPr>
                <a:xfrm>
                  <a:off x="604050" y="440723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0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2"/>
                        <a:pt x="5" y="3"/>
                        <a:pt x="5" y="4"/>
                      </a:cubicBezTo>
                      <a:cubicBezTo>
                        <a:pt x="5" y="6"/>
                        <a:pt x="2" y="8"/>
                        <a:pt x="0" y="9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3" y="9"/>
                        <a:pt x="6" y="6"/>
                        <a:pt x="6" y="4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7" name="Google Shape;3617;p20"/>
                <p:cNvSpPr/>
                <p:nvPr/>
              </p:nvSpPr>
              <p:spPr>
                <a:xfrm>
                  <a:off x="585000" y="440723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4"/>
                      </a:moveTo>
                      <a:cubicBezTo>
                        <a:pt x="10" y="6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4"/>
                      </a:cubicBezTo>
                      <a:cubicBezTo>
                        <a:pt x="0" y="3"/>
                        <a:pt x="0" y="3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3" y="0"/>
                        <a:pt x="5" y="0"/>
                      </a:cubicBezTo>
                      <a:cubicBezTo>
                        <a:pt x="6" y="0"/>
                        <a:pt x="8" y="0"/>
                        <a:pt x="8" y="1"/>
                      </a:cubicBezTo>
                      <a:cubicBezTo>
                        <a:pt x="9" y="2"/>
                        <a:pt x="10" y="3"/>
                        <a:pt x="10" y="4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8" name="Google Shape;3618;p20"/>
                <p:cNvSpPr/>
                <p:nvPr/>
              </p:nvSpPr>
              <p:spPr>
                <a:xfrm>
                  <a:off x="589763" y="4407238"/>
                  <a:ext cx="30163" cy="22225"/>
                </a:xfrm>
                <a:custGeom>
                  <a:rect b="b" l="l" r="r" t="t"/>
                  <a:pathLst>
                    <a:path extrusionOk="0" h="6" w="8">
                      <a:moveTo>
                        <a:pt x="8" y="2"/>
                      </a:moveTo>
                      <a:cubicBezTo>
                        <a:pt x="8" y="4"/>
                        <a:pt x="6" y="6"/>
                        <a:pt x="3" y="6"/>
                      </a:cubicBezTo>
                      <a:cubicBezTo>
                        <a:pt x="1" y="6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5" y="0"/>
                        <a:pt x="7" y="0"/>
                        <a:pt x="7" y="1"/>
                      </a:cubicBezTo>
                      <a:cubicBezTo>
                        <a:pt x="8" y="2"/>
                        <a:pt x="8" y="2"/>
                        <a:pt x="8" y="2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9" name="Google Shape;3619;p20"/>
                <p:cNvSpPr/>
                <p:nvPr/>
              </p:nvSpPr>
              <p:spPr>
                <a:xfrm>
                  <a:off x="597700" y="4415175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0" name="Google Shape;3620;p20"/>
                <p:cNvSpPr/>
                <p:nvPr/>
              </p:nvSpPr>
              <p:spPr>
                <a:xfrm>
                  <a:off x="272263" y="4889838"/>
                  <a:ext cx="42862" cy="60325"/>
                </a:xfrm>
                <a:custGeom>
                  <a:rect b="b" l="l" r="r" t="t"/>
                  <a:pathLst>
                    <a:path extrusionOk="0" h="16" w="1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5" y="16"/>
                        <a:pt x="11" y="12"/>
                        <a:pt x="11" y="8"/>
                      </a:cubicBezTo>
                      <a:cubicBezTo>
                        <a:pt x="11" y="6"/>
                        <a:pt x="10" y="4"/>
                        <a:pt x="8" y="3"/>
                      </a:cubicBezTo>
                      <a:cubicBezTo>
                        <a:pt x="6" y="1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1" name="Google Shape;3621;p20"/>
                <p:cNvSpPr/>
                <p:nvPr/>
              </p:nvSpPr>
              <p:spPr>
                <a:xfrm>
                  <a:off x="238925" y="4889838"/>
                  <a:ext cx="63500" cy="60325"/>
                </a:xfrm>
                <a:custGeom>
                  <a:rect b="b" l="l" r="r" t="t"/>
                  <a:pathLst>
                    <a:path extrusionOk="0" h="16" w="17">
                      <a:moveTo>
                        <a:pt x="17" y="8"/>
                      </a:moveTo>
                      <a:cubicBezTo>
                        <a:pt x="17" y="12"/>
                        <a:pt x="12" y="16"/>
                        <a:pt x="8" y="16"/>
                      </a:cubicBezTo>
                      <a:cubicBezTo>
                        <a:pt x="3" y="16"/>
                        <a:pt x="0" y="13"/>
                        <a:pt x="0" y="8"/>
                      </a:cubicBezTo>
                      <a:cubicBezTo>
                        <a:pt x="0" y="7"/>
                        <a:pt x="0" y="6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1" y="0"/>
                        <a:pt x="13" y="1"/>
                        <a:pt x="15" y="3"/>
                      </a:cubicBezTo>
                      <a:cubicBezTo>
                        <a:pt x="16" y="4"/>
                        <a:pt x="17" y="6"/>
                        <a:pt x="17" y="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2" name="Google Shape;3622;p20"/>
                <p:cNvSpPr/>
                <p:nvPr/>
              </p:nvSpPr>
              <p:spPr>
                <a:xfrm>
                  <a:off x="242100" y="4889838"/>
                  <a:ext cx="53975" cy="44450"/>
                </a:xfrm>
                <a:custGeom>
                  <a:rect b="b" l="l" r="r" t="t"/>
                  <a:pathLst>
                    <a:path extrusionOk="0" h="12" w="14">
                      <a:moveTo>
                        <a:pt x="14" y="5"/>
                      </a:moveTo>
                      <a:cubicBezTo>
                        <a:pt x="14" y="9"/>
                        <a:pt x="10" y="12"/>
                        <a:pt x="7" y="12"/>
                      </a:cubicBezTo>
                      <a:cubicBezTo>
                        <a:pt x="3" y="12"/>
                        <a:pt x="0" y="9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4" y="4"/>
                        <a:pt x="14" y="4"/>
                        <a:pt x="14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3" name="Google Shape;3623;p20"/>
                <p:cNvSpPr/>
                <p:nvPr/>
              </p:nvSpPr>
              <p:spPr>
                <a:xfrm>
                  <a:off x="254800" y="4904125"/>
                  <a:ext cx="22200" cy="237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4" name="Google Shape;3624;p20"/>
                <p:cNvSpPr/>
                <p:nvPr/>
              </p:nvSpPr>
              <p:spPr>
                <a:xfrm>
                  <a:off x="-315112" y="4470738"/>
                  <a:ext cx="60325" cy="87312"/>
                </a:xfrm>
                <a:custGeom>
                  <a:rect b="b" l="l" r="r" t="t"/>
                  <a:pathLst>
                    <a:path extrusionOk="0" h="23" w="16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4" y="0"/>
                        <a:pt x="7" y="1"/>
                        <a:pt x="9" y="4"/>
                      </a:cubicBezTo>
                      <a:cubicBezTo>
                        <a:pt x="9" y="4"/>
                        <a:pt x="9" y="4"/>
                        <a:pt x="9" y="4"/>
                      </a:cubicBezTo>
                      <a:cubicBezTo>
                        <a:pt x="11" y="6"/>
                        <a:pt x="12" y="8"/>
                        <a:pt x="12" y="11"/>
                      </a:cubicBezTo>
                      <a:cubicBezTo>
                        <a:pt x="12" y="17"/>
                        <a:pt x="6" y="22"/>
                        <a:pt x="0" y="23"/>
                      </a:cubicBezTo>
                      <a:cubicBezTo>
                        <a:pt x="1" y="23"/>
                        <a:pt x="1" y="23"/>
                        <a:pt x="1" y="23"/>
                      </a:cubicBezTo>
                      <a:cubicBezTo>
                        <a:pt x="9" y="23"/>
                        <a:pt x="16" y="17"/>
                        <a:pt x="16" y="11"/>
                      </a:cubicBezTo>
                      <a:cubicBezTo>
                        <a:pt x="16" y="8"/>
                        <a:pt x="15" y="6"/>
                        <a:pt x="12" y="4"/>
                      </a:cubicBezTo>
                      <a:cubicBezTo>
                        <a:pt x="10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5" name="Google Shape;3625;p20"/>
                <p:cNvSpPr/>
                <p:nvPr/>
              </p:nvSpPr>
              <p:spPr>
                <a:xfrm>
                  <a:off x="-359562" y="4470738"/>
                  <a:ext cx="90488" cy="87312"/>
                </a:xfrm>
                <a:custGeom>
                  <a:rect b="b" l="l" r="r" t="t"/>
                  <a:pathLst>
                    <a:path extrusionOk="0" h="23" w="24">
                      <a:moveTo>
                        <a:pt x="24" y="11"/>
                      </a:moveTo>
                      <a:cubicBezTo>
                        <a:pt x="24" y="17"/>
                        <a:pt x="18" y="23"/>
                        <a:pt x="11" y="23"/>
                      </a:cubicBezTo>
                      <a:cubicBezTo>
                        <a:pt x="5" y="23"/>
                        <a:pt x="0" y="18"/>
                        <a:pt x="0" y="11"/>
                      </a:cubicBezTo>
                      <a:cubicBezTo>
                        <a:pt x="0" y="9"/>
                        <a:pt x="0" y="8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3" y="2"/>
                        <a:pt x="7" y="0"/>
                        <a:pt x="11" y="0"/>
                      </a:cubicBezTo>
                      <a:cubicBezTo>
                        <a:pt x="15" y="0"/>
                        <a:pt x="19" y="1"/>
                        <a:pt x="21" y="4"/>
                      </a:cubicBezTo>
                      <a:cubicBezTo>
                        <a:pt x="23" y="6"/>
                        <a:pt x="24" y="8"/>
                        <a:pt x="24" y="1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6" name="Google Shape;3626;p20"/>
                <p:cNvSpPr/>
                <p:nvPr/>
              </p:nvSpPr>
              <p:spPr>
                <a:xfrm>
                  <a:off x="-356387" y="4470738"/>
                  <a:ext cx="79375" cy="65088"/>
                </a:xfrm>
                <a:custGeom>
                  <a:rect b="b" l="l" r="r" t="t"/>
                  <a:pathLst>
                    <a:path extrusionOk="0" h="17" w="21">
                      <a:moveTo>
                        <a:pt x="21" y="7"/>
                      </a:moveTo>
                      <a:cubicBezTo>
                        <a:pt x="21" y="12"/>
                        <a:pt x="15" y="17"/>
                        <a:pt x="10" y="17"/>
                      </a:cubicBezTo>
                      <a:cubicBezTo>
                        <a:pt x="5" y="17"/>
                        <a:pt x="0" y="12"/>
                        <a:pt x="0" y="7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2" y="2"/>
                        <a:pt x="6" y="0"/>
                        <a:pt x="10" y="0"/>
                      </a:cubicBezTo>
                      <a:cubicBezTo>
                        <a:pt x="14" y="0"/>
                        <a:pt x="18" y="1"/>
                        <a:pt x="20" y="4"/>
                      </a:cubicBezTo>
                      <a:cubicBezTo>
                        <a:pt x="21" y="5"/>
                        <a:pt x="21" y="6"/>
                        <a:pt x="21" y="7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7" name="Google Shape;3627;p20"/>
                <p:cNvSpPr/>
                <p:nvPr/>
              </p:nvSpPr>
              <p:spPr>
                <a:xfrm>
                  <a:off x="-337337" y="4492963"/>
                  <a:ext cx="33300" cy="270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8" name="Google Shape;3628;p20"/>
                <p:cNvSpPr/>
                <p:nvPr/>
              </p:nvSpPr>
              <p:spPr>
                <a:xfrm>
                  <a:off x="-345275" y="4365963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6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5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9" name="Google Shape;3629;p20"/>
                <p:cNvSpPr/>
                <p:nvPr/>
              </p:nvSpPr>
              <p:spPr>
                <a:xfrm>
                  <a:off x="-375437" y="4365963"/>
                  <a:ext cx="60325" cy="60325"/>
                </a:xfrm>
                <a:custGeom>
                  <a:rect b="b" l="l" r="r" t="t"/>
                  <a:pathLst>
                    <a:path extrusionOk="0" h="16" w="16">
                      <a:moveTo>
                        <a:pt x="16" y="7"/>
                      </a:moveTo>
                      <a:cubicBezTo>
                        <a:pt x="16" y="12"/>
                        <a:pt x="12" y="16"/>
                        <a:pt x="8" y="16"/>
                      </a:cubicBezTo>
                      <a:cubicBezTo>
                        <a:pt x="3" y="16"/>
                        <a:pt x="0" y="12"/>
                        <a:pt x="0" y="8"/>
                      </a:cubicBezTo>
                      <a:cubicBezTo>
                        <a:pt x="0" y="6"/>
                        <a:pt x="0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3" y="1"/>
                        <a:pt x="14" y="3"/>
                      </a:cubicBezTo>
                      <a:cubicBezTo>
                        <a:pt x="16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0" name="Google Shape;3630;p20"/>
                <p:cNvSpPr/>
                <p:nvPr/>
              </p:nvSpPr>
              <p:spPr>
                <a:xfrm>
                  <a:off x="-370675" y="4365963"/>
                  <a:ext cx="52388" cy="41275"/>
                </a:xfrm>
                <a:custGeom>
                  <a:rect b="b" l="l" r="r" t="t"/>
                  <a:pathLst>
                    <a:path extrusionOk="0" h="11" w="14">
                      <a:moveTo>
                        <a:pt x="14" y="4"/>
                      </a:moveTo>
                      <a:cubicBezTo>
                        <a:pt x="14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2" y="1"/>
                        <a:pt x="13" y="3"/>
                      </a:cubicBezTo>
                      <a:cubicBezTo>
                        <a:pt x="14" y="3"/>
                        <a:pt x="14" y="4"/>
                        <a:pt x="14" y="4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1" name="Google Shape;3631;p20"/>
                <p:cNvSpPr/>
                <p:nvPr/>
              </p:nvSpPr>
              <p:spPr>
                <a:xfrm>
                  <a:off x="-307175" y="428658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1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7"/>
                        <a:pt x="3" y="9"/>
                        <a:pt x="0" y="9"/>
                      </a:cubicBezTo>
                      <a:cubicBezTo>
                        <a:pt x="0" y="9"/>
                        <a:pt x="1" y="9"/>
                        <a:pt x="1" y="9"/>
                      </a:cubicBezTo>
                      <a:cubicBezTo>
                        <a:pt x="4" y="9"/>
                        <a:pt x="6" y="7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2" name="Google Shape;3632;p20"/>
                <p:cNvSpPr/>
                <p:nvPr/>
              </p:nvSpPr>
              <p:spPr>
                <a:xfrm>
                  <a:off x="-326225" y="428658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5"/>
                      </a:moveTo>
                      <a:cubicBezTo>
                        <a:pt x="10" y="7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5"/>
                      </a:cubicBezTo>
                      <a:cubicBezTo>
                        <a:pt x="0" y="4"/>
                        <a:pt x="1" y="4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1"/>
                        <a:pt x="3" y="0"/>
                        <a:pt x="5" y="0"/>
                      </a:cubicBezTo>
                      <a:cubicBezTo>
                        <a:pt x="6" y="0"/>
                        <a:pt x="8" y="1"/>
                        <a:pt x="9" y="2"/>
                      </a:cubicBezTo>
                      <a:cubicBezTo>
                        <a:pt x="9" y="3"/>
                        <a:pt x="10" y="4"/>
                        <a:pt x="10" y="5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3" name="Google Shape;3633;p20"/>
                <p:cNvSpPr/>
                <p:nvPr/>
              </p:nvSpPr>
              <p:spPr>
                <a:xfrm>
                  <a:off x="-323050" y="4286588"/>
                  <a:ext cx="30163" cy="25400"/>
                </a:xfrm>
                <a:custGeom>
                  <a:rect b="b" l="l" r="r" t="t"/>
                  <a:pathLst>
                    <a:path extrusionOk="0" h="7" w="8">
                      <a:moveTo>
                        <a:pt x="8" y="3"/>
                      </a:moveTo>
                      <a:cubicBezTo>
                        <a:pt x="8" y="5"/>
                        <a:pt x="6" y="7"/>
                        <a:pt x="4" y="7"/>
                      </a:cubicBezTo>
                      <a:cubicBezTo>
                        <a:pt x="2" y="7"/>
                        <a:pt x="0" y="5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5" y="0"/>
                        <a:pt x="7" y="1"/>
                        <a:pt x="8" y="2"/>
                      </a:cubicBezTo>
                      <a:cubicBezTo>
                        <a:pt x="8" y="2"/>
                        <a:pt x="8" y="3"/>
                        <a:pt x="8" y="3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4" name="Google Shape;3634;p20"/>
                <p:cNvSpPr/>
                <p:nvPr/>
              </p:nvSpPr>
              <p:spPr>
                <a:xfrm>
                  <a:off x="-315112" y="4297700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5" name="Google Shape;3635;p20"/>
                <p:cNvSpPr/>
                <p:nvPr/>
              </p:nvSpPr>
              <p:spPr>
                <a:xfrm>
                  <a:off x="-70637" y="4070688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5"/>
                      </a:cubicBezTo>
                      <a:cubicBezTo>
                        <a:pt x="0" y="15"/>
                        <a:pt x="0" y="15"/>
                        <a:pt x="1" y="15"/>
                      </a:cubicBezTo>
                      <a:cubicBezTo>
                        <a:pt x="5" y="15"/>
                        <a:pt x="10" y="11"/>
                        <a:pt x="10" y="7"/>
                      </a:cubicBezTo>
                      <a:cubicBezTo>
                        <a:pt x="10" y="5"/>
                        <a:pt x="9" y="4"/>
                        <a:pt x="8" y="3"/>
                      </a:cubicBezTo>
                      <a:cubicBezTo>
                        <a:pt x="6" y="1"/>
                        <a:pt x="3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6" name="Google Shape;3636;p20"/>
                <p:cNvSpPr/>
                <p:nvPr/>
              </p:nvSpPr>
              <p:spPr>
                <a:xfrm>
                  <a:off x="-100800" y="4070688"/>
                  <a:ext cx="60325" cy="57150"/>
                </a:xfrm>
                <a:custGeom>
                  <a:rect b="b" l="l" r="r" t="t"/>
                  <a:pathLst>
                    <a:path extrusionOk="0" h="15" w="16">
                      <a:moveTo>
                        <a:pt x="16" y="7"/>
                      </a:moveTo>
                      <a:cubicBezTo>
                        <a:pt x="16" y="11"/>
                        <a:pt x="12" y="15"/>
                        <a:pt x="8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ubicBezTo>
                        <a:pt x="0" y="6"/>
                        <a:pt x="1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5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7" name="Google Shape;3637;p20"/>
                <p:cNvSpPr/>
                <p:nvPr/>
              </p:nvSpPr>
              <p:spPr>
                <a:xfrm>
                  <a:off x="-96037" y="4070688"/>
                  <a:ext cx="49213" cy="42862"/>
                </a:xfrm>
                <a:custGeom>
                  <a:rect b="b" l="l" r="r" t="t"/>
                  <a:pathLst>
                    <a:path extrusionOk="0" h="11" w="13">
                      <a:moveTo>
                        <a:pt x="13" y="5"/>
                      </a:moveTo>
                      <a:cubicBezTo>
                        <a:pt x="13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1" y="1"/>
                        <a:pt x="13" y="3"/>
                      </a:cubicBezTo>
                      <a:cubicBezTo>
                        <a:pt x="13" y="3"/>
                        <a:pt x="13" y="4"/>
                        <a:pt x="13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8" name="Google Shape;3638;p20"/>
                <p:cNvSpPr/>
                <p:nvPr/>
              </p:nvSpPr>
              <p:spPr>
                <a:xfrm>
                  <a:off x="-84925" y="4086563"/>
                  <a:ext cx="19200" cy="192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9" name="Google Shape;3639;p20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0" name="Google Shape;3640;p20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1" name="Google Shape;3641;p20"/>
                <p:cNvSpPr/>
                <p:nvPr/>
              </p:nvSpPr>
              <p:spPr>
                <a:xfrm>
                  <a:off x="208763" y="4418350"/>
                  <a:ext cx="117475" cy="98425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3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20"/>
                        <a:pt x="31" y="12"/>
                      </a:cubicBezTo>
                      <a:cubicBezTo>
                        <a:pt x="31" y="9"/>
                        <a:pt x="29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2" name="Google Shape;3642;p20"/>
                <p:cNvSpPr/>
                <p:nvPr/>
              </p:nvSpPr>
              <p:spPr>
                <a:xfrm>
                  <a:off x="208763" y="4445338"/>
                  <a:ext cx="49213" cy="71437"/>
                </a:xfrm>
                <a:custGeom>
                  <a:rect b="b" l="l" r="r" t="t"/>
                  <a:pathLst>
                    <a:path extrusionOk="0" h="19" w="13">
                      <a:moveTo>
                        <a:pt x="0" y="6"/>
                      </a:moveTo>
                      <a:cubicBezTo>
                        <a:pt x="0" y="13"/>
                        <a:pt x="5" y="19"/>
                        <a:pt x="13" y="19"/>
                      </a:cubicBezTo>
                      <a:cubicBezTo>
                        <a:pt x="13" y="19"/>
                        <a:pt x="13" y="19"/>
                        <a:pt x="13" y="19"/>
                      </a:cubicBezTo>
                      <a:cubicBezTo>
                        <a:pt x="6" y="18"/>
                        <a:pt x="0" y="13"/>
                        <a:pt x="0" y="6"/>
                      </a:cubicBezTo>
                      <a:moveTo>
                        <a:pt x="1" y="0"/>
                      </a:moveTo>
                      <a:cubicBezTo>
                        <a:pt x="0" y="2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4"/>
                        <a:pt x="0" y="2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3" name="Google Shape;3643;p20"/>
                <p:cNvSpPr/>
                <p:nvPr/>
              </p:nvSpPr>
              <p:spPr>
                <a:xfrm>
                  <a:off x="208763" y="4437400"/>
                  <a:ext cx="101600" cy="79375"/>
                </a:xfrm>
                <a:custGeom>
                  <a:rect b="b" l="l" r="r" t="t"/>
                  <a:pathLst>
                    <a:path extrusionOk="0" h="21" w="27">
                      <a:moveTo>
                        <a:pt x="24" y="0"/>
                      </a:moveTo>
                      <a:cubicBezTo>
                        <a:pt x="24" y="1"/>
                        <a:pt x="24" y="2"/>
                        <a:pt x="24" y="3"/>
                      </a:cubicBezTo>
                      <a:cubicBezTo>
                        <a:pt x="24" y="9"/>
                        <a:pt x="18" y="14"/>
                        <a:pt x="12" y="14"/>
                      </a:cubicBezTo>
                      <a:cubicBezTo>
                        <a:pt x="6" y="14"/>
                        <a:pt x="1" y="9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4"/>
                        <a:pt x="0" y="6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5"/>
                        <a:pt x="6" y="20"/>
                        <a:pt x="13" y="21"/>
                      </a:cubicBezTo>
                      <a:cubicBezTo>
                        <a:pt x="20" y="20"/>
                        <a:pt x="27" y="14"/>
                        <a:pt x="27" y="7"/>
                      </a:cubicBezTo>
                      <a:cubicBezTo>
                        <a:pt x="27" y="4"/>
                        <a:pt x="26" y="2"/>
                        <a:pt x="24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4" name="Google Shape;3644;p20"/>
                <p:cNvSpPr/>
                <p:nvPr/>
              </p:nvSpPr>
              <p:spPr>
                <a:xfrm>
                  <a:off x="211938" y="4418350"/>
                  <a:ext cx="49213" cy="30163"/>
                </a:xfrm>
                <a:custGeom>
                  <a:rect b="b" l="l" r="r" t="t"/>
                  <a:pathLst>
                    <a:path extrusionOk="0" h="8" w="13">
                      <a:moveTo>
                        <a:pt x="12" y="0"/>
                      </a:moveTo>
                      <a:cubicBezTo>
                        <a:pt x="7" y="0"/>
                        <a:pt x="2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3" y="3"/>
                        <a:pt x="7" y="1"/>
                        <a:pt x="13" y="0"/>
                      </a:cubicBezTo>
                      <a:cubicBezTo>
                        <a:pt x="12" y="0"/>
                        <a:pt x="12" y="0"/>
                        <a:pt x="12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5" name="Google Shape;3645;p20"/>
                <p:cNvSpPr/>
                <p:nvPr/>
              </p:nvSpPr>
              <p:spPr>
                <a:xfrm>
                  <a:off x="211938" y="4418350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10" y="15"/>
                      </a:moveTo>
                      <a:cubicBezTo>
                        <a:pt x="8" y="15"/>
                        <a:pt x="5" y="13"/>
                        <a:pt x="5" y="11"/>
                      </a:cubicBezTo>
                      <a:cubicBezTo>
                        <a:pt x="5" y="9"/>
                        <a:pt x="8" y="7"/>
                        <a:pt x="10" y="7"/>
                      </a:cubicBezTo>
                      <a:cubicBezTo>
                        <a:pt x="13" y="7"/>
                        <a:pt x="15" y="9"/>
                        <a:pt x="15" y="11"/>
                      </a:cubicBezTo>
                      <a:cubicBezTo>
                        <a:pt x="15" y="13"/>
                        <a:pt x="13" y="15"/>
                        <a:pt x="10" y="15"/>
                      </a:cubicBezTo>
                      <a:moveTo>
                        <a:pt x="13" y="0"/>
                      </a:moveTo>
                      <a:cubicBezTo>
                        <a:pt x="7" y="1"/>
                        <a:pt x="3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4"/>
                        <a:pt x="5" y="19"/>
                        <a:pt x="11" y="19"/>
                      </a:cubicBezTo>
                      <a:cubicBezTo>
                        <a:pt x="17" y="19"/>
                        <a:pt x="23" y="14"/>
                        <a:pt x="23" y="8"/>
                      </a:cubicBezTo>
                      <a:cubicBezTo>
                        <a:pt x="23" y="7"/>
                        <a:pt x="23" y="6"/>
                        <a:pt x="23" y="5"/>
                      </a:cubicBezTo>
                      <a:cubicBezTo>
                        <a:pt x="23" y="5"/>
                        <a:pt x="23" y="5"/>
                        <a:pt x="23" y="5"/>
                      </a:cubicBezTo>
                      <a:cubicBezTo>
                        <a:pt x="20" y="2"/>
                        <a:pt x="16" y="0"/>
                        <a:pt x="13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6" name="Google Shape;3646;p20"/>
                <p:cNvSpPr/>
                <p:nvPr/>
              </p:nvSpPr>
              <p:spPr>
                <a:xfrm>
                  <a:off x="230988" y="4445338"/>
                  <a:ext cx="381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7" name="Google Shape;3647;p20"/>
                <p:cNvSpPr/>
                <p:nvPr/>
              </p:nvSpPr>
              <p:spPr>
                <a:xfrm>
                  <a:off x="77000" y="4391363"/>
                  <a:ext cx="41275" cy="65088"/>
                </a:xfrm>
                <a:custGeom>
                  <a:rect b="b" l="l" r="r" t="t"/>
                  <a:pathLst>
                    <a:path extrusionOk="0" h="17" w="1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1"/>
                        <a:pt x="5" y="2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5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7"/>
                      </a:cubicBezTo>
                      <a:cubicBezTo>
                        <a:pt x="0" y="17"/>
                        <a:pt x="0" y="17"/>
                        <a:pt x="1" y="17"/>
                      </a:cubicBezTo>
                      <a:cubicBezTo>
                        <a:pt x="6" y="17"/>
                        <a:pt x="11" y="13"/>
                        <a:pt x="11" y="8"/>
                      </a:cubicBezTo>
                      <a:cubicBezTo>
                        <a:pt x="11" y="6"/>
                        <a:pt x="10" y="5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8" name="Google Shape;3648;p20"/>
                <p:cNvSpPr/>
                <p:nvPr/>
              </p:nvSpPr>
              <p:spPr>
                <a:xfrm>
                  <a:off x="43663" y="4410413"/>
                  <a:ext cx="33338" cy="46037"/>
                </a:xfrm>
                <a:custGeom>
                  <a:rect b="b" l="l" r="r" t="t"/>
                  <a:pathLst>
                    <a:path extrusionOk="0" h="12" w="9">
                      <a:moveTo>
                        <a:pt x="0" y="4"/>
                      </a:moveTo>
                      <a:cubicBezTo>
                        <a:pt x="0" y="8"/>
                        <a:pt x="4" y="12"/>
                        <a:pt x="8" y="12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4" y="11"/>
                        <a:pt x="0" y="8"/>
                        <a:pt x="0" y="4"/>
                      </a:cubicBezTo>
                      <a:moveTo>
                        <a:pt x="1" y="0"/>
                      </a:moveTo>
                      <a:cubicBezTo>
                        <a:pt x="1" y="1"/>
                        <a:pt x="0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9" name="Google Shape;3649;p20"/>
                <p:cNvSpPr/>
                <p:nvPr/>
              </p:nvSpPr>
              <p:spPr>
                <a:xfrm>
                  <a:off x="43663" y="4402475"/>
                  <a:ext cx="63500" cy="53975"/>
                </a:xfrm>
                <a:custGeom>
                  <a:rect b="b" l="l" r="r" t="t"/>
                  <a:pathLst>
                    <a:path extrusionOk="0" h="14" w="17">
                      <a:moveTo>
                        <a:pt x="15" y="0"/>
                      </a:moveTo>
                      <a:cubicBezTo>
                        <a:pt x="16" y="1"/>
                        <a:pt x="16" y="2"/>
                        <a:pt x="16" y="2"/>
                      </a:cubicBezTo>
                      <a:cubicBezTo>
                        <a:pt x="16" y="6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0"/>
                        <a:pt x="4" y="13"/>
                        <a:pt x="9" y="14"/>
                      </a:cubicBezTo>
                      <a:cubicBezTo>
                        <a:pt x="13" y="13"/>
                        <a:pt x="17" y="9"/>
                        <a:pt x="17" y="5"/>
                      </a:cubicBezTo>
                      <a:cubicBezTo>
                        <a:pt x="17" y="3"/>
                        <a:pt x="17" y="2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0" name="Google Shape;3650;p20"/>
                <p:cNvSpPr/>
                <p:nvPr/>
              </p:nvSpPr>
              <p:spPr>
                <a:xfrm>
                  <a:off x="46838" y="4391363"/>
                  <a:ext cx="30163" cy="19050"/>
                </a:xfrm>
                <a:custGeom>
                  <a:rect b="b" l="l" r="r" t="t"/>
                  <a:pathLst>
                    <a:path extrusionOk="0" h="5" w="8">
                      <a:moveTo>
                        <a:pt x="7" y="0"/>
                      </a:moveTo>
                      <a:cubicBezTo>
                        <a:pt x="4" y="0"/>
                        <a:pt x="1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2" y="2"/>
                        <a:pt x="5" y="1"/>
                        <a:pt x="8" y="0"/>
                      </a:cubicBezTo>
                      <a:cubicBezTo>
                        <a:pt x="8" y="0"/>
                        <a:pt x="8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1" name="Google Shape;3651;p20"/>
                <p:cNvSpPr/>
                <p:nvPr/>
              </p:nvSpPr>
              <p:spPr>
                <a:xfrm>
                  <a:off x="46838" y="4391363"/>
                  <a:ext cx="57150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10"/>
                      </a:move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5"/>
                        <a:pt x="7" y="5"/>
                      </a:cubicBezTo>
                      <a:cubicBezTo>
                        <a:pt x="8" y="5"/>
                        <a:pt x="10" y="6"/>
                        <a:pt x="10" y="7"/>
                      </a:cubicBezTo>
                      <a:cubicBezTo>
                        <a:pt x="10" y="9"/>
                        <a:pt x="8" y="10"/>
                        <a:pt x="7" y="10"/>
                      </a:cubicBezTo>
                      <a:moveTo>
                        <a:pt x="8" y="0"/>
                      </a:moveTo>
                      <a:cubicBezTo>
                        <a:pt x="5" y="1"/>
                        <a:pt x="2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9"/>
                        <a:pt x="15" y="5"/>
                      </a:cubicBezTo>
                      <a:cubicBezTo>
                        <a:pt x="15" y="5"/>
                        <a:pt x="15" y="4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0" y="1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2" name="Google Shape;3652;p20"/>
                <p:cNvSpPr/>
                <p:nvPr/>
              </p:nvSpPr>
              <p:spPr>
                <a:xfrm>
                  <a:off x="62713" y="441041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3" name="Google Shape;3653;p20"/>
                <p:cNvSpPr/>
                <p:nvPr/>
              </p:nvSpPr>
              <p:spPr>
                <a:xfrm>
                  <a:off x="299250" y="4229438"/>
                  <a:ext cx="79375" cy="60325"/>
                </a:xfrm>
                <a:custGeom>
                  <a:rect b="b" l="l" r="r" t="t"/>
                  <a:pathLst>
                    <a:path extrusionOk="0" h="16" w="21">
                      <a:moveTo>
                        <a:pt x="19" y="0"/>
                      </a:moveTo>
                      <a:cubicBezTo>
                        <a:pt x="19" y="0"/>
                        <a:pt x="19" y="1"/>
                        <a:pt x="19" y="2"/>
                      </a:cubicBezTo>
                      <a:cubicBezTo>
                        <a:pt x="19" y="7"/>
                        <a:pt x="15" y="11"/>
                        <a:pt x="10" y="11"/>
                      </a:cubicBezTo>
                      <a:cubicBezTo>
                        <a:pt x="5" y="11"/>
                        <a:pt x="1" y="7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5" y="16"/>
                        <a:pt x="11" y="16"/>
                      </a:cubicBezTo>
                      <a:cubicBezTo>
                        <a:pt x="16" y="16"/>
                        <a:pt x="21" y="11"/>
                        <a:pt x="21" y="6"/>
                      </a:cubicBezTo>
                      <a:cubicBezTo>
                        <a:pt x="21" y="3"/>
                        <a:pt x="20" y="1"/>
                        <a:pt x="19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4" name="Google Shape;3654;p20"/>
                <p:cNvSpPr/>
                <p:nvPr/>
              </p:nvSpPr>
              <p:spPr>
                <a:xfrm>
                  <a:off x="302425" y="4215150"/>
                  <a:ext cx="68262" cy="55563"/>
                </a:xfrm>
                <a:custGeom>
                  <a:rect b="b" l="l" r="r" t="t"/>
                  <a:pathLst>
                    <a:path extrusionOk="0" h="15" w="18">
                      <a:moveTo>
                        <a:pt x="8" y="12"/>
                      </a:moveTo>
                      <a:cubicBezTo>
                        <a:pt x="6" y="12"/>
                        <a:pt x="4" y="10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0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6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8" y="11"/>
                        <a:pt x="18" y="6"/>
                      </a:cubicBezTo>
                      <a:cubicBezTo>
                        <a:pt x="18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2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5" name="Google Shape;3655;p20"/>
                <p:cNvSpPr/>
                <p:nvPr/>
              </p:nvSpPr>
              <p:spPr>
                <a:xfrm>
                  <a:off x="318300" y="4234200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6" name="Google Shape;3656;p20"/>
                <p:cNvSpPr/>
                <p:nvPr/>
              </p:nvSpPr>
              <p:spPr>
                <a:xfrm>
                  <a:off x="340525" y="4215150"/>
                  <a:ext cx="52388" cy="74613"/>
                </a:xfrm>
                <a:custGeom>
                  <a:rect b="b" l="l" r="r" t="t"/>
                  <a:pathLst>
                    <a:path extrusionOk="0" h="20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2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9" y="5"/>
                        <a:pt x="10" y="7"/>
                        <a:pt x="10" y="10"/>
                      </a:cubicBezTo>
                      <a:cubicBezTo>
                        <a:pt x="10" y="15"/>
                        <a:pt x="5" y="20"/>
                        <a:pt x="0" y="20"/>
                      </a:cubicBezTo>
                      <a:cubicBezTo>
                        <a:pt x="0" y="20"/>
                        <a:pt x="0" y="20"/>
                        <a:pt x="1" y="20"/>
                      </a:cubicBezTo>
                      <a:cubicBezTo>
                        <a:pt x="7" y="20"/>
                        <a:pt x="14" y="15"/>
                        <a:pt x="14" y="10"/>
                      </a:cubicBezTo>
                      <a:cubicBezTo>
                        <a:pt x="14" y="7"/>
                        <a:pt x="12" y="5"/>
                        <a:pt x="11" y="4"/>
                      </a:cubicBezTo>
                      <a:cubicBezTo>
                        <a:pt x="8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7" name="Google Shape;3657;p20"/>
                <p:cNvSpPr/>
                <p:nvPr/>
              </p:nvSpPr>
              <p:spPr>
                <a:xfrm>
                  <a:off x="-5550" y="4539000"/>
                  <a:ext cx="22225" cy="3810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8"/>
                        <a:pt x="2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3" y="10"/>
                        <a:pt x="6" y="8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8" name="Google Shape;3658;p20"/>
                <p:cNvSpPr/>
                <p:nvPr/>
              </p:nvSpPr>
              <p:spPr>
                <a:xfrm>
                  <a:off x="-27775" y="4546938"/>
                  <a:ext cx="41275" cy="30163"/>
                </a:xfrm>
                <a:custGeom>
                  <a:rect b="b" l="l" r="r" t="t"/>
                  <a:pathLst>
                    <a:path extrusionOk="0" h="8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7" y="6"/>
                        <a:pt x="5" y="6"/>
                      </a:cubicBezTo>
                      <a:cubicBezTo>
                        <a:pt x="3" y="6"/>
                        <a:pt x="1" y="4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3" y="8"/>
                        <a:pt x="6" y="8"/>
                      </a:cubicBezTo>
                      <a:cubicBezTo>
                        <a:pt x="8" y="8"/>
                        <a:pt x="11" y="6"/>
                        <a:pt x="11" y="3"/>
                      </a:cubicBezTo>
                      <a:cubicBezTo>
                        <a:pt x="11" y="2"/>
                        <a:pt x="10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9" name="Google Shape;3659;p20"/>
                <p:cNvSpPr/>
                <p:nvPr/>
              </p:nvSpPr>
              <p:spPr>
                <a:xfrm>
                  <a:off x="-24600" y="4539000"/>
                  <a:ext cx="33338" cy="30163"/>
                </a:xfrm>
                <a:custGeom>
                  <a:rect b="b" l="l" r="r" t="t"/>
                  <a:pathLst>
                    <a:path extrusionOk="0" h="8" w="9">
                      <a:moveTo>
                        <a:pt x="4" y="6"/>
                      </a:moveTo>
                      <a:cubicBezTo>
                        <a:pt x="3" y="6"/>
                        <a:pt x="2" y="5"/>
                        <a:pt x="2" y="4"/>
                      </a:cubicBezTo>
                      <a:cubicBezTo>
                        <a:pt x="2" y="4"/>
                        <a:pt x="3" y="3"/>
                        <a:pt x="4" y="3"/>
                      </a:cubicBezTo>
                      <a:cubicBezTo>
                        <a:pt x="5" y="3"/>
                        <a:pt x="6" y="4"/>
                        <a:pt x="6" y="4"/>
                      </a:cubicBezTo>
                      <a:cubicBezTo>
                        <a:pt x="6" y="5"/>
                        <a:pt x="5" y="6"/>
                        <a:pt x="4" y="6"/>
                      </a:cubicBezTo>
                      <a:moveTo>
                        <a:pt x="5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6" y="8"/>
                        <a:pt x="9" y="6"/>
                        <a:pt x="9" y="3"/>
                      </a:cubicBezTo>
                      <a:cubicBezTo>
                        <a:pt x="9" y="3"/>
                        <a:pt x="9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8" y="1"/>
                        <a:pt x="6" y="0"/>
                        <a:pt x="5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0" name="Google Shape;3660;p20"/>
                <p:cNvSpPr/>
                <p:nvPr/>
              </p:nvSpPr>
              <p:spPr>
                <a:xfrm>
                  <a:off x="-16662" y="455011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1" name="Google Shape;3661;p20"/>
                <p:cNvSpPr/>
                <p:nvPr/>
              </p:nvSpPr>
              <p:spPr>
                <a:xfrm>
                  <a:off x="-107150" y="4311988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9" y="6"/>
                        <a:pt x="9" y="7"/>
                      </a:cubicBezTo>
                      <a:cubicBezTo>
                        <a:pt x="9" y="12"/>
                        <a:pt x="4" y="16"/>
                        <a:pt x="0" y="16"/>
                      </a:cubicBezTo>
                      <a:cubicBezTo>
                        <a:pt x="0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6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2" name="Google Shape;3662;p20"/>
                <p:cNvSpPr/>
                <p:nvPr/>
              </p:nvSpPr>
              <p:spPr>
                <a:xfrm>
                  <a:off x="-142075" y="4324688"/>
                  <a:ext cx="68262" cy="47625"/>
                </a:xfrm>
                <a:custGeom>
                  <a:rect b="b" l="l" r="r" t="t"/>
                  <a:pathLst>
                    <a:path extrusionOk="0" h="13" w="18">
                      <a:moveTo>
                        <a:pt x="15" y="0"/>
                      </a:moveTo>
                      <a:cubicBezTo>
                        <a:pt x="16" y="0"/>
                        <a:pt x="16" y="1"/>
                        <a:pt x="16" y="1"/>
                      </a:cubicBezTo>
                      <a:cubicBezTo>
                        <a:pt x="16" y="5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0" y="4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4" y="13"/>
                        <a:pt x="9" y="13"/>
                      </a:cubicBezTo>
                      <a:cubicBezTo>
                        <a:pt x="13" y="13"/>
                        <a:pt x="18" y="9"/>
                        <a:pt x="18" y="4"/>
                      </a:cubicBezTo>
                      <a:cubicBezTo>
                        <a:pt x="18" y="3"/>
                        <a:pt x="17" y="1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3" name="Google Shape;3663;p20"/>
                <p:cNvSpPr/>
                <p:nvPr/>
              </p:nvSpPr>
              <p:spPr>
                <a:xfrm>
                  <a:off x="-137312" y="4311988"/>
                  <a:ext cx="55563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9"/>
                      </a:moveTo>
                      <a:cubicBezTo>
                        <a:pt x="5" y="9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8" y="4"/>
                        <a:pt x="10" y="5"/>
                        <a:pt x="10" y="7"/>
                      </a:cubicBezTo>
                      <a:cubicBezTo>
                        <a:pt x="10" y="8"/>
                        <a:pt x="8" y="9"/>
                        <a:pt x="7" y="9"/>
                      </a:cubicBezTo>
                      <a:moveTo>
                        <a:pt x="8" y="0"/>
                      </a:moveTo>
                      <a:cubicBezTo>
                        <a:pt x="5" y="0"/>
                        <a:pt x="2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8"/>
                        <a:pt x="15" y="4"/>
                      </a:cubicBezTo>
                      <a:cubicBezTo>
                        <a:pt x="15" y="4"/>
                        <a:pt x="15" y="3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1"/>
                        <a:pt x="11" y="0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4" name="Google Shape;3664;p20"/>
                <p:cNvSpPr/>
                <p:nvPr/>
              </p:nvSpPr>
              <p:spPr>
                <a:xfrm>
                  <a:off x="-123025" y="432786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5" name="Google Shape;3665;p20"/>
                <p:cNvSpPr/>
                <p:nvPr/>
              </p:nvSpPr>
              <p:spPr>
                <a:xfrm>
                  <a:off x="-24600" y="4215150"/>
                  <a:ext cx="26988" cy="41275"/>
                </a:xfrm>
                <a:custGeom>
                  <a:rect b="b" l="l" r="r" t="t"/>
                  <a:pathLst>
                    <a:path extrusionOk="0" h="11" w="7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3"/>
                        <a:pt x="5" y="4"/>
                        <a:pt x="5" y="5"/>
                      </a:cubicBezTo>
                      <a:cubicBezTo>
                        <a:pt x="5" y="8"/>
                        <a:pt x="2" y="11"/>
                        <a:pt x="0" y="1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4" y="11"/>
                        <a:pt x="7" y="8"/>
                        <a:pt x="7" y="5"/>
                      </a:cubicBezTo>
                      <a:cubicBezTo>
                        <a:pt x="7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6" name="Google Shape;3666;p20"/>
                <p:cNvSpPr/>
                <p:nvPr/>
              </p:nvSpPr>
              <p:spPr>
                <a:xfrm>
                  <a:off x="-46825" y="4221500"/>
                  <a:ext cx="41275" cy="34925"/>
                </a:xfrm>
                <a:custGeom>
                  <a:rect b="b" l="l" r="r" t="t"/>
                  <a:pathLst>
                    <a:path extrusionOk="0" h="9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8" y="6"/>
                        <a:pt x="5" y="6"/>
                      </a:cubicBezTo>
                      <a:cubicBezTo>
                        <a:pt x="2" y="6"/>
                        <a:pt x="0" y="4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9"/>
                        <a:pt x="6" y="9"/>
                      </a:cubicBezTo>
                      <a:cubicBezTo>
                        <a:pt x="8" y="9"/>
                        <a:pt x="11" y="6"/>
                        <a:pt x="11" y="3"/>
                      </a:cubicBezTo>
                      <a:cubicBezTo>
                        <a:pt x="11" y="2"/>
                        <a:pt x="11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7" name="Google Shape;3667;p20"/>
                <p:cNvSpPr/>
                <p:nvPr/>
              </p:nvSpPr>
              <p:spPr>
                <a:xfrm>
                  <a:off x="-46825" y="4215150"/>
                  <a:ext cx="36513" cy="30163"/>
                </a:xfrm>
                <a:custGeom>
                  <a:rect b="b" l="l" r="r" t="t"/>
                  <a:pathLst>
                    <a:path extrusionOk="0" h="8" w="10">
                      <a:moveTo>
                        <a:pt x="5" y="6"/>
                      </a:moveTo>
                      <a:cubicBezTo>
                        <a:pt x="4" y="6"/>
                        <a:pt x="3" y="5"/>
                        <a:pt x="3" y="4"/>
                      </a:cubicBezTo>
                      <a:cubicBezTo>
                        <a:pt x="3" y="4"/>
                        <a:pt x="4" y="3"/>
                        <a:pt x="5" y="3"/>
                      </a:cubicBezTo>
                      <a:cubicBezTo>
                        <a:pt x="6" y="3"/>
                        <a:pt x="7" y="4"/>
                        <a:pt x="7" y="4"/>
                      </a:cubicBezTo>
                      <a:cubicBezTo>
                        <a:pt x="7" y="5"/>
                        <a:pt x="6" y="6"/>
                        <a:pt x="5" y="6"/>
                      </a:cubicBezTo>
                      <a:moveTo>
                        <a:pt x="6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5" y="8"/>
                      </a:cubicBezTo>
                      <a:cubicBezTo>
                        <a:pt x="8" y="8"/>
                        <a:pt x="10" y="6"/>
                        <a:pt x="10" y="3"/>
                      </a:cubicBezTo>
                      <a:cubicBezTo>
                        <a:pt x="10" y="3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9" y="1"/>
                        <a:pt x="7" y="0"/>
                        <a:pt x="6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8" name="Google Shape;3668;p20"/>
                <p:cNvSpPr/>
                <p:nvPr/>
              </p:nvSpPr>
              <p:spPr>
                <a:xfrm>
                  <a:off x="-35712" y="422626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9" name="Google Shape;3669;p20"/>
                <p:cNvSpPr/>
                <p:nvPr/>
              </p:nvSpPr>
              <p:spPr>
                <a:xfrm>
                  <a:off x="219875" y="4154825"/>
                  <a:ext cx="34925" cy="49213"/>
                </a:xfrm>
                <a:custGeom>
                  <a:rect b="b" l="l" r="r" t="t"/>
                  <a:pathLst>
                    <a:path extrusionOk="0" h="13" w="9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3"/>
                        <a:pt x="7" y="4"/>
                        <a:pt x="7" y="6"/>
                      </a:cubicBezTo>
                      <a:cubicBezTo>
                        <a:pt x="7" y="10"/>
                        <a:pt x="3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5" y="13"/>
                        <a:pt x="9" y="10"/>
                        <a:pt x="9" y="6"/>
                      </a:cubicBezTo>
                      <a:cubicBezTo>
                        <a:pt x="9" y="4"/>
                        <a:pt x="8" y="3"/>
                        <a:pt x="7" y="2"/>
                      </a:cubicBezTo>
                      <a:cubicBezTo>
                        <a:pt x="5" y="0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0" name="Google Shape;3670;p20"/>
                <p:cNvSpPr/>
                <p:nvPr/>
              </p:nvSpPr>
              <p:spPr>
                <a:xfrm>
                  <a:off x="194475" y="4161175"/>
                  <a:ext cx="52388" cy="42862"/>
                </a:xfrm>
                <a:custGeom>
                  <a:rect b="b" l="l" r="r" t="t"/>
                  <a:pathLst>
                    <a:path extrusionOk="0" h="11" w="14">
                      <a:moveTo>
                        <a:pt x="12" y="0"/>
                      </a:moveTo>
                      <a:cubicBezTo>
                        <a:pt x="12" y="0"/>
                        <a:pt x="12" y="1"/>
                        <a:pt x="12" y="2"/>
                      </a:cubicBezTo>
                      <a:cubicBezTo>
                        <a:pt x="12" y="5"/>
                        <a:pt x="9" y="8"/>
                        <a:pt x="6" y="8"/>
                      </a:cubicBezTo>
                      <a:cubicBezTo>
                        <a:pt x="3" y="8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8"/>
                        <a:pt x="3" y="11"/>
                        <a:pt x="7" y="11"/>
                      </a:cubicBezTo>
                      <a:cubicBezTo>
                        <a:pt x="10" y="11"/>
                        <a:pt x="14" y="8"/>
                        <a:pt x="14" y="4"/>
                      </a:cubicBezTo>
                      <a:cubicBezTo>
                        <a:pt x="14" y="2"/>
                        <a:pt x="13" y="1"/>
                        <a:pt x="12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1" name="Google Shape;3671;p20"/>
                <p:cNvSpPr/>
                <p:nvPr/>
              </p:nvSpPr>
              <p:spPr>
                <a:xfrm>
                  <a:off x="194475" y="4154825"/>
                  <a:ext cx="44450" cy="36513"/>
                </a:xfrm>
                <a:custGeom>
                  <a:rect b="b" l="l" r="r" t="t"/>
                  <a:pathLst>
                    <a:path extrusionOk="0" h="10" w="12">
                      <a:moveTo>
                        <a:pt x="6" y="7"/>
                      </a:moveTo>
                      <a:cubicBezTo>
                        <a:pt x="4" y="7"/>
                        <a:pt x="3" y="6"/>
                        <a:pt x="3" y="5"/>
                      </a:cubicBezTo>
                      <a:cubicBezTo>
                        <a:pt x="3" y="4"/>
                        <a:pt x="4" y="3"/>
                        <a:pt x="6" y="3"/>
                      </a:cubicBezTo>
                      <a:cubicBezTo>
                        <a:pt x="7" y="3"/>
                        <a:pt x="8" y="4"/>
                        <a:pt x="8" y="5"/>
                      </a:cubicBezTo>
                      <a:cubicBezTo>
                        <a:pt x="8" y="6"/>
                        <a:pt x="7" y="7"/>
                        <a:pt x="6" y="7"/>
                      </a:cubicBezTo>
                      <a:moveTo>
                        <a:pt x="7" y="0"/>
                      </a:moveTo>
                      <a:cubicBezTo>
                        <a:pt x="4" y="0"/>
                        <a:pt x="2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7"/>
                        <a:pt x="3" y="10"/>
                        <a:pt x="6" y="10"/>
                      </a:cubicBezTo>
                      <a:cubicBezTo>
                        <a:pt x="9" y="10"/>
                        <a:pt x="12" y="7"/>
                        <a:pt x="12" y="4"/>
                      </a:cubicBezTo>
                      <a:cubicBezTo>
                        <a:pt x="12" y="3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1" y="1"/>
                        <a:pt x="9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2" name="Google Shape;3672;p20"/>
                <p:cNvSpPr/>
                <p:nvPr/>
              </p:nvSpPr>
              <p:spPr>
                <a:xfrm>
                  <a:off x="205588" y="4165938"/>
                  <a:ext cx="19200" cy="144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3" name="Google Shape;3673;p20"/>
                <p:cNvSpPr/>
                <p:nvPr/>
              </p:nvSpPr>
              <p:spPr>
                <a:xfrm>
                  <a:off x="189713" y="4667588"/>
                  <a:ext cx="52388" cy="79375"/>
                </a:xfrm>
                <a:custGeom>
                  <a:rect b="b" l="l" r="r" t="t"/>
                  <a:pathLst>
                    <a:path extrusionOk="0" h="21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1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10" y="5"/>
                        <a:pt x="11" y="7"/>
                        <a:pt x="11" y="10"/>
                      </a:cubicBezTo>
                      <a:cubicBezTo>
                        <a:pt x="11" y="16"/>
                        <a:pt x="5" y="21"/>
                        <a:pt x="0" y="21"/>
                      </a:cubicBezTo>
                      <a:cubicBezTo>
                        <a:pt x="0" y="21"/>
                        <a:pt x="0" y="21"/>
                        <a:pt x="1" y="21"/>
                      </a:cubicBezTo>
                      <a:cubicBezTo>
                        <a:pt x="7" y="21"/>
                        <a:pt x="14" y="16"/>
                        <a:pt x="14" y="10"/>
                      </a:cubicBezTo>
                      <a:cubicBezTo>
                        <a:pt x="14" y="7"/>
                        <a:pt x="13" y="5"/>
                        <a:pt x="11" y="4"/>
                      </a:cubicBezTo>
                      <a:cubicBezTo>
                        <a:pt x="8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4" name="Google Shape;3674;p20"/>
                <p:cNvSpPr/>
                <p:nvPr/>
              </p:nvSpPr>
              <p:spPr>
                <a:xfrm>
                  <a:off x="145263" y="4681875"/>
                  <a:ext cx="85725" cy="65088"/>
                </a:xfrm>
                <a:custGeom>
                  <a:rect b="b" l="l" r="r" t="t"/>
                  <a:pathLst>
                    <a:path extrusionOk="0" h="17" w="23">
                      <a:moveTo>
                        <a:pt x="20" y="0"/>
                      </a:moveTo>
                      <a:cubicBezTo>
                        <a:pt x="20" y="0"/>
                        <a:pt x="21" y="1"/>
                        <a:pt x="21" y="2"/>
                      </a:cubicBezTo>
                      <a:cubicBezTo>
                        <a:pt x="21" y="7"/>
                        <a:pt x="16" y="11"/>
                        <a:pt x="11" y="11"/>
                      </a:cubicBezTo>
                      <a:cubicBezTo>
                        <a:pt x="6" y="11"/>
                        <a:pt x="2" y="7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2"/>
                        <a:pt x="5" y="17"/>
                        <a:pt x="12" y="17"/>
                      </a:cubicBezTo>
                      <a:cubicBezTo>
                        <a:pt x="17" y="17"/>
                        <a:pt x="23" y="12"/>
                        <a:pt x="23" y="6"/>
                      </a:cubicBezTo>
                      <a:cubicBezTo>
                        <a:pt x="23" y="3"/>
                        <a:pt x="22" y="1"/>
                        <a:pt x="2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5" name="Google Shape;3675;p20"/>
                <p:cNvSpPr/>
                <p:nvPr/>
              </p:nvSpPr>
              <p:spPr>
                <a:xfrm>
                  <a:off x="151613" y="4667588"/>
                  <a:ext cx="73025" cy="55563"/>
                </a:xfrm>
                <a:custGeom>
                  <a:rect b="b" l="l" r="r" t="t"/>
                  <a:pathLst>
                    <a:path extrusionOk="0" h="15" w="19">
                      <a:moveTo>
                        <a:pt x="8" y="12"/>
                      </a:moveTo>
                      <a:cubicBezTo>
                        <a:pt x="6" y="12"/>
                        <a:pt x="4" y="11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1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5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9" y="11"/>
                        <a:pt x="19" y="6"/>
                      </a:cubicBezTo>
                      <a:cubicBezTo>
                        <a:pt x="19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1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6" name="Google Shape;3676;p20"/>
                <p:cNvSpPr/>
                <p:nvPr/>
              </p:nvSpPr>
              <p:spPr>
                <a:xfrm>
                  <a:off x="167488" y="4686638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677" name="Google Shape;3677;p20"/>
              <p:cNvGrpSpPr/>
              <p:nvPr/>
            </p:nvGrpSpPr>
            <p:grpSpPr>
              <a:xfrm flipH="1">
                <a:off x="-537873" y="4032144"/>
                <a:ext cx="1150223" cy="1399215"/>
                <a:chOff x="7491913" y="372038"/>
                <a:chExt cx="1503363" cy="1828800"/>
              </a:xfrm>
            </p:grpSpPr>
            <p:sp>
              <p:nvSpPr>
                <p:cNvPr id="3678" name="Google Shape;3678;p20"/>
                <p:cNvSpPr/>
                <p:nvPr/>
              </p:nvSpPr>
              <p:spPr>
                <a:xfrm>
                  <a:off x="8117388" y="1383275"/>
                  <a:ext cx="746125" cy="700088"/>
                </a:xfrm>
                <a:custGeom>
                  <a:rect b="b" l="l" r="r" t="t"/>
                  <a:pathLst>
                    <a:path extrusionOk="0" h="186" w="198">
                      <a:moveTo>
                        <a:pt x="12" y="0"/>
                      </a:moveTo>
                      <a:cubicBezTo>
                        <a:pt x="13" y="13"/>
                        <a:pt x="15" y="26"/>
                        <a:pt x="20" y="38"/>
                      </a:cubicBezTo>
                      <a:cubicBezTo>
                        <a:pt x="25" y="50"/>
                        <a:pt x="32" y="61"/>
                        <a:pt x="43" y="67"/>
                      </a:cubicBezTo>
                      <a:cubicBezTo>
                        <a:pt x="54" y="73"/>
                        <a:pt x="68" y="74"/>
                        <a:pt x="81" y="74"/>
                      </a:cubicBezTo>
                      <a:cubicBezTo>
                        <a:pt x="88" y="73"/>
                        <a:pt x="94" y="73"/>
                        <a:pt x="101" y="72"/>
                      </a:cubicBezTo>
                      <a:cubicBezTo>
                        <a:pt x="108" y="72"/>
                        <a:pt x="116" y="72"/>
                        <a:pt x="123" y="74"/>
                      </a:cubicBezTo>
                      <a:cubicBezTo>
                        <a:pt x="127" y="75"/>
                        <a:pt x="130" y="77"/>
                        <a:pt x="133" y="80"/>
                      </a:cubicBezTo>
                      <a:cubicBezTo>
                        <a:pt x="136" y="83"/>
                        <a:pt x="137" y="86"/>
                        <a:pt x="139" y="90"/>
                      </a:cubicBezTo>
                      <a:cubicBezTo>
                        <a:pt x="141" y="97"/>
                        <a:pt x="142" y="104"/>
                        <a:pt x="142" y="111"/>
                      </a:cubicBezTo>
                      <a:cubicBezTo>
                        <a:pt x="143" y="125"/>
                        <a:pt x="142" y="138"/>
                        <a:pt x="142" y="152"/>
                      </a:cubicBezTo>
                      <a:cubicBezTo>
                        <a:pt x="142" y="155"/>
                        <a:pt x="142" y="159"/>
                        <a:pt x="142" y="162"/>
                      </a:cubicBezTo>
                      <a:cubicBezTo>
                        <a:pt x="142" y="166"/>
                        <a:pt x="142" y="169"/>
                        <a:pt x="144" y="172"/>
                      </a:cubicBezTo>
                      <a:cubicBezTo>
                        <a:pt x="144" y="173"/>
                        <a:pt x="144" y="173"/>
                        <a:pt x="145" y="174"/>
                      </a:cubicBezTo>
                      <a:cubicBezTo>
                        <a:pt x="145" y="174"/>
                        <a:pt x="146" y="175"/>
                        <a:pt x="147" y="175"/>
                      </a:cubicBezTo>
                      <a:cubicBezTo>
                        <a:pt x="148" y="176"/>
                        <a:pt x="149" y="177"/>
                        <a:pt x="151" y="178"/>
                      </a:cubicBezTo>
                      <a:cubicBezTo>
                        <a:pt x="154" y="179"/>
                        <a:pt x="157" y="179"/>
                        <a:pt x="160" y="179"/>
                      </a:cubicBezTo>
                      <a:cubicBezTo>
                        <a:pt x="167" y="178"/>
                        <a:pt x="174" y="175"/>
                        <a:pt x="181" y="175"/>
                      </a:cubicBezTo>
                      <a:cubicBezTo>
                        <a:pt x="184" y="175"/>
                        <a:pt x="188" y="177"/>
                        <a:pt x="190" y="178"/>
                      </a:cubicBezTo>
                      <a:cubicBezTo>
                        <a:pt x="193" y="180"/>
                        <a:pt x="196" y="183"/>
                        <a:pt x="198" y="186"/>
                      </a:cubicBezTo>
                      <a:cubicBezTo>
                        <a:pt x="196" y="183"/>
                        <a:pt x="193" y="180"/>
                        <a:pt x="190" y="179"/>
                      </a:cubicBezTo>
                      <a:cubicBezTo>
                        <a:pt x="187" y="177"/>
                        <a:pt x="184" y="176"/>
                        <a:pt x="181" y="176"/>
                      </a:cubicBezTo>
                      <a:cubicBezTo>
                        <a:pt x="174" y="176"/>
                        <a:pt x="167" y="179"/>
                        <a:pt x="161" y="180"/>
                      </a:cubicBezTo>
                      <a:cubicBezTo>
                        <a:pt x="157" y="181"/>
                        <a:pt x="153" y="181"/>
                        <a:pt x="150" y="180"/>
                      </a:cubicBezTo>
                      <a:cubicBezTo>
                        <a:pt x="148" y="179"/>
                        <a:pt x="147" y="178"/>
                        <a:pt x="145" y="177"/>
                      </a:cubicBezTo>
                      <a:cubicBezTo>
                        <a:pt x="145" y="176"/>
                        <a:pt x="144" y="176"/>
                        <a:pt x="143" y="175"/>
                      </a:cubicBezTo>
                      <a:cubicBezTo>
                        <a:pt x="143" y="175"/>
                        <a:pt x="142" y="174"/>
                        <a:pt x="141" y="173"/>
                      </a:cubicBezTo>
                      <a:cubicBezTo>
                        <a:pt x="140" y="169"/>
                        <a:pt x="139" y="166"/>
                        <a:pt x="139" y="162"/>
                      </a:cubicBezTo>
                      <a:cubicBezTo>
                        <a:pt x="139" y="159"/>
                        <a:pt x="139" y="155"/>
                        <a:pt x="139" y="152"/>
                      </a:cubicBezTo>
                      <a:cubicBezTo>
                        <a:pt x="139" y="138"/>
                        <a:pt x="139" y="125"/>
                        <a:pt x="138" y="111"/>
                      </a:cubicBezTo>
                      <a:cubicBezTo>
                        <a:pt x="137" y="104"/>
                        <a:pt x="136" y="98"/>
                        <a:pt x="134" y="92"/>
                      </a:cubicBezTo>
                      <a:cubicBezTo>
                        <a:pt x="132" y="89"/>
                        <a:pt x="131" y="86"/>
                        <a:pt x="129" y="84"/>
                      </a:cubicBezTo>
                      <a:cubicBezTo>
                        <a:pt x="127" y="82"/>
                        <a:pt x="124" y="81"/>
                        <a:pt x="121" y="80"/>
                      </a:cubicBezTo>
                      <a:cubicBezTo>
                        <a:pt x="115" y="78"/>
                        <a:pt x="109" y="79"/>
                        <a:pt x="102" y="79"/>
                      </a:cubicBezTo>
                      <a:cubicBezTo>
                        <a:pt x="95" y="80"/>
                        <a:pt x="88" y="81"/>
                        <a:pt x="81" y="81"/>
                      </a:cubicBezTo>
                      <a:cubicBezTo>
                        <a:pt x="74" y="82"/>
                        <a:pt x="67" y="82"/>
                        <a:pt x="60" y="81"/>
                      </a:cubicBezTo>
                      <a:cubicBezTo>
                        <a:pt x="53" y="81"/>
                        <a:pt x="46" y="79"/>
                        <a:pt x="39" y="75"/>
                      </a:cubicBezTo>
                      <a:cubicBezTo>
                        <a:pt x="32" y="72"/>
                        <a:pt x="26" y="67"/>
                        <a:pt x="21" y="61"/>
                      </a:cubicBezTo>
                      <a:cubicBezTo>
                        <a:pt x="17" y="56"/>
                        <a:pt x="13" y="49"/>
                        <a:pt x="10" y="43"/>
                      </a:cubicBezTo>
                      <a:cubicBezTo>
                        <a:pt x="7" y="36"/>
                        <a:pt x="5" y="29"/>
                        <a:pt x="3" y="22"/>
                      </a:cubicBezTo>
                      <a:cubicBezTo>
                        <a:pt x="2" y="15"/>
                        <a:pt x="0" y="8"/>
                        <a:pt x="0" y="1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9" name="Google Shape;3679;p20"/>
                <p:cNvSpPr/>
                <p:nvPr/>
              </p:nvSpPr>
              <p:spPr>
                <a:xfrm>
                  <a:off x="8234863" y="1394388"/>
                  <a:ext cx="387350" cy="806450"/>
                </a:xfrm>
                <a:custGeom>
                  <a:rect b="b" l="l" r="r" t="t"/>
                  <a:pathLst>
                    <a:path extrusionOk="0" h="214" w="103">
                      <a:moveTo>
                        <a:pt x="13" y="0"/>
                      </a:moveTo>
                      <a:cubicBezTo>
                        <a:pt x="14" y="9"/>
                        <a:pt x="17" y="18"/>
                        <a:pt x="22" y="26"/>
                      </a:cubicBezTo>
                      <a:cubicBezTo>
                        <a:pt x="27" y="35"/>
                        <a:pt x="34" y="43"/>
                        <a:pt x="40" y="50"/>
                      </a:cubicBezTo>
                      <a:cubicBezTo>
                        <a:pt x="44" y="54"/>
                        <a:pt x="47" y="58"/>
                        <a:pt x="50" y="63"/>
                      </a:cubicBezTo>
                      <a:cubicBezTo>
                        <a:pt x="52" y="65"/>
                        <a:pt x="53" y="67"/>
                        <a:pt x="55" y="69"/>
                      </a:cubicBezTo>
                      <a:cubicBezTo>
                        <a:pt x="56" y="71"/>
                        <a:pt x="58" y="74"/>
                        <a:pt x="59" y="76"/>
                      </a:cubicBezTo>
                      <a:cubicBezTo>
                        <a:pt x="63" y="87"/>
                        <a:pt x="63" y="98"/>
                        <a:pt x="63" y="108"/>
                      </a:cubicBezTo>
                      <a:cubicBezTo>
                        <a:pt x="62" y="119"/>
                        <a:pt x="60" y="129"/>
                        <a:pt x="59" y="139"/>
                      </a:cubicBezTo>
                      <a:cubicBezTo>
                        <a:pt x="59" y="144"/>
                        <a:pt x="59" y="149"/>
                        <a:pt x="59" y="154"/>
                      </a:cubicBezTo>
                      <a:cubicBezTo>
                        <a:pt x="59" y="159"/>
                        <a:pt x="60" y="164"/>
                        <a:pt x="62" y="169"/>
                      </a:cubicBezTo>
                      <a:cubicBezTo>
                        <a:pt x="66" y="178"/>
                        <a:pt x="74" y="185"/>
                        <a:pt x="82" y="192"/>
                      </a:cubicBezTo>
                      <a:cubicBezTo>
                        <a:pt x="86" y="195"/>
                        <a:pt x="90" y="198"/>
                        <a:pt x="93" y="202"/>
                      </a:cubicBezTo>
                      <a:cubicBezTo>
                        <a:pt x="97" y="205"/>
                        <a:pt x="100" y="209"/>
                        <a:pt x="103" y="214"/>
                      </a:cubicBezTo>
                      <a:cubicBezTo>
                        <a:pt x="100" y="209"/>
                        <a:pt x="97" y="206"/>
                        <a:pt x="93" y="202"/>
                      </a:cubicBezTo>
                      <a:cubicBezTo>
                        <a:pt x="89" y="199"/>
                        <a:pt x="85" y="196"/>
                        <a:pt x="81" y="193"/>
                      </a:cubicBezTo>
                      <a:cubicBezTo>
                        <a:pt x="73" y="186"/>
                        <a:pt x="64" y="179"/>
                        <a:pt x="60" y="170"/>
                      </a:cubicBezTo>
                      <a:cubicBezTo>
                        <a:pt x="57" y="165"/>
                        <a:pt x="56" y="160"/>
                        <a:pt x="55" y="155"/>
                      </a:cubicBezTo>
                      <a:cubicBezTo>
                        <a:pt x="55" y="149"/>
                        <a:pt x="55" y="144"/>
                        <a:pt x="55" y="139"/>
                      </a:cubicBezTo>
                      <a:cubicBezTo>
                        <a:pt x="55" y="128"/>
                        <a:pt x="56" y="118"/>
                        <a:pt x="56" y="108"/>
                      </a:cubicBezTo>
                      <a:cubicBezTo>
                        <a:pt x="56" y="98"/>
                        <a:pt x="56" y="88"/>
                        <a:pt x="52" y="80"/>
                      </a:cubicBezTo>
                      <a:cubicBezTo>
                        <a:pt x="51" y="77"/>
                        <a:pt x="50" y="76"/>
                        <a:pt x="48" y="74"/>
                      </a:cubicBezTo>
                      <a:cubicBezTo>
                        <a:pt x="47" y="72"/>
                        <a:pt x="45" y="70"/>
                        <a:pt x="43" y="68"/>
                      </a:cubicBezTo>
                      <a:cubicBezTo>
                        <a:pt x="40" y="64"/>
                        <a:pt x="37" y="60"/>
                        <a:pt x="33" y="57"/>
                      </a:cubicBezTo>
                      <a:cubicBezTo>
                        <a:pt x="26" y="49"/>
                        <a:pt x="19" y="41"/>
                        <a:pt x="13" y="32"/>
                      </a:cubicBezTo>
                      <a:cubicBezTo>
                        <a:pt x="7" y="23"/>
                        <a:pt x="3" y="13"/>
                        <a:pt x="0" y="2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0" name="Google Shape;3680;p20"/>
                <p:cNvSpPr/>
                <p:nvPr/>
              </p:nvSpPr>
              <p:spPr>
                <a:xfrm>
                  <a:off x="8292013" y="1295963"/>
                  <a:ext cx="703263" cy="709613"/>
                </a:xfrm>
                <a:custGeom>
                  <a:rect b="b" l="l" r="r" t="t"/>
                  <a:pathLst>
                    <a:path extrusionOk="0" h="188" w="187">
                      <a:moveTo>
                        <a:pt x="10" y="0"/>
                      </a:moveTo>
                      <a:cubicBezTo>
                        <a:pt x="14" y="7"/>
                        <a:pt x="15" y="13"/>
                        <a:pt x="17" y="19"/>
                      </a:cubicBezTo>
                      <a:cubicBezTo>
                        <a:pt x="19" y="25"/>
                        <a:pt x="21" y="30"/>
                        <a:pt x="24" y="35"/>
                      </a:cubicBezTo>
                      <a:cubicBezTo>
                        <a:pt x="27" y="41"/>
                        <a:pt x="30" y="46"/>
                        <a:pt x="34" y="50"/>
                      </a:cubicBezTo>
                      <a:cubicBezTo>
                        <a:pt x="36" y="52"/>
                        <a:pt x="38" y="53"/>
                        <a:pt x="40" y="55"/>
                      </a:cubicBezTo>
                      <a:cubicBezTo>
                        <a:pt x="42" y="56"/>
                        <a:pt x="45" y="57"/>
                        <a:pt x="48" y="58"/>
                      </a:cubicBezTo>
                      <a:cubicBezTo>
                        <a:pt x="59" y="62"/>
                        <a:pt x="71" y="62"/>
                        <a:pt x="84" y="63"/>
                      </a:cubicBezTo>
                      <a:cubicBezTo>
                        <a:pt x="90" y="63"/>
                        <a:pt x="96" y="64"/>
                        <a:pt x="103" y="65"/>
                      </a:cubicBezTo>
                      <a:cubicBezTo>
                        <a:pt x="106" y="65"/>
                        <a:pt x="109" y="66"/>
                        <a:pt x="112" y="67"/>
                      </a:cubicBezTo>
                      <a:cubicBezTo>
                        <a:pt x="116" y="68"/>
                        <a:pt x="119" y="70"/>
                        <a:pt x="121" y="73"/>
                      </a:cubicBezTo>
                      <a:cubicBezTo>
                        <a:pt x="123" y="76"/>
                        <a:pt x="125" y="79"/>
                        <a:pt x="127" y="82"/>
                      </a:cubicBezTo>
                      <a:cubicBezTo>
                        <a:pt x="128" y="85"/>
                        <a:pt x="129" y="88"/>
                        <a:pt x="130" y="91"/>
                      </a:cubicBezTo>
                      <a:cubicBezTo>
                        <a:pt x="132" y="97"/>
                        <a:pt x="133" y="104"/>
                        <a:pt x="134" y="110"/>
                      </a:cubicBezTo>
                      <a:cubicBezTo>
                        <a:pt x="135" y="113"/>
                        <a:pt x="136" y="116"/>
                        <a:pt x="137" y="118"/>
                      </a:cubicBezTo>
                      <a:cubicBezTo>
                        <a:pt x="138" y="121"/>
                        <a:pt x="139" y="124"/>
                        <a:pt x="140" y="127"/>
                      </a:cubicBezTo>
                      <a:cubicBezTo>
                        <a:pt x="141" y="129"/>
                        <a:pt x="143" y="131"/>
                        <a:pt x="146" y="132"/>
                      </a:cubicBezTo>
                      <a:cubicBezTo>
                        <a:pt x="148" y="134"/>
                        <a:pt x="151" y="134"/>
                        <a:pt x="154" y="134"/>
                      </a:cubicBezTo>
                      <a:cubicBezTo>
                        <a:pt x="161" y="135"/>
                        <a:pt x="167" y="135"/>
                        <a:pt x="173" y="138"/>
                      </a:cubicBezTo>
                      <a:cubicBezTo>
                        <a:pt x="175" y="138"/>
                        <a:pt x="176" y="139"/>
                        <a:pt x="177" y="140"/>
                      </a:cubicBezTo>
                      <a:cubicBezTo>
                        <a:pt x="179" y="141"/>
                        <a:pt x="180" y="142"/>
                        <a:pt x="181" y="143"/>
                      </a:cubicBezTo>
                      <a:cubicBezTo>
                        <a:pt x="183" y="144"/>
                        <a:pt x="184" y="146"/>
                        <a:pt x="184" y="148"/>
                      </a:cubicBezTo>
                      <a:cubicBezTo>
                        <a:pt x="184" y="149"/>
                        <a:pt x="184" y="151"/>
                        <a:pt x="184" y="152"/>
                      </a:cubicBezTo>
                      <a:cubicBezTo>
                        <a:pt x="183" y="159"/>
                        <a:pt x="181" y="165"/>
                        <a:pt x="181" y="171"/>
                      </a:cubicBezTo>
                      <a:cubicBezTo>
                        <a:pt x="182" y="177"/>
                        <a:pt x="184" y="183"/>
                        <a:pt x="187" y="188"/>
                      </a:cubicBezTo>
                      <a:cubicBezTo>
                        <a:pt x="184" y="183"/>
                        <a:pt x="181" y="177"/>
                        <a:pt x="181" y="171"/>
                      </a:cubicBezTo>
                      <a:cubicBezTo>
                        <a:pt x="180" y="165"/>
                        <a:pt x="181" y="158"/>
                        <a:pt x="182" y="152"/>
                      </a:cubicBezTo>
                      <a:cubicBezTo>
                        <a:pt x="183" y="149"/>
                        <a:pt x="182" y="146"/>
                        <a:pt x="180" y="144"/>
                      </a:cubicBezTo>
                      <a:cubicBezTo>
                        <a:pt x="179" y="144"/>
                        <a:pt x="178" y="143"/>
                        <a:pt x="176" y="142"/>
                      </a:cubicBezTo>
                      <a:cubicBezTo>
                        <a:pt x="175" y="141"/>
                        <a:pt x="174" y="140"/>
                        <a:pt x="172" y="140"/>
                      </a:cubicBezTo>
                      <a:cubicBezTo>
                        <a:pt x="167" y="138"/>
                        <a:pt x="161" y="138"/>
                        <a:pt x="154" y="137"/>
                      </a:cubicBezTo>
                      <a:cubicBezTo>
                        <a:pt x="151" y="137"/>
                        <a:pt x="148" y="137"/>
                        <a:pt x="144" y="136"/>
                      </a:cubicBezTo>
                      <a:cubicBezTo>
                        <a:pt x="141" y="134"/>
                        <a:pt x="139" y="132"/>
                        <a:pt x="137" y="129"/>
                      </a:cubicBezTo>
                      <a:cubicBezTo>
                        <a:pt x="135" y="126"/>
                        <a:pt x="134" y="123"/>
                        <a:pt x="133" y="120"/>
                      </a:cubicBezTo>
                      <a:cubicBezTo>
                        <a:pt x="132" y="117"/>
                        <a:pt x="131" y="114"/>
                        <a:pt x="130" y="111"/>
                      </a:cubicBezTo>
                      <a:cubicBezTo>
                        <a:pt x="128" y="105"/>
                        <a:pt x="127" y="98"/>
                        <a:pt x="125" y="93"/>
                      </a:cubicBezTo>
                      <a:cubicBezTo>
                        <a:pt x="123" y="87"/>
                        <a:pt x="120" y="82"/>
                        <a:pt x="117" y="77"/>
                      </a:cubicBezTo>
                      <a:cubicBezTo>
                        <a:pt x="113" y="74"/>
                        <a:pt x="108" y="72"/>
                        <a:pt x="102" y="71"/>
                      </a:cubicBezTo>
                      <a:cubicBezTo>
                        <a:pt x="96" y="71"/>
                        <a:pt x="90" y="71"/>
                        <a:pt x="83" y="71"/>
                      </a:cubicBezTo>
                      <a:cubicBezTo>
                        <a:pt x="71" y="70"/>
                        <a:pt x="58" y="71"/>
                        <a:pt x="45" y="67"/>
                      </a:cubicBezTo>
                      <a:cubicBezTo>
                        <a:pt x="42" y="66"/>
                        <a:pt x="38" y="65"/>
                        <a:pt x="35" y="63"/>
                      </a:cubicBezTo>
                      <a:cubicBezTo>
                        <a:pt x="32" y="61"/>
                        <a:pt x="29" y="59"/>
                        <a:pt x="27" y="57"/>
                      </a:cubicBezTo>
                      <a:cubicBezTo>
                        <a:pt x="22" y="52"/>
                        <a:pt x="18" y="46"/>
                        <a:pt x="15" y="41"/>
                      </a:cubicBezTo>
                      <a:cubicBezTo>
                        <a:pt x="11" y="35"/>
                        <a:pt x="9" y="29"/>
                        <a:pt x="7" y="23"/>
                      </a:cubicBezTo>
                      <a:cubicBezTo>
                        <a:pt x="4" y="17"/>
                        <a:pt x="2" y="11"/>
                        <a:pt x="0" y="7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1" name="Google Shape;3681;p20"/>
                <p:cNvSpPr/>
                <p:nvPr/>
              </p:nvSpPr>
              <p:spPr>
                <a:xfrm>
                  <a:off x="8117388" y="1383275"/>
                  <a:ext cx="109537" cy="222250"/>
                </a:xfrm>
                <a:custGeom>
                  <a:rect b="b" l="l" r="r" t="t"/>
                  <a:pathLst>
                    <a:path extrusionOk="0" h="59" w="29">
                      <a:moveTo>
                        <a:pt x="20" y="38"/>
                      </a:moveTo>
                      <a:cubicBezTo>
                        <a:pt x="15" y="26"/>
                        <a:pt x="13" y="13"/>
                        <a:pt x="1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8"/>
                        <a:pt x="2" y="15"/>
                        <a:pt x="3" y="22"/>
                      </a:cubicBezTo>
                      <a:cubicBezTo>
                        <a:pt x="5" y="29"/>
                        <a:pt x="7" y="36"/>
                        <a:pt x="10" y="43"/>
                      </a:cubicBezTo>
                      <a:cubicBezTo>
                        <a:pt x="13" y="48"/>
                        <a:pt x="16" y="54"/>
                        <a:pt x="19" y="59"/>
                      </a:cubicBezTo>
                      <a:cubicBezTo>
                        <a:pt x="23" y="58"/>
                        <a:pt x="26" y="57"/>
                        <a:pt x="29" y="55"/>
                      </a:cubicBezTo>
                      <a:cubicBezTo>
                        <a:pt x="26" y="50"/>
                        <a:pt x="22" y="44"/>
                        <a:pt x="20" y="3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2" name="Google Shape;3682;p20"/>
                <p:cNvSpPr/>
                <p:nvPr/>
              </p:nvSpPr>
              <p:spPr>
                <a:xfrm>
                  <a:off x="8234863" y="1394388"/>
                  <a:ext cx="98425" cy="146050"/>
                </a:xfrm>
                <a:custGeom>
                  <a:rect b="b" l="l" r="r" t="t"/>
                  <a:pathLst>
                    <a:path extrusionOk="0" h="39" w="26">
                      <a:moveTo>
                        <a:pt x="13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3"/>
                        <a:pt x="7" y="23"/>
                        <a:pt x="13" y="32"/>
                      </a:cubicBezTo>
                      <a:cubicBezTo>
                        <a:pt x="15" y="35"/>
                        <a:pt x="16" y="37"/>
                        <a:pt x="18" y="39"/>
                      </a:cubicBezTo>
                      <a:cubicBezTo>
                        <a:pt x="21" y="37"/>
                        <a:pt x="23" y="34"/>
                        <a:pt x="26" y="32"/>
                      </a:cubicBezTo>
                      <a:cubicBezTo>
                        <a:pt x="25" y="30"/>
                        <a:pt x="23" y="28"/>
                        <a:pt x="22" y="26"/>
                      </a:cubicBezTo>
                      <a:cubicBezTo>
                        <a:pt x="17" y="18"/>
                        <a:pt x="14" y="9"/>
                        <a:pt x="13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3" name="Google Shape;3683;p20"/>
                <p:cNvSpPr/>
                <p:nvPr/>
              </p:nvSpPr>
              <p:spPr>
                <a:xfrm>
                  <a:off x="8292013" y="1295963"/>
                  <a:ext cx="96838" cy="180975"/>
                </a:xfrm>
                <a:custGeom>
                  <a:rect b="b" l="l" r="r" t="t"/>
                  <a:pathLst>
                    <a:path extrusionOk="0" h="48" w="26">
                      <a:moveTo>
                        <a:pt x="24" y="35"/>
                      </a:moveTo>
                      <a:cubicBezTo>
                        <a:pt x="21" y="30"/>
                        <a:pt x="19" y="25"/>
                        <a:pt x="17" y="19"/>
                      </a:cubicBezTo>
                      <a:cubicBezTo>
                        <a:pt x="15" y="13"/>
                        <a:pt x="14" y="7"/>
                        <a:pt x="10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1"/>
                        <a:pt x="4" y="17"/>
                        <a:pt x="7" y="23"/>
                      </a:cubicBezTo>
                      <a:cubicBezTo>
                        <a:pt x="9" y="29"/>
                        <a:pt x="11" y="35"/>
                        <a:pt x="15" y="41"/>
                      </a:cubicBezTo>
                      <a:cubicBezTo>
                        <a:pt x="16" y="43"/>
                        <a:pt x="17" y="46"/>
                        <a:pt x="19" y="48"/>
                      </a:cubicBezTo>
                      <a:cubicBezTo>
                        <a:pt x="21" y="45"/>
                        <a:pt x="24" y="42"/>
                        <a:pt x="26" y="38"/>
                      </a:cubicBezTo>
                      <a:cubicBezTo>
                        <a:pt x="25" y="37"/>
                        <a:pt x="25" y="36"/>
                        <a:pt x="24" y="3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4" name="Google Shape;3684;p20"/>
                <p:cNvSpPr/>
                <p:nvPr/>
              </p:nvSpPr>
              <p:spPr>
                <a:xfrm>
                  <a:off x="7801475" y="432363"/>
                  <a:ext cx="82550" cy="169863"/>
                </a:xfrm>
                <a:custGeom>
                  <a:rect b="b" l="l" r="r" t="t"/>
                  <a:pathLst>
                    <a:path extrusionOk="0" h="107" w="52">
                      <a:moveTo>
                        <a:pt x="28" y="107"/>
                      </a:moveTo>
                      <a:lnTo>
                        <a:pt x="0" y="0"/>
                      </a:lnTo>
                      <a:lnTo>
                        <a:pt x="52" y="100"/>
                      </a:lnTo>
                      <a:lnTo>
                        <a:pt x="28" y="1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5" name="Google Shape;3685;p20"/>
                <p:cNvSpPr/>
                <p:nvPr/>
              </p:nvSpPr>
              <p:spPr>
                <a:xfrm>
                  <a:off x="7598275" y="481575"/>
                  <a:ext cx="203200" cy="192088"/>
                </a:xfrm>
                <a:custGeom>
                  <a:rect b="b" l="l" r="r" t="t"/>
                  <a:pathLst>
                    <a:path extrusionOk="0" h="121" w="128">
                      <a:moveTo>
                        <a:pt x="128" y="97"/>
                      </a:moveTo>
                      <a:lnTo>
                        <a:pt x="0" y="0"/>
                      </a:lnTo>
                      <a:lnTo>
                        <a:pt x="116" y="121"/>
                      </a:lnTo>
                      <a:lnTo>
                        <a:pt x="128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6" name="Google Shape;3686;p20"/>
                <p:cNvSpPr/>
                <p:nvPr/>
              </p:nvSpPr>
              <p:spPr>
                <a:xfrm>
                  <a:off x="7620500" y="708588"/>
                  <a:ext cx="123825" cy="52388"/>
                </a:xfrm>
                <a:custGeom>
                  <a:rect b="b" l="l" r="r" t="t"/>
                  <a:pathLst>
                    <a:path extrusionOk="0" h="33" w="78">
                      <a:moveTo>
                        <a:pt x="78" y="11"/>
                      </a:moveTo>
                      <a:lnTo>
                        <a:pt x="0" y="0"/>
                      </a:lnTo>
                      <a:lnTo>
                        <a:pt x="78" y="33"/>
                      </a:lnTo>
                      <a:lnTo>
                        <a:pt x="78" y="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7" name="Google Shape;3687;p20"/>
                <p:cNvSpPr/>
                <p:nvPr/>
              </p:nvSpPr>
              <p:spPr>
                <a:xfrm>
                  <a:off x="7491913" y="835588"/>
                  <a:ext cx="265113" cy="65088"/>
                </a:xfrm>
                <a:custGeom>
                  <a:rect b="b" l="l" r="r" t="t"/>
                  <a:pathLst>
                    <a:path extrusionOk="0" h="41" w="167">
                      <a:moveTo>
                        <a:pt x="159" y="0"/>
                      </a:moveTo>
                      <a:lnTo>
                        <a:pt x="0" y="41"/>
                      </a:lnTo>
                      <a:lnTo>
                        <a:pt x="167" y="26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8" name="Google Shape;3688;p20"/>
                <p:cNvSpPr/>
                <p:nvPr/>
              </p:nvSpPr>
              <p:spPr>
                <a:xfrm>
                  <a:off x="7944350" y="372038"/>
                  <a:ext cx="38100" cy="207963"/>
                </a:xfrm>
                <a:custGeom>
                  <a:rect b="b" l="l" r="r" t="t"/>
                  <a:pathLst>
                    <a:path extrusionOk="0" h="131" w="24">
                      <a:moveTo>
                        <a:pt x="0" y="128"/>
                      </a:moveTo>
                      <a:lnTo>
                        <a:pt x="22" y="0"/>
                      </a:lnTo>
                      <a:lnTo>
                        <a:pt x="24" y="131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9" name="Google Shape;3689;p20"/>
                <p:cNvSpPr/>
                <p:nvPr/>
              </p:nvSpPr>
              <p:spPr>
                <a:xfrm>
                  <a:off x="8057063" y="511738"/>
                  <a:ext cx="169863" cy="196850"/>
                </a:xfrm>
                <a:custGeom>
                  <a:rect b="b" l="l" r="r" t="t"/>
                  <a:pathLst>
                    <a:path extrusionOk="0" h="124" w="107">
                      <a:moveTo>
                        <a:pt x="0" y="97"/>
                      </a:moveTo>
                      <a:lnTo>
                        <a:pt x="107" y="0"/>
                      </a:lnTo>
                      <a:lnTo>
                        <a:pt x="7" y="124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0" name="Google Shape;3690;p20"/>
                <p:cNvSpPr/>
                <p:nvPr/>
              </p:nvSpPr>
              <p:spPr>
                <a:xfrm>
                  <a:off x="8012613" y="541900"/>
                  <a:ext cx="63500" cy="79375"/>
                </a:xfrm>
                <a:custGeom>
                  <a:rect b="b" l="l" r="r" t="t"/>
                  <a:pathLst>
                    <a:path extrusionOk="0" h="50" w="40">
                      <a:moveTo>
                        <a:pt x="0" y="38"/>
                      </a:moveTo>
                      <a:lnTo>
                        <a:pt x="40" y="0"/>
                      </a:lnTo>
                      <a:lnTo>
                        <a:pt x="12" y="5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1" name="Google Shape;3691;p20"/>
                <p:cNvSpPr/>
                <p:nvPr/>
              </p:nvSpPr>
              <p:spPr>
                <a:xfrm>
                  <a:off x="7880850" y="527613"/>
                  <a:ext cx="33338" cy="52388"/>
                </a:xfrm>
                <a:custGeom>
                  <a:rect b="b" l="l" r="r" t="t"/>
                  <a:pathLst>
                    <a:path extrusionOk="0" h="33" w="21">
                      <a:moveTo>
                        <a:pt x="7" y="33"/>
                      </a:moveTo>
                      <a:lnTo>
                        <a:pt x="0" y="0"/>
                      </a:lnTo>
                      <a:lnTo>
                        <a:pt x="21" y="33"/>
                      </a:lnTo>
                      <a:lnTo>
                        <a:pt x="7" y="3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2" name="Google Shape;3692;p20"/>
                <p:cNvSpPr/>
                <p:nvPr/>
              </p:nvSpPr>
              <p:spPr>
                <a:xfrm>
                  <a:off x="8095163" y="695888"/>
                  <a:ext cx="222250" cy="114300"/>
                </a:xfrm>
                <a:custGeom>
                  <a:rect b="b" l="l" r="r" t="t"/>
                  <a:pathLst>
                    <a:path extrusionOk="0" h="72" w="140">
                      <a:moveTo>
                        <a:pt x="0" y="48"/>
                      </a:moveTo>
                      <a:lnTo>
                        <a:pt x="140" y="0"/>
                      </a:lnTo>
                      <a:lnTo>
                        <a:pt x="14" y="72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3" name="Google Shape;3693;p20"/>
                <p:cNvSpPr/>
                <p:nvPr/>
              </p:nvSpPr>
              <p:spPr>
                <a:xfrm>
                  <a:off x="8095163" y="651438"/>
                  <a:ext cx="117475" cy="87313"/>
                </a:xfrm>
                <a:custGeom>
                  <a:rect b="b" l="l" r="r" t="t"/>
                  <a:pathLst>
                    <a:path extrusionOk="0" h="55" w="74">
                      <a:moveTo>
                        <a:pt x="0" y="40"/>
                      </a:moveTo>
                      <a:lnTo>
                        <a:pt x="74" y="0"/>
                      </a:lnTo>
                      <a:lnTo>
                        <a:pt x="5" y="55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4" name="Google Shape;3694;p20"/>
                <p:cNvSpPr/>
                <p:nvPr/>
              </p:nvSpPr>
              <p:spPr>
                <a:xfrm>
                  <a:off x="7688763" y="903850"/>
                  <a:ext cx="90488" cy="41275"/>
                </a:xfrm>
                <a:custGeom>
                  <a:rect b="b" l="l" r="r" t="t"/>
                  <a:pathLst>
                    <a:path extrusionOk="0" h="26" w="57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7" y="21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5" name="Google Shape;3695;p20"/>
                <p:cNvSpPr/>
                <p:nvPr/>
              </p:nvSpPr>
              <p:spPr>
                <a:xfrm>
                  <a:off x="7582400" y="1076888"/>
                  <a:ext cx="260350" cy="174625"/>
                </a:xfrm>
                <a:custGeom>
                  <a:rect b="b" l="l" r="r" t="t"/>
                  <a:pathLst>
                    <a:path extrusionOk="0" h="110" w="164">
                      <a:moveTo>
                        <a:pt x="152" y="0"/>
                      </a:moveTo>
                      <a:lnTo>
                        <a:pt x="0" y="110"/>
                      </a:lnTo>
                      <a:lnTo>
                        <a:pt x="164" y="36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6" name="Google Shape;3696;p20"/>
                <p:cNvSpPr/>
                <p:nvPr/>
              </p:nvSpPr>
              <p:spPr>
                <a:xfrm>
                  <a:off x="7620500" y="986400"/>
                  <a:ext cx="180975" cy="84138"/>
                </a:xfrm>
                <a:custGeom>
                  <a:rect b="b" l="l" r="r" t="t"/>
                  <a:pathLst>
                    <a:path extrusionOk="0" h="53" w="114">
                      <a:moveTo>
                        <a:pt x="114" y="19"/>
                      </a:moveTo>
                      <a:lnTo>
                        <a:pt x="0" y="53"/>
                      </a:lnTo>
                      <a:lnTo>
                        <a:pt x="112" y="0"/>
                      </a:lnTo>
                      <a:lnTo>
                        <a:pt x="114" y="1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7" name="Google Shape;3697;p20"/>
                <p:cNvSpPr/>
                <p:nvPr/>
              </p:nvSpPr>
              <p:spPr>
                <a:xfrm>
                  <a:off x="8155488" y="829238"/>
                  <a:ext cx="98425" cy="90488"/>
                </a:xfrm>
                <a:custGeom>
                  <a:rect b="b" l="l" r="r" t="t"/>
                  <a:pathLst>
                    <a:path extrusionOk="0" h="57" w="62">
                      <a:moveTo>
                        <a:pt x="0" y="42"/>
                      </a:moveTo>
                      <a:lnTo>
                        <a:pt x="62" y="0"/>
                      </a:lnTo>
                      <a:lnTo>
                        <a:pt x="10" y="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8" name="Google Shape;3698;p20"/>
                <p:cNvSpPr/>
                <p:nvPr/>
              </p:nvSpPr>
              <p:spPr>
                <a:xfrm>
                  <a:off x="8193588" y="862575"/>
                  <a:ext cx="236538" cy="161925"/>
                </a:xfrm>
                <a:custGeom>
                  <a:rect b="b" l="l" r="r" t="t"/>
                  <a:pathLst>
                    <a:path extrusionOk="0" h="102" w="149">
                      <a:moveTo>
                        <a:pt x="0" y="71"/>
                      </a:moveTo>
                      <a:lnTo>
                        <a:pt x="149" y="0"/>
                      </a:lnTo>
                      <a:lnTo>
                        <a:pt x="21" y="102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9" name="Google Shape;3699;p20"/>
                <p:cNvSpPr/>
                <p:nvPr/>
              </p:nvSpPr>
              <p:spPr>
                <a:xfrm>
                  <a:off x="7793538" y="1183250"/>
                  <a:ext cx="98425" cy="38100"/>
                </a:xfrm>
                <a:custGeom>
                  <a:rect b="b" l="l" r="r" t="t"/>
                  <a:pathLst>
                    <a:path extrusionOk="0" h="24" w="62">
                      <a:moveTo>
                        <a:pt x="52" y="0"/>
                      </a:moveTo>
                      <a:lnTo>
                        <a:pt x="0" y="21"/>
                      </a:lnTo>
                      <a:lnTo>
                        <a:pt x="62" y="24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0" name="Google Shape;3700;p20"/>
                <p:cNvSpPr/>
                <p:nvPr/>
              </p:nvSpPr>
              <p:spPr>
                <a:xfrm>
                  <a:off x="7815763" y="1311838"/>
                  <a:ext cx="155575" cy="211138"/>
                </a:xfrm>
                <a:custGeom>
                  <a:rect b="b" l="l" r="r" t="t"/>
                  <a:pathLst>
                    <a:path extrusionOk="0" h="133" w="98">
                      <a:moveTo>
                        <a:pt x="86" y="0"/>
                      </a:moveTo>
                      <a:lnTo>
                        <a:pt x="0" y="133"/>
                      </a:lnTo>
                      <a:lnTo>
                        <a:pt x="98" y="21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1" name="Google Shape;3701;p20"/>
                <p:cNvSpPr/>
                <p:nvPr/>
              </p:nvSpPr>
              <p:spPr>
                <a:xfrm>
                  <a:off x="8284075" y="1032438"/>
                  <a:ext cx="233363" cy="109538"/>
                </a:xfrm>
                <a:custGeom>
                  <a:rect b="b" l="l" r="r" t="t"/>
                  <a:pathLst>
                    <a:path extrusionOk="0" h="69" w="147">
                      <a:moveTo>
                        <a:pt x="0" y="45"/>
                      </a:moveTo>
                      <a:lnTo>
                        <a:pt x="147" y="0"/>
                      </a:lnTo>
                      <a:lnTo>
                        <a:pt x="16" y="69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2" name="Google Shape;3702;p20"/>
                <p:cNvSpPr/>
                <p:nvPr/>
              </p:nvSpPr>
              <p:spPr>
                <a:xfrm>
                  <a:off x="8347575" y="1213413"/>
                  <a:ext cx="161925" cy="52388"/>
                </a:xfrm>
                <a:custGeom>
                  <a:rect b="b" l="l" r="r" t="t"/>
                  <a:pathLst>
                    <a:path extrusionOk="0" h="33" w="102">
                      <a:moveTo>
                        <a:pt x="0" y="24"/>
                      </a:moveTo>
                      <a:lnTo>
                        <a:pt x="102" y="33"/>
                      </a:lnTo>
                      <a:lnTo>
                        <a:pt x="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3" name="Google Shape;3703;p20"/>
                <p:cNvSpPr/>
                <p:nvPr/>
              </p:nvSpPr>
              <p:spPr>
                <a:xfrm>
                  <a:off x="8257088" y="1021325"/>
                  <a:ext cx="82550" cy="66675"/>
                </a:xfrm>
                <a:custGeom>
                  <a:rect b="b" l="l" r="r" t="t"/>
                  <a:pathLst>
                    <a:path extrusionOk="0" h="42" w="52">
                      <a:moveTo>
                        <a:pt x="0" y="31"/>
                      </a:moveTo>
                      <a:lnTo>
                        <a:pt x="52" y="0"/>
                      </a:lnTo>
                      <a:lnTo>
                        <a:pt x="12" y="4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4" name="Google Shape;3704;p20"/>
                <p:cNvSpPr/>
                <p:nvPr/>
              </p:nvSpPr>
              <p:spPr>
                <a:xfrm>
                  <a:off x="7845925" y="1273738"/>
                  <a:ext cx="98425" cy="71438"/>
                </a:xfrm>
                <a:custGeom>
                  <a:rect b="b" l="l" r="r" t="t"/>
                  <a:pathLst>
                    <a:path extrusionOk="0" h="45" w="62">
                      <a:moveTo>
                        <a:pt x="57" y="0"/>
                      </a:moveTo>
                      <a:lnTo>
                        <a:pt x="0" y="45"/>
                      </a:lnTo>
                      <a:lnTo>
                        <a:pt x="62" y="14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5" name="Google Shape;3705;p20"/>
                <p:cNvSpPr/>
                <p:nvPr/>
              </p:nvSpPr>
              <p:spPr>
                <a:xfrm>
                  <a:off x="7922125" y="1386450"/>
                  <a:ext cx="131763" cy="192088"/>
                </a:xfrm>
                <a:custGeom>
                  <a:rect b="b" l="l" r="r" t="t"/>
                  <a:pathLst>
                    <a:path extrusionOk="0" h="121" w="83">
                      <a:moveTo>
                        <a:pt x="62" y="0"/>
                      </a:moveTo>
                      <a:lnTo>
                        <a:pt x="0" y="121"/>
                      </a:lnTo>
                      <a:lnTo>
                        <a:pt x="83" y="1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6" name="Google Shape;3706;p20"/>
                <p:cNvSpPr/>
                <p:nvPr/>
              </p:nvSpPr>
              <p:spPr>
                <a:xfrm>
                  <a:off x="8065000" y="1432488"/>
                  <a:ext cx="38100" cy="66675"/>
                </a:xfrm>
                <a:custGeom>
                  <a:rect b="b" l="l" r="r" t="t"/>
                  <a:pathLst>
                    <a:path extrusionOk="0" h="42" w="24">
                      <a:moveTo>
                        <a:pt x="12" y="0"/>
                      </a:moveTo>
                      <a:lnTo>
                        <a:pt x="0" y="42"/>
                      </a:lnTo>
                      <a:lnTo>
                        <a:pt x="24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7" name="Google Shape;3707;p20"/>
                <p:cNvSpPr/>
                <p:nvPr/>
              </p:nvSpPr>
              <p:spPr>
                <a:xfrm>
                  <a:off x="8325350" y="1081650"/>
                  <a:ext cx="260350" cy="96838"/>
                </a:xfrm>
                <a:custGeom>
                  <a:rect b="b" l="l" r="r" t="t"/>
                  <a:pathLst>
                    <a:path extrusionOk="0" h="61" w="164">
                      <a:moveTo>
                        <a:pt x="0" y="47"/>
                      </a:moveTo>
                      <a:lnTo>
                        <a:pt x="164" y="0"/>
                      </a:lnTo>
                      <a:lnTo>
                        <a:pt x="5" y="61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8" name="Google Shape;3708;p20"/>
                <p:cNvSpPr/>
                <p:nvPr/>
              </p:nvSpPr>
              <p:spPr>
                <a:xfrm>
                  <a:off x="7831638" y="538725"/>
                  <a:ext cx="52388" cy="63500"/>
                </a:xfrm>
                <a:custGeom>
                  <a:rect b="b" l="l" r="r" t="t"/>
                  <a:pathLst>
                    <a:path extrusionOk="0" h="17" w="14">
                      <a:moveTo>
                        <a:pt x="14" y="1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4" y="17"/>
                        <a:pt x="4" y="17"/>
                        <a:pt x="4" y="17"/>
                      </a:cubicBezTo>
                      <a:lnTo>
                        <a:pt x="1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9" name="Google Shape;3709;p20"/>
                <p:cNvSpPr/>
                <p:nvPr/>
              </p:nvSpPr>
              <p:spPr>
                <a:xfrm>
                  <a:off x="7741150" y="605400"/>
                  <a:ext cx="60325" cy="68262"/>
                </a:xfrm>
                <a:custGeom>
                  <a:rect b="b" l="l" r="r" t="t"/>
                  <a:pathLst>
                    <a:path extrusionOk="0" h="18" w="16">
                      <a:moveTo>
                        <a:pt x="16" y="8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2"/>
                        <a:pt x="2" y="5"/>
                        <a:pt x="0" y="7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lnTo>
                        <a:pt x="16" y="8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0" name="Google Shape;3710;p20"/>
                <p:cNvSpPr/>
                <p:nvPr/>
              </p:nvSpPr>
              <p:spPr>
                <a:xfrm>
                  <a:off x="7696700" y="719700"/>
                  <a:ext cx="47625" cy="41275"/>
                </a:xfrm>
                <a:custGeom>
                  <a:rect b="b" l="l" r="r" t="t"/>
                  <a:pathLst>
                    <a:path extrusionOk="0" h="11" w="13">
                      <a:moveTo>
                        <a:pt x="13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1" name="Google Shape;3711;p20"/>
                <p:cNvSpPr/>
                <p:nvPr/>
              </p:nvSpPr>
              <p:spPr>
                <a:xfrm>
                  <a:off x="7696700" y="835588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3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1" y="9"/>
                        <a:pt x="2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2" name="Google Shape;3712;p20"/>
                <p:cNvSpPr/>
                <p:nvPr/>
              </p:nvSpPr>
              <p:spPr>
                <a:xfrm>
                  <a:off x="7944350" y="522850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0" y="15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14"/>
                        <a:pt x="0" y="14"/>
                        <a:pt x="0" y="14"/>
                      </a:cubicBezTo>
                      <a:lnTo>
                        <a:pt x="10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3" name="Google Shape;3713;p20"/>
                <p:cNvSpPr/>
                <p:nvPr/>
              </p:nvSpPr>
              <p:spPr>
                <a:xfrm>
                  <a:off x="8057063" y="624450"/>
                  <a:ext cx="60325" cy="84138"/>
                </a:xfrm>
                <a:custGeom>
                  <a:rect b="b" l="l" r="r" t="t"/>
                  <a:pathLst>
                    <a:path extrusionOk="0" h="22" w="16">
                      <a:moveTo>
                        <a:pt x="3" y="22"/>
                      </a:move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4" y="4"/>
                        <a:pt x="13" y="2"/>
                        <a:pt x="12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lnTo>
                        <a:pt x="3" y="2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4" name="Google Shape;3714;p20"/>
                <p:cNvSpPr/>
                <p:nvPr/>
              </p:nvSpPr>
              <p:spPr>
                <a:xfrm>
                  <a:off x="8012613" y="564125"/>
                  <a:ext cx="49213" cy="57150"/>
                </a:xfrm>
                <a:custGeom>
                  <a:rect b="b" l="l" r="r" t="t"/>
                  <a:pathLst>
                    <a:path extrusionOk="0" h="15" w="13">
                      <a:moveTo>
                        <a:pt x="5" y="15"/>
                      </a:move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0" y="10"/>
                        <a:pt x="0" y="10"/>
                        <a:pt x="0" y="10"/>
                      </a:cubicBezTo>
                      <a:lnTo>
                        <a:pt x="5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5" name="Google Shape;3715;p20"/>
                <p:cNvSpPr/>
                <p:nvPr/>
              </p:nvSpPr>
              <p:spPr>
                <a:xfrm>
                  <a:off x="7880850" y="530788"/>
                  <a:ext cx="33338" cy="49213"/>
                </a:xfrm>
                <a:custGeom>
                  <a:rect b="b" l="l" r="r" t="t"/>
                  <a:pathLst>
                    <a:path extrusionOk="0" h="31" w="21">
                      <a:moveTo>
                        <a:pt x="21" y="31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31"/>
                      </a:lnTo>
                      <a:lnTo>
                        <a:pt x="21" y="31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6" name="Google Shape;3716;p20"/>
                <p:cNvSpPr/>
                <p:nvPr/>
              </p:nvSpPr>
              <p:spPr>
                <a:xfrm>
                  <a:off x="8095163" y="753038"/>
                  <a:ext cx="71437" cy="57150"/>
                </a:xfrm>
                <a:custGeom>
                  <a:rect b="b" l="l" r="r" t="t"/>
                  <a:pathLst>
                    <a:path extrusionOk="0" h="15" w="19">
                      <a:moveTo>
                        <a:pt x="6" y="15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6"/>
                        <a:pt x="18" y="4"/>
                        <a:pt x="17" y="2"/>
                      </a:cubicBezTo>
                      <a:cubicBezTo>
                        <a:pt x="17" y="1"/>
                        <a:pt x="16" y="1"/>
                        <a:pt x="16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lnTo>
                        <a:pt x="6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7" name="Google Shape;3717;p20"/>
                <p:cNvSpPr/>
                <p:nvPr/>
              </p:nvSpPr>
              <p:spPr>
                <a:xfrm>
                  <a:off x="8095163" y="692713"/>
                  <a:ext cx="46037" cy="46037"/>
                </a:xfrm>
                <a:custGeom>
                  <a:rect b="b" l="l" r="r" t="t"/>
                  <a:pathLst>
                    <a:path extrusionOk="0" h="12" w="12">
                      <a:moveTo>
                        <a:pt x="2" y="12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3"/>
                        <a:pt x="11" y="2"/>
                        <a:pt x="1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8" name="Google Shape;3718;p20"/>
                <p:cNvSpPr/>
                <p:nvPr/>
              </p:nvSpPr>
              <p:spPr>
                <a:xfrm>
                  <a:off x="7714163" y="903850"/>
                  <a:ext cx="65088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9"/>
                        <a:pt x="1" y="10"/>
                      </a:cubicBezTo>
                      <a:cubicBezTo>
                        <a:pt x="17" y="9"/>
                        <a:pt x="17" y="9"/>
                        <a:pt x="17" y="9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9" name="Google Shape;3719;p20"/>
                <p:cNvSpPr/>
                <p:nvPr/>
              </p:nvSpPr>
              <p:spPr>
                <a:xfrm>
                  <a:off x="7782425" y="1076888"/>
                  <a:ext cx="60325" cy="76200"/>
                </a:xfrm>
                <a:custGeom>
                  <a:rect b="b" l="l" r="r" t="t"/>
                  <a:pathLst>
                    <a:path extrusionOk="0" h="20" w="16">
                      <a:moveTo>
                        <a:pt x="11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2"/>
                        <a:pt x="3" y="16"/>
                        <a:pt x="5" y="20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0" name="Google Shape;3720;p20"/>
                <p:cNvSpPr/>
                <p:nvPr/>
              </p:nvSpPr>
              <p:spPr>
                <a:xfrm>
                  <a:off x="7741150" y="986400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5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8"/>
                        <a:pt x="1" y="9"/>
                        <a:pt x="2" y="10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6" y="8"/>
                        <a:pt x="16" y="8"/>
                        <a:pt x="16" y="8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1" name="Google Shape;3721;p20"/>
                <p:cNvSpPr/>
                <p:nvPr/>
              </p:nvSpPr>
              <p:spPr>
                <a:xfrm>
                  <a:off x="8155488" y="865750"/>
                  <a:ext cx="52388" cy="53975"/>
                </a:xfrm>
                <a:custGeom>
                  <a:rect b="b" l="l" r="r" t="t"/>
                  <a:pathLst>
                    <a:path extrusionOk="0" h="14" w="14">
                      <a:moveTo>
                        <a:pt x="4" y="14"/>
                      </a:move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3" y="1"/>
                        <a:pt x="12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2" name="Google Shape;3722;p20"/>
                <p:cNvSpPr/>
                <p:nvPr/>
              </p:nvSpPr>
              <p:spPr>
                <a:xfrm>
                  <a:off x="8193588" y="953063"/>
                  <a:ext cx="74613" cy="71437"/>
                </a:xfrm>
                <a:custGeom>
                  <a:rect b="b" l="l" r="r" t="t"/>
                  <a:pathLst>
                    <a:path extrusionOk="0" h="19" w="20">
                      <a:moveTo>
                        <a:pt x="9" y="19"/>
                      </a:move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8" y="7"/>
                        <a:pt x="16" y="3"/>
                        <a:pt x="14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3" name="Google Shape;3723;p20"/>
                <p:cNvSpPr/>
                <p:nvPr/>
              </p:nvSpPr>
              <p:spPr>
                <a:xfrm>
                  <a:off x="7828463" y="1183250"/>
                  <a:ext cx="63500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7"/>
                        <a:pt x="2" y="8"/>
                        <a:pt x="2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4" name="Google Shape;3724;p20"/>
                <p:cNvSpPr/>
                <p:nvPr/>
              </p:nvSpPr>
              <p:spPr>
                <a:xfrm>
                  <a:off x="7922125" y="1311838"/>
                  <a:ext cx="49213" cy="63500"/>
                </a:xfrm>
                <a:custGeom>
                  <a:rect b="b" l="l" r="r" t="t"/>
                  <a:pathLst>
                    <a:path extrusionOk="0" h="17" w="13">
                      <a:moveTo>
                        <a:pt x="8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13"/>
                        <a:pt x="2" y="14"/>
                        <a:pt x="3" y="15"/>
                      </a:cubicBezTo>
                      <a:cubicBezTo>
                        <a:pt x="4" y="16"/>
                        <a:pt x="4" y="17"/>
                        <a:pt x="5" y="17"/>
                      </a:cubicBezTo>
                      <a:cubicBezTo>
                        <a:pt x="13" y="9"/>
                        <a:pt x="13" y="9"/>
                        <a:pt x="13" y="9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5" name="Google Shape;3725;p20"/>
                <p:cNvSpPr/>
                <p:nvPr/>
              </p:nvSpPr>
              <p:spPr>
                <a:xfrm>
                  <a:off x="8284075" y="1088000"/>
                  <a:ext cx="71437" cy="53975"/>
                </a:xfrm>
                <a:custGeom>
                  <a:rect b="b" l="l" r="r" t="t"/>
                  <a:pathLst>
                    <a:path extrusionOk="0" h="14" w="19">
                      <a:moveTo>
                        <a:pt x="7" y="14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5"/>
                        <a:pt x="16" y="2"/>
                        <a:pt x="14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6" name="Google Shape;3726;p20"/>
                <p:cNvSpPr/>
                <p:nvPr/>
              </p:nvSpPr>
              <p:spPr>
                <a:xfrm>
                  <a:off x="8347575" y="1213413"/>
                  <a:ext cx="57150" cy="41275"/>
                </a:xfrm>
                <a:custGeom>
                  <a:rect b="b" l="l" r="r" t="t"/>
                  <a:pathLst>
                    <a:path extrusionOk="0" h="11" w="15">
                      <a:moveTo>
                        <a:pt x="0" y="10"/>
                      </a:move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5" y="10"/>
                        <a:pt x="15" y="9"/>
                      </a:cubicBezTo>
                      <a:cubicBezTo>
                        <a:pt x="15" y="7"/>
                        <a:pt x="15" y="6"/>
                        <a:pt x="14" y="5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7" name="Google Shape;3727;p20"/>
                <p:cNvSpPr/>
                <p:nvPr/>
              </p:nvSpPr>
              <p:spPr>
                <a:xfrm>
                  <a:off x="8257088" y="1043550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5" y="12"/>
                      </a:move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3" y="1"/>
                        <a:pt x="12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8" name="Google Shape;3728;p20"/>
                <p:cNvSpPr/>
                <p:nvPr/>
              </p:nvSpPr>
              <p:spPr>
                <a:xfrm>
                  <a:off x="7891963" y="1273738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12" y="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0"/>
                        <a:pt x="1" y="11"/>
                        <a:pt x="2" y="12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9" name="Google Shape;3729;p20"/>
                <p:cNvSpPr/>
                <p:nvPr/>
              </p:nvSpPr>
              <p:spPr>
                <a:xfrm>
                  <a:off x="7996738" y="1386450"/>
                  <a:ext cx="57150" cy="63500"/>
                </a:xfrm>
                <a:custGeom>
                  <a:rect b="b" l="l" r="r" t="t"/>
                  <a:pathLst>
                    <a:path extrusionOk="0" h="17" w="15">
                      <a:moveTo>
                        <a:pt x="6" y="0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2" y="14"/>
                        <a:pt x="4" y="15"/>
                        <a:pt x="6" y="17"/>
                      </a:cubicBezTo>
                      <a:cubicBezTo>
                        <a:pt x="15" y="5"/>
                        <a:pt x="15" y="5"/>
                        <a:pt x="15" y="5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0" name="Google Shape;3730;p20"/>
                <p:cNvSpPr/>
                <p:nvPr/>
              </p:nvSpPr>
              <p:spPr>
                <a:xfrm>
                  <a:off x="8068175" y="1432488"/>
                  <a:ext cx="34925" cy="47625"/>
                </a:xfrm>
                <a:custGeom>
                  <a:rect b="b" l="l" r="r" t="t"/>
                  <a:pathLst>
                    <a:path extrusionOk="0" h="13" w="9">
                      <a:moveTo>
                        <a:pt x="4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1" y="13"/>
                        <a:pt x="2" y="13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1" name="Google Shape;3731;p20"/>
                <p:cNvSpPr/>
                <p:nvPr/>
              </p:nvSpPr>
              <p:spPr>
                <a:xfrm>
                  <a:off x="8325350" y="1141975"/>
                  <a:ext cx="55563" cy="36513"/>
                </a:xfrm>
                <a:custGeom>
                  <a:rect b="b" l="l" r="r" t="t"/>
                  <a:pathLst>
                    <a:path extrusionOk="0" h="10" w="15">
                      <a:moveTo>
                        <a:pt x="2" y="10"/>
                      </a:move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4" y="3"/>
                        <a:pt x="13" y="2"/>
                        <a:pt x="12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2" name="Google Shape;3732;p20"/>
                <p:cNvSpPr/>
                <p:nvPr/>
              </p:nvSpPr>
              <p:spPr>
                <a:xfrm>
                  <a:off x="7710988" y="522850"/>
                  <a:ext cx="682625" cy="973137"/>
                </a:xfrm>
                <a:custGeom>
                  <a:rect b="b" l="l" r="r" t="t"/>
                  <a:pathLst>
                    <a:path extrusionOk="0" h="258" w="181">
                      <a:moveTo>
                        <a:pt x="69" y="218"/>
                      </a:moveTo>
                      <a:cubicBezTo>
                        <a:pt x="100" y="258"/>
                        <a:pt x="129" y="253"/>
                        <a:pt x="152" y="231"/>
                      </a:cubicBezTo>
                      <a:cubicBezTo>
                        <a:pt x="181" y="204"/>
                        <a:pt x="175" y="181"/>
                        <a:pt x="156" y="156"/>
                      </a:cubicBezTo>
                      <a:cubicBezTo>
                        <a:pt x="132" y="124"/>
                        <a:pt x="118" y="98"/>
                        <a:pt x="102" y="51"/>
                      </a:cubicBezTo>
                      <a:cubicBezTo>
                        <a:pt x="94" y="26"/>
                        <a:pt x="76" y="0"/>
                        <a:pt x="41" y="16"/>
                      </a:cubicBezTo>
                      <a:cubicBezTo>
                        <a:pt x="13" y="29"/>
                        <a:pt x="0" y="54"/>
                        <a:pt x="9" y="90"/>
                      </a:cubicBezTo>
                      <a:cubicBezTo>
                        <a:pt x="18" y="128"/>
                        <a:pt x="36" y="175"/>
                        <a:pt x="69" y="2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3" name="Google Shape;3733;p20"/>
                <p:cNvSpPr/>
                <p:nvPr/>
              </p:nvSpPr>
              <p:spPr>
                <a:xfrm>
                  <a:off x="7718925" y="624450"/>
                  <a:ext cx="674688" cy="871538"/>
                </a:xfrm>
                <a:custGeom>
                  <a:rect b="b" l="l" r="r" t="t"/>
                  <a:pathLst>
                    <a:path extrusionOk="0" h="231" w="179">
                      <a:moveTo>
                        <a:pt x="136" y="162"/>
                      </a:moveTo>
                      <a:cubicBezTo>
                        <a:pt x="118" y="178"/>
                        <a:pt x="91" y="176"/>
                        <a:pt x="63" y="131"/>
                      </a:cubicBezTo>
                      <a:cubicBezTo>
                        <a:pt x="33" y="83"/>
                        <a:pt x="17" y="33"/>
                        <a:pt x="23" y="0"/>
                      </a:cubicBezTo>
                      <a:cubicBezTo>
                        <a:pt x="7" y="14"/>
                        <a:pt x="0" y="35"/>
                        <a:pt x="7" y="63"/>
                      </a:cubicBezTo>
                      <a:cubicBezTo>
                        <a:pt x="16" y="101"/>
                        <a:pt x="34" y="148"/>
                        <a:pt x="67" y="191"/>
                      </a:cubicBezTo>
                      <a:cubicBezTo>
                        <a:pt x="98" y="231"/>
                        <a:pt x="127" y="226"/>
                        <a:pt x="150" y="204"/>
                      </a:cubicBezTo>
                      <a:cubicBezTo>
                        <a:pt x="179" y="177"/>
                        <a:pt x="173" y="154"/>
                        <a:pt x="154" y="129"/>
                      </a:cubicBezTo>
                      <a:cubicBezTo>
                        <a:pt x="150" y="123"/>
                        <a:pt x="145" y="117"/>
                        <a:pt x="141" y="111"/>
                      </a:cubicBezTo>
                      <a:cubicBezTo>
                        <a:pt x="147" y="128"/>
                        <a:pt x="150" y="150"/>
                        <a:pt x="136" y="16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4" name="Google Shape;3734;p20"/>
                <p:cNvSpPr/>
                <p:nvPr/>
              </p:nvSpPr>
              <p:spPr>
                <a:xfrm>
                  <a:off x="7930063" y="594288"/>
                  <a:ext cx="161925" cy="276225"/>
                </a:xfrm>
                <a:custGeom>
                  <a:rect b="b" l="l" r="r" t="t"/>
                  <a:pathLst>
                    <a:path extrusionOk="0" h="73" w="43">
                      <a:moveTo>
                        <a:pt x="35" y="31"/>
                      </a:moveTo>
                      <a:cubicBezTo>
                        <a:pt x="43" y="49"/>
                        <a:pt x="43" y="67"/>
                        <a:pt x="36" y="70"/>
                      </a:cubicBezTo>
                      <a:cubicBezTo>
                        <a:pt x="29" y="73"/>
                        <a:pt x="17" y="60"/>
                        <a:pt x="9" y="42"/>
                      </a:cubicBezTo>
                      <a:cubicBezTo>
                        <a:pt x="1" y="23"/>
                        <a:pt x="0" y="6"/>
                        <a:pt x="8" y="3"/>
                      </a:cubicBezTo>
                      <a:cubicBezTo>
                        <a:pt x="15" y="0"/>
                        <a:pt x="27" y="12"/>
                        <a:pt x="35" y="31"/>
                      </a:cubicBezTo>
                      <a:close/>
                    </a:path>
                  </a:pathLst>
                </a:custGeom>
                <a:solidFill>
                  <a:srgbClr val="F8F8F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735" name="Google Shape;3735;p20"/>
            <p:cNvGrpSpPr/>
            <p:nvPr/>
          </p:nvGrpSpPr>
          <p:grpSpPr>
            <a:xfrm>
              <a:off x="8175701" y="38331"/>
              <a:ext cx="1672890" cy="5246351"/>
              <a:chOff x="8175701" y="38331"/>
              <a:chExt cx="1672890" cy="5246351"/>
            </a:xfrm>
          </p:grpSpPr>
          <p:grpSp>
            <p:nvGrpSpPr>
              <p:cNvPr id="3736" name="Google Shape;3736;p20"/>
              <p:cNvGrpSpPr/>
              <p:nvPr/>
            </p:nvGrpSpPr>
            <p:grpSpPr>
              <a:xfrm>
                <a:off x="8529106" y="38331"/>
                <a:ext cx="1164275" cy="993345"/>
                <a:chOff x="-469100" y="3905588"/>
                <a:chExt cx="1352550" cy="1154113"/>
              </a:xfrm>
            </p:grpSpPr>
            <p:grpSp>
              <p:nvGrpSpPr>
                <p:cNvPr id="3737" name="Google Shape;3737;p20"/>
                <p:cNvGrpSpPr/>
                <p:nvPr/>
              </p:nvGrpSpPr>
              <p:grpSpPr>
                <a:xfrm>
                  <a:off x="-469100" y="3905588"/>
                  <a:ext cx="1352550" cy="1154113"/>
                  <a:chOff x="-469100" y="3905588"/>
                  <a:chExt cx="1352550" cy="1154113"/>
                </a:xfrm>
              </p:grpSpPr>
              <p:sp>
                <p:nvSpPr>
                  <p:cNvPr id="3738" name="Google Shape;3738;p20"/>
                  <p:cNvSpPr/>
                  <p:nvPr/>
                </p:nvSpPr>
                <p:spPr>
                  <a:xfrm>
                    <a:off x="-469100" y="3905588"/>
                    <a:ext cx="1352550" cy="1154113"/>
                  </a:xfrm>
                  <a:custGeom>
                    <a:rect b="b" l="l" r="r" t="t"/>
                    <a:pathLst>
                      <a:path extrusionOk="0" h="306" w="359">
                        <a:moveTo>
                          <a:pt x="197" y="261"/>
                        </a:moveTo>
                        <a:cubicBezTo>
                          <a:pt x="197" y="261"/>
                          <a:pt x="197" y="261"/>
                          <a:pt x="197" y="261"/>
                        </a:cubicBezTo>
                        <a:cubicBezTo>
                          <a:pt x="200" y="261"/>
                          <a:pt x="203" y="262"/>
                          <a:pt x="205" y="264"/>
                        </a:cubicBezTo>
                        <a:cubicBezTo>
                          <a:pt x="207" y="265"/>
                          <a:pt x="208" y="267"/>
                          <a:pt x="208" y="269"/>
                        </a:cubicBezTo>
                        <a:cubicBezTo>
                          <a:pt x="208" y="273"/>
                          <a:pt x="202" y="277"/>
                          <a:pt x="197" y="277"/>
                        </a:cubicBezTo>
                        <a:cubicBezTo>
                          <a:pt x="197" y="277"/>
                          <a:pt x="197" y="277"/>
                          <a:pt x="197" y="277"/>
                        </a:cubicBezTo>
                        <a:cubicBezTo>
                          <a:pt x="196" y="277"/>
                          <a:pt x="196" y="277"/>
                          <a:pt x="196" y="277"/>
                        </a:cubicBezTo>
                        <a:cubicBezTo>
                          <a:pt x="191" y="277"/>
                          <a:pt x="188" y="274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8"/>
                          <a:pt x="188" y="267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90" y="263"/>
                          <a:pt x="193" y="261"/>
                          <a:pt x="196" y="261"/>
                        </a:cubicBezTo>
                        <a:cubicBezTo>
                          <a:pt x="196" y="261"/>
                          <a:pt x="196" y="261"/>
                          <a:pt x="197" y="261"/>
                        </a:cubicBezTo>
                        <a:moveTo>
                          <a:pt x="308" y="170"/>
                        </a:moveTo>
                        <a:cubicBezTo>
                          <a:pt x="308" y="170"/>
                          <a:pt x="308" y="170"/>
                          <a:pt x="309" y="170"/>
                        </a:cubicBezTo>
                        <a:cubicBezTo>
                          <a:pt x="313" y="170"/>
                          <a:pt x="318" y="172"/>
                          <a:pt x="321" y="175"/>
                        </a:cubicBezTo>
                        <a:cubicBezTo>
                          <a:pt x="324" y="177"/>
                          <a:pt x="325" y="179"/>
                          <a:pt x="325" y="182"/>
                        </a:cubicBezTo>
                        <a:cubicBezTo>
                          <a:pt x="325" y="189"/>
                          <a:pt x="317" y="196"/>
                          <a:pt x="309" y="196"/>
                        </a:cubicBezTo>
                        <a:cubicBezTo>
                          <a:pt x="308" y="196"/>
                          <a:pt x="308" y="196"/>
                          <a:pt x="308" y="196"/>
                        </a:cubicBezTo>
                        <a:cubicBezTo>
                          <a:pt x="307" y="196"/>
                          <a:pt x="307" y="196"/>
                          <a:pt x="307" y="196"/>
                        </a:cubicBezTo>
                        <a:cubicBezTo>
                          <a:pt x="300" y="196"/>
                          <a:pt x="294" y="190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1"/>
                          <a:pt x="294" y="179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7" y="173"/>
                          <a:pt x="302" y="170"/>
                          <a:pt x="307" y="170"/>
                        </a:cubicBezTo>
                        <a:cubicBezTo>
                          <a:pt x="307" y="170"/>
                          <a:pt x="307" y="170"/>
                          <a:pt x="308" y="170"/>
                        </a:cubicBezTo>
                        <a:moveTo>
                          <a:pt x="41" y="150"/>
                        </a:moveTo>
                        <a:cubicBezTo>
                          <a:pt x="42" y="150"/>
                          <a:pt x="42" y="150"/>
                          <a:pt x="42" y="150"/>
                        </a:cubicBezTo>
                        <a:cubicBezTo>
                          <a:pt x="46" y="150"/>
                          <a:pt x="51" y="151"/>
                          <a:pt x="53" y="154"/>
                        </a:cubicBezTo>
                        <a:cubicBezTo>
                          <a:pt x="56" y="156"/>
                          <a:pt x="57" y="158"/>
                          <a:pt x="57" y="161"/>
                        </a:cubicBezTo>
                        <a:cubicBezTo>
                          <a:pt x="57" y="167"/>
                          <a:pt x="50" y="173"/>
                          <a:pt x="42" y="173"/>
                        </a:cubicBezTo>
                        <a:cubicBezTo>
                          <a:pt x="42" y="173"/>
                          <a:pt x="42" y="173"/>
                          <a:pt x="41" y="173"/>
                        </a:cubicBezTo>
                        <a:cubicBezTo>
                          <a:pt x="41" y="173"/>
                          <a:pt x="41" y="173"/>
                          <a:pt x="40" y="173"/>
                        </a:cubicBezTo>
                        <a:cubicBezTo>
                          <a:pt x="34" y="173"/>
                          <a:pt x="29" y="168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59"/>
                          <a:pt x="29" y="158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2" y="152"/>
                          <a:pt x="36" y="150"/>
                          <a:pt x="40" y="150"/>
                        </a:cubicBezTo>
                        <a:cubicBezTo>
                          <a:pt x="41" y="150"/>
                          <a:pt x="41" y="150"/>
                          <a:pt x="41" y="150"/>
                        </a:cubicBezTo>
                        <a:moveTo>
                          <a:pt x="285" y="133"/>
                        </a:moveTo>
                        <a:cubicBezTo>
                          <a:pt x="285" y="133"/>
                          <a:pt x="285" y="133"/>
                          <a:pt x="285" y="133"/>
                        </a:cubicBezTo>
                        <a:cubicBezTo>
                          <a:pt x="287" y="133"/>
                          <a:pt x="289" y="133"/>
                          <a:pt x="290" y="134"/>
                        </a:cubicBezTo>
                        <a:cubicBezTo>
                          <a:pt x="291" y="135"/>
                          <a:pt x="291" y="136"/>
                          <a:pt x="291" y="137"/>
                        </a:cubicBezTo>
                        <a:cubicBezTo>
                          <a:pt x="291" y="139"/>
                          <a:pt x="288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2" y="142"/>
                          <a:pt x="280" y="140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6"/>
                          <a:pt x="280" y="136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4"/>
                          <a:pt x="283" y="133"/>
                          <a:pt x="285" y="133"/>
                        </a:cubicBezTo>
                        <a:cubicBezTo>
                          <a:pt x="285" y="133"/>
                          <a:pt x="285" y="133"/>
                          <a:pt x="285" y="133"/>
                        </a:cubicBezTo>
                        <a:moveTo>
                          <a:pt x="33" y="122"/>
                        </a:moveTo>
                        <a:cubicBezTo>
                          <a:pt x="34" y="122"/>
                          <a:pt x="34" y="122"/>
                          <a:pt x="34" y="122"/>
                        </a:cubicBezTo>
                        <a:cubicBezTo>
                          <a:pt x="37" y="122"/>
                          <a:pt x="40" y="123"/>
                          <a:pt x="42" y="125"/>
                        </a:cubicBezTo>
                        <a:cubicBezTo>
                          <a:pt x="43" y="126"/>
                          <a:pt x="44" y="127"/>
                          <a:pt x="44" y="129"/>
                        </a:cubicBezTo>
                        <a:cubicBezTo>
                          <a:pt x="44" y="134"/>
                          <a:pt x="39" y="138"/>
                          <a:pt x="34" y="138"/>
                        </a:cubicBezTo>
                        <a:cubicBezTo>
                          <a:pt x="34" y="138"/>
                          <a:pt x="34" y="138"/>
                          <a:pt x="33" y="138"/>
                        </a:cubicBezTo>
                        <a:cubicBezTo>
                          <a:pt x="33" y="138"/>
                          <a:pt x="33" y="138"/>
                          <a:pt x="33" y="138"/>
                        </a:cubicBezTo>
                        <a:cubicBezTo>
                          <a:pt x="28" y="138"/>
                          <a:pt x="25" y="134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28"/>
                          <a:pt x="25" y="127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7" y="124"/>
                          <a:pt x="30" y="122"/>
                          <a:pt x="33" y="122"/>
                        </a:cubicBezTo>
                        <a:cubicBezTo>
                          <a:pt x="33" y="122"/>
                          <a:pt x="33" y="122"/>
                          <a:pt x="33" y="122"/>
                        </a:cubicBezTo>
                        <a:moveTo>
                          <a:pt x="43" y="101"/>
                        </a:moveTo>
                        <a:cubicBezTo>
                          <a:pt x="43" y="101"/>
                          <a:pt x="44" y="101"/>
                          <a:pt x="44" y="101"/>
                        </a:cubicBezTo>
                        <a:cubicBezTo>
                          <a:pt x="45" y="101"/>
                          <a:pt x="47" y="102"/>
                          <a:pt x="48" y="103"/>
                        </a:cubicBezTo>
                        <a:cubicBezTo>
                          <a:pt x="49" y="104"/>
                          <a:pt x="49" y="105"/>
                          <a:pt x="49" y="106"/>
                        </a:cubicBezTo>
                        <a:cubicBezTo>
                          <a:pt x="49" y="108"/>
                          <a:pt x="47" y="110"/>
                          <a:pt x="44" y="110"/>
                        </a:cubicBezTo>
                        <a:cubicBezTo>
                          <a:pt x="44" y="110"/>
                          <a:pt x="43" y="110"/>
                          <a:pt x="43" y="110"/>
                        </a:cubicBezTo>
                        <a:cubicBezTo>
                          <a:pt x="43" y="110"/>
                          <a:pt x="43" y="110"/>
                          <a:pt x="43" y="110"/>
                        </a:cubicBezTo>
                        <a:cubicBezTo>
                          <a:pt x="40" y="110"/>
                          <a:pt x="38" y="108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5"/>
                          <a:pt x="39" y="105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40" y="102"/>
                          <a:pt x="41" y="101"/>
                          <a:pt x="43" y="101"/>
                        </a:cubicBezTo>
                        <a:cubicBezTo>
                          <a:pt x="43" y="101"/>
                          <a:pt x="43" y="101"/>
                          <a:pt x="43" y="101"/>
                        </a:cubicBezTo>
                        <a:moveTo>
                          <a:pt x="164" y="239"/>
                        </a:moveTo>
                        <a:cubicBezTo>
                          <a:pt x="106" y="239"/>
                          <a:pt x="66" y="217"/>
                          <a:pt x="66" y="166"/>
                        </a:cubicBezTo>
                        <a:cubicBezTo>
                          <a:pt x="66" y="137"/>
                          <a:pt x="67" y="111"/>
                          <a:pt x="89" y="89"/>
                        </a:cubicBezTo>
                        <a:cubicBezTo>
                          <a:pt x="105" y="71"/>
                          <a:pt x="138" y="63"/>
                          <a:pt x="164" y="53"/>
                        </a:cubicBezTo>
                        <a:cubicBezTo>
                          <a:pt x="169" y="52"/>
                          <a:pt x="174" y="51"/>
                          <a:pt x="179" y="51"/>
                        </a:cubicBezTo>
                        <a:cubicBezTo>
                          <a:pt x="203" y="51"/>
                          <a:pt x="225" y="73"/>
                          <a:pt x="242" y="93"/>
                        </a:cubicBezTo>
                        <a:cubicBezTo>
                          <a:pt x="258" y="111"/>
                          <a:pt x="269" y="118"/>
                          <a:pt x="269" y="140"/>
                        </a:cubicBezTo>
                        <a:cubicBezTo>
                          <a:pt x="269" y="167"/>
                          <a:pt x="250" y="190"/>
                          <a:pt x="229" y="208"/>
                        </a:cubicBezTo>
                        <a:cubicBezTo>
                          <a:pt x="210" y="225"/>
                          <a:pt x="191" y="239"/>
                          <a:pt x="164" y="239"/>
                        </a:cubicBezTo>
                        <a:moveTo>
                          <a:pt x="106" y="44"/>
                        </a:moveTo>
                        <a:cubicBezTo>
                          <a:pt x="106" y="44"/>
                          <a:pt x="106" y="44"/>
                          <a:pt x="107" y="44"/>
                        </a:cubicBezTo>
                        <a:cubicBezTo>
                          <a:pt x="109" y="44"/>
                          <a:pt x="112" y="45"/>
                          <a:pt x="114" y="47"/>
                        </a:cubicBezTo>
                        <a:cubicBezTo>
                          <a:pt x="115" y="48"/>
                          <a:pt x="116" y="49"/>
                          <a:pt x="116" y="51"/>
                        </a:cubicBezTo>
                        <a:cubicBezTo>
                          <a:pt x="116" y="55"/>
                          <a:pt x="111" y="59"/>
                          <a:pt x="107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1" y="59"/>
                          <a:pt x="98" y="56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0"/>
                          <a:pt x="99" y="49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100" y="46"/>
                          <a:pt x="103" y="44"/>
                          <a:pt x="106" y="44"/>
                        </a:cubicBezTo>
                        <a:cubicBezTo>
                          <a:pt x="106" y="44"/>
                          <a:pt x="106" y="44"/>
                          <a:pt x="106" y="44"/>
                        </a:cubicBezTo>
                        <a:moveTo>
                          <a:pt x="200" y="0"/>
                        </a:moveTo>
                        <a:cubicBezTo>
                          <a:pt x="197" y="0"/>
                          <a:pt x="195" y="0"/>
                          <a:pt x="192" y="0"/>
                        </a:cubicBezTo>
                        <a:cubicBezTo>
                          <a:pt x="188" y="0"/>
                          <a:pt x="183" y="1"/>
                          <a:pt x="179" y="2"/>
                        </a:cubicBezTo>
                        <a:cubicBezTo>
                          <a:pt x="177" y="3"/>
                          <a:pt x="175" y="4"/>
                          <a:pt x="173" y="4"/>
                        </a:cubicBezTo>
                        <a:cubicBezTo>
                          <a:pt x="170" y="6"/>
                          <a:pt x="166" y="7"/>
                          <a:pt x="162" y="9"/>
                        </a:cubicBezTo>
                        <a:cubicBezTo>
                          <a:pt x="161" y="9"/>
                          <a:pt x="161" y="9"/>
                          <a:pt x="161" y="9"/>
                        </a:cubicBezTo>
                        <a:cubicBezTo>
                          <a:pt x="92" y="34"/>
                          <a:pt x="0" y="60"/>
                          <a:pt x="0" y="144"/>
                        </a:cubicBezTo>
                        <a:cubicBezTo>
                          <a:pt x="0" y="169"/>
                          <a:pt x="7" y="19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22" y="218"/>
                          <a:pt x="27" y="224"/>
                          <a:pt x="32" y="229"/>
                        </a:cubicBezTo>
                        <a:cubicBezTo>
                          <a:pt x="51" y="250"/>
                          <a:pt x="78" y="263"/>
                          <a:pt x="112" y="266"/>
                        </a:cubicBezTo>
                        <a:cubicBezTo>
                          <a:pt x="137" y="269"/>
                          <a:pt x="153" y="299"/>
                          <a:pt x="180" y="305"/>
                        </a:cubicBezTo>
                        <a:cubicBezTo>
                          <a:pt x="183" y="306"/>
                          <a:pt x="187" y="306"/>
                          <a:pt x="191" y="306"/>
                        </a:cubicBezTo>
                        <a:cubicBezTo>
                          <a:pt x="219" y="306"/>
                          <a:pt x="270" y="291"/>
                          <a:pt x="297" y="251"/>
                        </a:cubicBezTo>
                        <a:cubicBezTo>
                          <a:pt x="314" y="226"/>
                          <a:pt x="359" y="175"/>
                          <a:pt x="359" y="144"/>
                        </a:cubicBezTo>
                        <a:cubicBezTo>
                          <a:pt x="359" y="129"/>
                          <a:pt x="353" y="119"/>
                          <a:pt x="344" y="109"/>
                        </a:cubicBezTo>
                        <a:cubicBezTo>
                          <a:pt x="339" y="104"/>
                          <a:pt x="333" y="99"/>
                          <a:pt x="327" y="94"/>
                        </a:cubicBezTo>
                        <a:cubicBezTo>
                          <a:pt x="312" y="82"/>
                          <a:pt x="296" y="71"/>
                          <a:pt x="286" y="53"/>
                        </a:cubicBezTo>
                        <a:cubicBezTo>
                          <a:pt x="266" y="19"/>
                          <a:pt x="233" y="1"/>
                          <a:pt x="202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01" y="0"/>
                          <a:pt x="201" y="0"/>
                          <a:pt x="200" y="0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39" name="Google Shape;3739;p20"/>
                  <p:cNvSpPr/>
                  <p:nvPr/>
                </p:nvSpPr>
                <p:spPr>
                  <a:xfrm>
                    <a:off x="-219862" y="4064338"/>
                    <a:ext cx="763588" cy="742950"/>
                  </a:xfrm>
                  <a:custGeom>
                    <a:rect b="b" l="l" r="r" t="t"/>
                    <a:pathLst>
                      <a:path extrusionOk="0" h="197" w="203">
                        <a:moveTo>
                          <a:pt x="203" y="98"/>
                        </a:moveTo>
                        <a:cubicBezTo>
                          <a:pt x="203" y="125"/>
                          <a:pt x="184" y="148"/>
                          <a:pt x="163" y="166"/>
                        </a:cubicBezTo>
                        <a:cubicBezTo>
                          <a:pt x="144" y="183"/>
                          <a:pt x="125" y="197"/>
                          <a:pt x="98" y="197"/>
                        </a:cubicBezTo>
                        <a:cubicBezTo>
                          <a:pt x="40" y="197"/>
                          <a:pt x="0" y="175"/>
                          <a:pt x="0" y="124"/>
                        </a:cubicBezTo>
                        <a:cubicBezTo>
                          <a:pt x="0" y="95"/>
                          <a:pt x="1" y="69"/>
                          <a:pt x="23" y="47"/>
                        </a:cubicBezTo>
                        <a:cubicBezTo>
                          <a:pt x="39" y="29"/>
                          <a:pt x="72" y="21"/>
                          <a:pt x="98" y="11"/>
                        </a:cubicBezTo>
                        <a:cubicBezTo>
                          <a:pt x="129" y="0"/>
                          <a:pt x="156" y="27"/>
                          <a:pt x="176" y="51"/>
                        </a:cubicBezTo>
                        <a:cubicBezTo>
                          <a:pt x="192" y="69"/>
                          <a:pt x="203" y="76"/>
                          <a:pt x="203" y="98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40" name="Google Shape;3740;p20"/>
                  <p:cNvSpPr/>
                  <p:nvPr/>
                </p:nvSpPr>
                <p:spPr>
                  <a:xfrm>
                    <a:off x="-130962" y="4259600"/>
                    <a:ext cx="523875" cy="403225"/>
                  </a:xfrm>
                  <a:custGeom>
                    <a:rect b="b" l="l" r="r" t="t"/>
                    <a:pathLst>
                      <a:path extrusionOk="0" h="107" w="139">
                        <a:moveTo>
                          <a:pt x="33" y="74"/>
                        </a:moveTo>
                        <a:cubicBezTo>
                          <a:pt x="33" y="74"/>
                          <a:pt x="33" y="74"/>
                          <a:pt x="33" y="74"/>
                        </a:cubicBezTo>
                        <a:cubicBezTo>
                          <a:pt x="35" y="74"/>
                          <a:pt x="37" y="75"/>
                          <a:pt x="38" y="76"/>
                        </a:cubicBezTo>
                        <a:cubicBezTo>
                          <a:pt x="39" y="77"/>
                          <a:pt x="39" y="78"/>
                          <a:pt x="39" y="79"/>
                        </a:cubicBezTo>
                        <a:cubicBezTo>
                          <a:pt x="39" y="82"/>
                          <a:pt x="36" y="84"/>
                          <a:pt x="33" y="84"/>
                        </a:cubicBezTo>
                        <a:cubicBezTo>
                          <a:pt x="33" y="84"/>
                          <a:pt x="33" y="84"/>
                          <a:pt x="33" y="84"/>
                        </a:cubicBezTo>
                        <a:cubicBezTo>
                          <a:pt x="33" y="84"/>
                          <a:pt x="32" y="84"/>
                          <a:pt x="32" y="84"/>
                        </a:cubicBezTo>
                        <a:cubicBezTo>
                          <a:pt x="30" y="84"/>
                          <a:pt x="27" y="82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8"/>
                          <a:pt x="27" y="78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9" y="75"/>
                          <a:pt x="30" y="74"/>
                          <a:pt x="32" y="74"/>
                        </a:cubicBezTo>
                        <a:cubicBezTo>
                          <a:pt x="32" y="74"/>
                          <a:pt x="33" y="74"/>
                          <a:pt x="33" y="74"/>
                        </a:cubicBezTo>
                        <a:moveTo>
                          <a:pt x="79" y="87"/>
                        </a:moveTo>
                        <a:cubicBezTo>
                          <a:pt x="56" y="87"/>
                          <a:pt x="30" y="80"/>
                          <a:pt x="30" y="55"/>
                        </a:cubicBezTo>
                        <a:cubicBezTo>
                          <a:pt x="30" y="30"/>
                          <a:pt x="60" y="11"/>
                          <a:pt x="83" y="11"/>
                        </a:cubicBezTo>
                        <a:cubicBezTo>
                          <a:pt x="105" y="11"/>
                          <a:pt x="126" y="15"/>
                          <a:pt x="126" y="40"/>
                        </a:cubicBezTo>
                        <a:cubicBezTo>
                          <a:pt x="126" y="65"/>
                          <a:pt x="101" y="87"/>
                          <a:pt x="79" y="87"/>
                        </a:cubicBezTo>
                        <a:moveTo>
                          <a:pt x="76" y="0"/>
                        </a:moveTo>
                        <a:cubicBezTo>
                          <a:pt x="44" y="0"/>
                          <a:pt x="0" y="27"/>
                          <a:pt x="0" y="62"/>
                        </a:cubicBezTo>
                        <a:cubicBezTo>
                          <a:pt x="0" y="98"/>
                          <a:pt x="38" y="107"/>
                          <a:pt x="70" y="107"/>
                        </a:cubicBezTo>
                        <a:cubicBezTo>
                          <a:pt x="102" y="107"/>
                          <a:pt x="139" y="76"/>
                          <a:pt x="139" y="41"/>
                        </a:cubicBezTo>
                        <a:cubicBezTo>
                          <a:pt x="139" y="5"/>
                          <a:pt x="108" y="0"/>
                          <a:pt x="76" y="0"/>
                        </a:cubicBezTo>
                      </a:path>
                    </a:pathLst>
                  </a:custGeom>
                  <a:solidFill>
                    <a:schemeClr val="accent3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41" name="Google Shape;3741;p20"/>
                  <p:cNvSpPr/>
                  <p:nvPr/>
                </p:nvSpPr>
                <p:spPr>
                  <a:xfrm>
                    <a:off x="-16662" y="4300875"/>
                    <a:ext cx="361950" cy="287338"/>
                  </a:xfrm>
                  <a:custGeom>
                    <a:rect b="b" l="l" r="r" t="t"/>
                    <a:pathLst>
                      <a:path extrusionOk="0" h="76" w="96">
                        <a:moveTo>
                          <a:pt x="74" y="31"/>
                        </a:moveTo>
                        <a:cubicBezTo>
                          <a:pt x="74" y="31"/>
                          <a:pt x="74" y="31"/>
                          <a:pt x="75" y="31"/>
                        </a:cubicBezTo>
                        <a:cubicBezTo>
                          <a:pt x="79" y="31"/>
                          <a:pt x="84" y="33"/>
                          <a:pt x="87" y="36"/>
                        </a:cubicBezTo>
                        <a:cubicBezTo>
                          <a:pt x="89" y="38"/>
                          <a:pt x="91" y="40"/>
                          <a:pt x="91" y="43"/>
                        </a:cubicBezTo>
                        <a:cubicBezTo>
                          <a:pt x="91" y="51"/>
                          <a:pt x="83" y="57"/>
                          <a:pt x="75" y="57"/>
                        </a:cubicBezTo>
                        <a:cubicBezTo>
                          <a:pt x="74" y="57"/>
                          <a:pt x="74" y="57"/>
                          <a:pt x="73" y="57"/>
                        </a:cubicBezTo>
                        <a:cubicBezTo>
                          <a:pt x="73" y="57"/>
                          <a:pt x="73" y="57"/>
                          <a:pt x="73" y="57"/>
                        </a:cubicBezTo>
                        <a:cubicBezTo>
                          <a:pt x="65" y="57"/>
                          <a:pt x="60" y="51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2"/>
                          <a:pt x="60" y="40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3" y="34"/>
                          <a:pt x="68" y="31"/>
                          <a:pt x="73" y="31"/>
                        </a:cubicBezTo>
                        <a:cubicBezTo>
                          <a:pt x="73" y="31"/>
                          <a:pt x="73" y="31"/>
                          <a:pt x="74" y="31"/>
                        </a:cubicBezTo>
                        <a:moveTo>
                          <a:pt x="25" y="24"/>
                        </a:moveTo>
                        <a:cubicBezTo>
                          <a:pt x="25" y="24"/>
                          <a:pt x="25" y="24"/>
                          <a:pt x="26" y="24"/>
                        </a:cubicBezTo>
                        <a:cubicBezTo>
                          <a:pt x="29" y="24"/>
                          <a:pt x="32" y="25"/>
                          <a:pt x="34" y="27"/>
                        </a:cubicBezTo>
                        <a:cubicBezTo>
                          <a:pt x="35" y="29"/>
                          <a:pt x="36" y="30"/>
                          <a:pt x="36" y="32"/>
                        </a:cubicBezTo>
                        <a:cubicBezTo>
                          <a:pt x="36" y="37"/>
                          <a:pt x="31" y="41"/>
                          <a:pt x="26" y="41"/>
                        </a:cubicBezTo>
                        <a:cubicBezTo>
                          <a:pt x="25" y="41"/>
                          <a:pt x="25" y="41"/>
                          <a:pt x="25" y="41"/>
                        </a:cubicBezTo>
                        <a:cubicBezTo>
                          <a:pt x="25" y="41"/>
                          <a:pt x="25" y="41"/>
                          <a:pt x="24" y="41"/>
                        </a:cubicBezTo>
                        <a:cubicBezTo>
                          <a:pt x="20" y="41"/>
                          <a:pt x="16" y="37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1"/>
                          <a:pt x="17" y="30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8" y="26"/>
                          <a:pt x="21" y="24"/>
                          <a:pt x="24" y="24"/>
                        </a:cubicBezTo>
                        <a:cubicBezTo>
                          <a:pt x="25" y="24"/>
                          <a:pt x="25" y="24"/>
                          <a:pt x="25" y="24"/>
                        </a:cubicBezTo>
                        <a:moveTo>
                          <a:pt x="53" y="0"/>
                        </a:moveTo>
                        <a:cubicBezTo>
                          <a:pt x="30" y="0"/>
                          <a:pt x="0" y="19"/>
                          <a:pt x="0" y="44"/>
                        </a:cubicBezTo>
                        <a:cubicBezTo>
                          <a:pt x="0" y="69"/>
                          <a:pt x="26" y="76"/>
                          <a:pt x="49" y="76"/>
                        </a:cubicBezTo>
                        <a:cubicBezTo>
                          <a:pt x="71" y="76"/>
                          <a:pt x="96" y="54"/>
                          <a:pt x="96" y="29"/>
                        </a:cubicBezTo>
                        <a:cubicBezTo>
                          <a:pt x="96" y="4"/>
                          <a:pt x="75" y="0"/>
                          <a:pt x="53" y="0"/>
                        </a:cubicBezTo>
                      </a:path>
                    </a:pathLst>
                  </a:custGeom>
                  <a:solidFill>
                    <a:srgbClr val="191919">
                      <a:alpha val="25000"/>
                    </a:srgbClr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742" name="Google Shape;3742;p20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3" name="Google Shape;3743;p20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rgbClr val="191919">
                    <a:alpha val="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4" name="Google Shape;3744;p20"/>
                <p:cNvSpPr/>
                <p:nvPr/>
              </p:nvSpPr>
              <p:spPr>
                <a:xfrm>
                  <a:off x="638975" y="4546938"/>
                  <a:ext cx="115888" cy="96838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4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19"/>
                        <a:pt x="31" y="12"/>
                      </a:cubicBezTo>
                      <a:cubicBezTo>
                        <a:pt x="31" y="9"/>
                        <a:pt x="30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5" name="Google Shape;3745;p20"/>
                <p:cNvSpPr/>
                <p:nvPr/>
              </p:nvSpPr>
              <p:spPr>
                <a:xfrm>
                  <a:off x="638975" y="4546938"/>
                  <a:ext cx="101600" cy="96838"/>
                </a:xfrm>
                <a:custGeom>
                  <a:rect b="b" l="l" r="r" t="t"/>
                  <a:pathLst>
                    <a:path extrusionOk="0" h="26" w="27">
                      <a:moveTo>
                        <a:pt x="27" y="12"/>
                      </a:moveTo>
                      <a:cubicBezTo>
                        <a:pt x="27" y="19"/>
                        <a:pt x="20" y="26"/>
                        <a:pt x="13" y="26"/>
                      </a:cubicBezTo>
                      <a:cubicBezTo>
                        <a:pt x="6" y="26"/>
                        <a:pt x="0" y="20"/>
                        <a:pt x="0" y="13"/>
                      </a:cubicBezTo>
                      <a:cubicBezTo>
                        <a:pt x="0" y="11"/>
                        <a:pt x="0" y="9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3" y="3"/>
                        <a:pt x="8" y="0"/>
                        <a:pt x="13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6" name="Google Shape;3746;p20"/>
                <p:cNvSpPr/>
                <p:nvPr/>
              </p:nvSpPr>
              <p:spPr>
                <a:xfrm>
                  <a:off x="642150" y="4546938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23" y="8"/>
                      </a:moveTo>
                      <a:cubicBezTo>
                        <a:pt x="23" y="14"/>
                        <a:pt x="17" y="19"/>
                        <a:pt x="11" y="19"/>
                      </a:cubicBezTo>
                      <a:cubicBezTo>
                        <a:pt x="5" y="19"/>
                        <a:pt x="0" y="14"/>
                        <a:pt x="0" y="8"/>
                      </a:cubicBezTo>
                      <a:cubicBezTo>
                        <a:pt x="0" y="8"/>
                        <a:pt x="0" y="8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3"/>
                        <a:pt x="7" y="0"/>
                        <a:pt x="12" y="0"/>
                      </a:cubicBezTo>
                      <a:cubicBezTo>
                        <a:pt x="16" y="0"/>
                        <a:pt x="20" y="2"/>
                        <a:pt x="23" y="5"/>
                      </a:cubicBezTo>
                      <a:cubicBezTo>
                        <a:pt x="23" y="6"/>
                        <a:pt x="23" y="7"/>
                        <a:pt x="23" y="8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7" name="Google Shape;3747;p20"/>
                <p:cNvSpPr/>
                <p:nvPr/>
              </p:nvSpPr>
              <p:spPr>
                <a:xfrm>
                  <a:off x="664375" y="4572338"/>
                  <a:ext cx="348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8" name="Google Shape;3748;p20"/>
                <p:cNvSpPr/>
                <p:nvPr/>
              </p:nvSpPr>
              <p:spPr>
                <a:xfrm>
                  <a:off x="604050" y="440723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0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2"/>
                        <a:pt x="5" y="3"/>
                        <a:pt x="5" y="4"/>
                      </a:cubicBezTo>
                      <a:cubicBezTo>
                        <a:pt x="5" y="6"/>
                        <a:pt x="2" y="8"/>
                        <a:pt x="0" y="9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3" y="9"/>
                        <a:pt x="6" y="6"/>
                        <a:pt x="6" y="4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9" name="Google Shape;3749;p20"/>
                <p:cNvSpPr/>
                <p:nvPr/>
              </p:nvSpPr>
              <p:spPr>
                <a:xfrm>
                  <a:off x="585000" y="440723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4"/>
                      </a:moveTo>
                      <a:cubicBezTo>
                        <a:pt x="10" y="6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4"/>
                      </a:cubicBezTo>
                      <a:cubicBezTo>
                        <a:pt x="0" y="3"/>
                        <a:pt x="0" y="3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3" y="0"/>
                        <a:pt x="5" y="0"/>
                      </a:cubicBezTo>
                      <a:cubicBezTo>
                        <a:pt x="6" y="0"/>
                        <a:pt x="8" y="0"/>
                        <a:pt x="8" y="1"/>
                      </a:cubicBezTo>
                      <a:cubicBezTo>
                        <a:pt x="9" y="2"/>
                        <a:pt x="10" y="3"/>
                        <a:pt x="10" y="4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0" name="Google Shape;3750;p20"/>
                <p:cNvSpPr/>
                <p:nvPr/>
              </p:nvSpPr>
              <p:spPr>
                <a:xfrm>
                  <a:off x="589763" y="4407238"/>
                  <a:ext cx="30163" cy="22225"/>
                </a:xfrm>
                <a:custGeom>
                  <a:rect b="b" l="l" r="r" t="t"/>
                  <a:pathLst>
                    <a:path extrusionOk="0" h="6" w="8">
                      <a:moveTo>
                        <a:pt x="8" y="2"/>
                      </a:moveTo>
                      <a:cubicBezTo>
                        <a:pt x="8" y="4"/>
                        <a:pt x="6" y="6"/>
                        <a:pt x="3" y="6"/>
                      </a:cubicBezTo>
                      <a:cubicBezTo>
                        <a:pt x="1" y="6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5" y="0"/>
                        <a:pt x="7" y="0"/>
                        <a:pt x="7" y="1"/>
                      </a:cubicBezTo>
                      <a:cubicBezTo>
                        <a:pt x="8" y="2"/>
                        <a:pt x="8" y="2"/>
                        <a:pt x="8" y="2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1" name="Google Shape;3751;p20"/>
                <p:cNvSpPr/>
                <p:nvPr/>
              </p:nvSpPr>
              <p:spPr>
                <a:xfrm>
                  <a:off x="597700" y="4415175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2" name="Google Shape;3752;p20"/>
                <p:cNvSpPr/>
                <p:nvPr/>
              </p:nvSpPr>
              <p:spPr>
                <a:xfrm>
                  <a:off x="272263" y="4889838"/>
                  <a:ext cx="42862" cy="60325"/>
                </a:xfrm>
                <a:custGeom>
                  <a:rect b="b" l="l" r="r" t="t"/>
                  <a:pathLst>
                    <a:path extrusionOk="0" h="16" w="1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5" y="16"/>
                        <a:pt x="11" y="12"/>
                        <a:pt x="11" y="8"/>
                      </a:cubicBezTo>
                      <a:cubicBezTo>
                        <a:pt x="11" y="6"/>
                        <a:pt x="10" y="4"/>
                        <a:pt x="8" y="3"/>
                      </a:cubicBezTo>
                      <a:cubicBezTo>
                        <a:pt x="6" y="1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3" name="Google Shape;3753;p20"/>
                <p:cNvSpPr/>
                <p:nvPr/>
              </p:nvSpPr>
              <p:spPr>
                <a:xfrm>
                  <a:off x="238925" y="4889838"/>
                  <a:ext cx="63500" cy="60325"/>
                </a:xfrm>
                <a:custGeom>
                  <a:rect b="b" l="l" r="r" t="t"/>
                  <a:pathLst>
                    <a:path extrusionOk="0" h="16" w="17">
                      <a:moveTo>
                        <a:pt x="17" y="8"/>
                      </a:moveTo>
                      <a:cubicBezTo>
                        <a:pt x="17" y="12"/>
                        <a:pt x="12" y="16"/>
                        <a:pt x="8" y="16"/>
                      </a:cubicBezTo>
                      <a:cubicBezTo>
                        <a:pt x="3" y="16"/>
                        <a:pt x="0" y="13"/>
                        <a:pt x="0" y="8"/>
                      </a:cubicBezTo>
                      <a:cubicBezTo>
                        <a:pt x="0" y="7"/>
                        <a:pt x="0" y="6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1" y="0"/>
                        <a:pt x="13" y="1"/>
                        <a:pt x="15" y="3"/>
                      </a:cubicBezTo>
                      <a:cubicBezTo>
                        <a:pt x="16" y="4"/>
                        <a:pt x="17" y="6"/>
                        <a:pt x="17" y="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4" name="Google Shape;3754;p20"/>
                <p:cNvSpPr/>
                <p:nvPr/>
              </p:nvSpPr>
              <p:spPr>
                <a:xfrm>
                  <a:off x="242100" y="4889838"/>
                  <a:ext cx="53975" cy="44450"/>
                </a:xfrm>
                <a:custGeom>
                  <a:rect b="b" l="l" r="r" t="t"/>
                  <a:pathLst>
                    <a:path extrusionOk="0" h="12" w="14">
                      <a:moveTo>
                        <a:pt x="14" y="5"/>
                      </a:moveTo>
                      <a:cubicBezTo>
                        <a:pt x="14" y="9"/>
                        <a:pt x="10" y="12"/>
                        <a:pt x="7" y="12"/>
                      </a:cubicBezTo>
                      <a:cubicBezTo>
                        <a:pt x="3" y="12"/>
                        <a:pt x="0" y="9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4" y="4"/>
                        <a:pt x="14" y="4"/>
                        <a:pt x="14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5" name="Google Shape;3755;p20"/>
                <p:cNvSpPr/>
                <p:nvPr/>
              </p:nvSpPr>
              <p:spPr>
                <a:xfrm>
                  <a:off x="254800" y="4904125"/>
                  <a:ext cx="22200" cy="237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6" name="Google Shape;3756;p20"/>
                <p:cNvSpPr/>
                <p:nvPr/>
              </p:nvSpPr>
              <p:spPr>
                <a:xfrm>
                  <a:off x="-315112" y="4470738"/>
                  <a:ext cx="60325" cy="87312"/>
                </a:xfrm>
                <a:custGeom>
                  <a:rect b="b" l="l" r="r" t="t"/>
                  <a:pathLst>
                    <a:path extrusionOk="0" h="23" w="16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4" y="0"/>
                        <a:pt x="7" y="1"/>
                        <a:pt x="9" y="4"/>
                      </a:cubicBezTo>
                      <a:cubicBezTo>
                        <a:pt x="9" y="4"/>
                        <a:pt x="9" y="4"/>
                        <a:pt x="9" y="4"/>
                      </a:cubicBezTo>
                      <a:cubicBezTo>
                        <a:pt x="11" y="6"/>
                        <a:pt x="12" y="8"/>
                        <a:pt x="12" y="11"/>
                      </a:cubicBezTo>
                      <a:cubicBezTo>
                        <a:pt x="12" y="17"/>
                        <a:pt x="6" y="22"/>
                        <a:pt x="0" y="23"/>
                      </a:cubicBezTo>
                      <a:cubicBezTo>
                        <a:pt x="1" y="23"/>
                        <a:pt x="1" y="23"/>
                        <a:pt x="1" y="23"/>
                      </a:cubicBezTo>
                      <a:cubicBezTo>
                        <a:pt x="9" y="23"/>
                        <a:pt x="16" y="17"/>
                        <a:pt x="16" y="11"/>
                      </a:cubicBezTo>
                      <a:cubicBezTo>
                        <a:pt x="16" y="8"/>
                        <a:pt x="15" y="6"/>
                        <a:pt x="12" y="4"/>
                      </a:cubicBezTo>
                      <a:cubicBezTo>
                        <a:pt x="10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7" name="Google Shape;3757;p20"/>
                <p:cNvSpPr/>
                <p:nvPr/>
              </p:nvSpPr>
              <p:spPr>
                <a:xfrm>
                  <a:off x="-359562" y="4470738"/>
                  <a:ext cx="90488" cy="87312"/>
                </a:xfrm>
                <a:custGeom>
                  <a:rect b="b" l="l" r="r" t="t"/>
                  <a:pathLst>
                    <a:path extrusionOk="0" h="23" w="24">
                      <a:moveTo>
                        <a:pt x="24" y="11"/>
                      </a:moveTo>
                      <a:cubicBezTo>
                        <a:pt x="24" y="17"/>
                        <a:pt x="18" y="23"/>
                        <a:pt x="11" y="23"/>
                      </a:cubicBezTo>
                      <a:cubicBezTo>
                        <a:pt x="5" y="23"/>
                        <a:pt x="0" y="18"/>
                        <a:pt x="0" y="11"/>
                      </a:cubicBezTo>
                      <a:cubicBezTo>
                        <a:pt x="0" y="9"/>
                        <a:pt x="0" y="8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3" y="2"/>
                        <a:pt x="7" y="0"/>
                        <a:pt x="11" y="0"/>
                      </a:cubicBezTo>
                      <a:cubicBezTo>
                        <a:pt x="15" y="0"/>
                        <a:pt x="19" y="1"/>
                        <a:pt x="21" y="4"/>
                      </a:cubicBezTo>
                      <a:cubicBezTo>
                        <a:pt x="23" y="6"/>
                        <a:pt x="24" y="8"/>
                        <a:pt x="24" y="1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8" name="Google Shape;3758;p20"/>
                <p:cNvSpPr/>
                <p:nvPr/>
              </p:nvSpPr>
              <p:spPr>
                <a:xfrm>
                  <a:off x="-356387" y="4470738"/>
                  <a:ext cx="79375" cy="65088"/>
                </a:xfrm>
                <a:custGeom>
                  <a:rect b="b" l="l" r="r" t="t"/>
                  <a:pathLst>
                    <a:path extrusionOk="0" h="17" w="21">
                      <a:moveTo>
                        <a:pt x="21" y="7"/>
                      </a:moveTo>
                      <a:cubicBezTo>
                        <a:pt x="21" y="12"/>
                        <a:pt x="15" y="17"/>
                        <a:pt x="10" y="17"/>
                      </a:cubicBezTo>
                      <a:cubicBezTo>
                        <a:pt x="5" y="17"/>
                        <a:pt x="0" y="12"/>
                        <a:pt x="0" y="7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2" y="2"/>
                        <a:pt x="6" y="0"/>
                        <a:pt x="10" y="0"/>
                      </a:cubicBezTo>
                      <a:cubicBezTo>
                        <a:pt x="14" y="0"/>
                        <a:pt x="18" y="1"/>
                        <a:pt x="20" y="4"/>
                      </a:cubicBezTo>
                      <a:cubicBezTo>
                        <a:pt x="21" y="5"/>
                        <a:pt x="21" y="6"/>
                        <a:pt x="21" y="7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9" name="Google Shape;3759;p20"/>
                <p:cNvSpPr/>
                <p:nvPr/>
              </p:nvSpPr>
              <p:spPr>
                <a:xfrm>
                  <a:off x="-337337" y="4492963"/>
                  <a:ext cx="33300" cy="270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0" name="Google Shape;3760;p20"/>
                <p:cNvSpPr/>
                <p:nvPr/>
              </p:nvSpPr>
              <p:spPr>
                <a:xfrm>
                  <a:off x="-345275" y="4365963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6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5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1" name="Google Shape;3761;p20"/>
                <p:cNvSpPr/>
                <p:nvPr/>
              </p:nvSpPr>
              <p:spPr>
                <a:xfrm>
                  <a:off x="-375437" y="4365963"/>
                  <a:ext cx="60325" cy="60325"/>
                </a:xfrm>
                <a:custGeom>
                  <a:rect b="b" l="l" r="r" t="t"/>
                  <a:pathLst>
                    <a:path extrusionOk="0" h="16" w="16">
                      <a:moveTo>
                        <a:pt x="16" y="7"/>
                      </a:moveTo>
                      <a:cubicBezTo>
                        <a:pt x="16" y="12"/>
                        <a:pt x="12" y="16"/>
                        <a:pt x="8" y="16"/>
                      </a:cubicBezTo>
                      <a:cubicBezTo>
                        <a:pt x="3" y="16"/>
                        <a:pt x="0" y="12"/>
                        <a:pt x="0" y="8"/>
                      </a:cubicBezTo>
                      <a:cubicBezTo>
                        <a:pt x="0" y="6"/>
                        <a:pt x="0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3" y="1"/>
                        <a:pt x="14" y="3"/>
                      </a:cubicBezTo>
                      <a:cubicBezTo>
                        <a:pt x="16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2" name="Google Shape;3762;p20"/>
                <p:cNvSpPr/>
                <p:nvPr/>
              </p:nvSpPr>
              <p:spPr>
                <a:xfrm>
                  <a:off x="-370675" y="4365963"/>
                  <a:ext cx="52388" cy="41275"/>
                </a:xfrm>
                <a:custGeom>
                  <a:rect b="b" l="l" r="r" t="t"/>
                  <a:pathLst>
                    <a:path extrusionOk="0" h="11" w="14">
                      <a:moveTo>
                        <a:pt x="14" y="4"/>
                      </a:moveTo>
                      <a:cubicBezTo>
                        <a:pt x="14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2" y="1"/>
                        <a:pt x="13" y="3"/>
                      </a:cubicBezTo>
                      <a:cubicBezTo>
                        <a:pt x="14" y="3"/>
                        <a:pt x="14" y="4"/>
                        <a:pt x="14" y="4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3" name="Google Shape;3763;p20"/>
                <p:cNvSpPr/>
                <p:nvPr/>
              </p:nvSpPr>
              <p:spPr>
                <a:xfrm>
                  <a:off x="-307175" y="428658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1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7"/>
                        <a:pt x="3" y="9"/>
                        <a:pt x="0" y="9"/>
                      </a:cubicBezTo>
                      <a:cubicBezTo>
                        <a:pt x="0" y="9"/>
                        <a:pt x="1" y="9"/>
                        <a:pt x="1" y="9"/>
                      </a:cubicBezTo>
                      <a:cubicBezTo>
                        <a:pt x="4" y="9"/>
                        <a:pt x="6" y="7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4" name="Google Shape;3764;p20"/>
                <p:cNvSpPr/>
                <p:nvPr/>
              </p:nvSpPr>
              <p:spPr>
                <a:xfrm>
                  <a:off x="-326225" y="428658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5"/>
                      </a:moveTo>
                      <a:cubicBezTo>
                        <a:pt x="10" y="7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5"/>
                      </a:cubicBezTo>
                      <a:cubicBezTo>
                        <a:pt x="0" y="4"/>
                        <a:pt x="1" y="4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1"/>
                        <a:pt x="3" y="0"/>
                        <a:pt x="5" y="0"/>
                      </a:cubicBezTo>
                      <a:cubicBezTo>
                        <a:pt x="6" y="0"/>
                        <a:pt x="8" y="1"/>
                        <a:pt x="9" y="2"/>
                      </a:cubicBezTo>
                      <a:cubicBezTo>
                        <a:pt x="9" y="3"/>
                        <a:pt x="10" y="4"/>
                        <a:pt x="10" y="5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5" name="Google Shape;3765;p20"/>
                <p:cNvSpPr/>
                <p:nvPr/>
              </p:nvSpPr>
              <p:spPr>
                <a:xfrm>
                  <a:off x="-323050" y="4286588"/>
                  <a:ext cx="30163" cy="25400"/>
                </a:xfrm>
                <a:custGeom>
                  <a:rect b="b" l="l" r="r" t="t"/>
                  <a:pathLst>
                    <a:path extrusionOk="0" h="7" w="8">
                      <a:moveTo>
                        <a:pt x="8" y="3"/>
                      </a:moveTo>
                      <a:cubicBezTo>
                        <a:pt x="8" y="5"/>
                        <a:pt x="6" y="7"/>
                        <a:pt x="4" y="7"/>
                      </a:cubicBezTo>
                      <a:cubicBezTo>
                        <a:pt x="2" y="7"/>
                        <a:pt x="0" y="5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5" y="0"/>
                        <a:pt x="7" y="1"/>
                        <a:pt x="8" y="2"/>
                      </a:cubicBezTo>
                      <a:cubicBezTo>
                        <a:pt x="8" y="2"/>
                        <a:pt x="8" y="3"/>
                        <a:pt x="8" y="3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6" name="Google Shape;3766;p20"/>
                <p:cNvSpPr/>
                <p:nvPr/>
              </p:nvSpPr>
              <p:spPr>
                <a:xfrm>
                  <a:off x="-315112" y="4297700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7" name="Google Shape;3767;p20"/>
                <p:cNvSpPr/>
                <p:nvPr/>
              </p:nvSpPr>
              <p:spPr>
                <a:xfrm>
                  <a:off x="-70637" y="4070688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5"/>
                      </a:cubicBezTo>
                      <a:cubicBezTo>
                        <a:pt x="0" y="15"/>
                        <a:pt x="0" y="15"/>
                        <a:pt x="1" y="15"/>
                      </a:cubicBezTo>
                      <a:cubicBezTo>
                        <a:pt x="5" y="15"/>
                        <a:pt x="10" y="11"/>
                        <a:pt x="10" y="7"/>
                      </a:cubicBezTo>
                      <a:cubicBezTo>
                        <a:pt x="10" y="5"/>
                        <a:pt x="9" y="4"/>
                        <a:pt x="8" y="3"/>
                      </a:cubicBezTo>
                      <a:cubicBezTo>
                        <a:pt x="6" y="1"/>
                        <a:pt x="3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8" name="Google Shape;3768;p20"/>
                <p:cNvSpPr/>
                <p:nvPr/>
              </p:nvSpPr>
              <p:spPr>
                <a:xfrm>
                  <a:off x="-100800" y="4070688"/>
                  <a:ext cx="60325" cy="57150"/>
                </a:xfrm>
                <a:custGeom>
                  <a:rect b="b" l="l" r="r" t="t"/>
                  <a:pathLst>
                    <a:path extrusionOk="0" h="15" w="16">
                      <a:moveTo>
                        <a:pt x="16" y="7"/>
                      </a:moveTo>
                      <a:cubicBezTo>
                        <a:pt x="16" y="11"/>
                        <a:pt x="12" y="15"/>
                        <a:pt x="8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ubicBezTo>
                        <a:pt x="0" y="6"/>
                        <a:pt x="1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5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9" name="Google Shape;3769;p20"/>
                <p:cNvSpPr/>
                <p:nvPr/>
              </p:nvSpPr>
              <p:spPr>
                <a:xfrm>
                  <a:off x="-96037" y="4070688"/>
                  <a:ext cx="49213" cy="42862"/>
                </a:xfrm>
                <a:custGeom>
                  <a:rect b="b" l="l" r="r" t="t"/>
                  <a:pathLst>
                    <a:path extrusionOk="0" h="11" w="13">
                      <a:moveTo>
                        <a:pt x="13" y="5"/>
                      </a:moveTo>
                      <a:cubicBezTo>
                        <a:pt x="13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1" y="1"/>
                        <a:pt x="13" y="3"/>
                      </a:cubicBezTo>
                      <a:cubicBezTo>
                        <a:pt x="13" y="3"/>
                        <a:pt x="13" y="4"/>
                        <a:pt x="13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0" name="Google Shape;3770;p20"/>
                <p:cNvSpPr/>
                <p:nvPr/>
              </p:nvSpPr>
              <p:spPr>
                <a:xfrm>
                  <a:off x="-84925" y="4086563"/>
                  <a:ext cx="19200" cy="192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1" name="Google Shape;3771;p20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2" name="Google Shape;3772;p20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3" name="Google Shape;3773;p20"/>
                <p:cNvSpPr/>
                <p:nvPr/>
              </p:nvSpPr>
              <p:spPr>
                <a:xfrm>
                  <a:off x="208763" y="4418350"/>
                  <a:ext cx="117475" cy="98425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3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20"/>
                        <a:pt x="31" y="12"/>
                      </a:cubicBezTo>
                      <a:cubicBezTo>
                        <a:pt x="31" y="9"/>
                        <a:pt x="29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4" name="Google Shape;3774;p20"/>
                <p:cNvSpPr/>
                <p:nvPr/>
              </p:nvSpPr>
              <p:spPr>
                <a:xfrm>
                  <a:off x="208763" y="4445338"/>
                  <a:ext cx="49213" cy="71437"/>
                </a:xfrm>
                <a:custGeom>
                  <a:rect b="b" l="l" r="r" t="t"/>
                  <a:pathLst>
                    <a:path extrusionOk="0" h="19" w="13">
                      <a:moveTo>
                        <a:pt x="0" y="6"/>
                      </a:moveTo>
                      <a:cubicBezTo>
                        <a:pt x="0" y="13"/>
                        <a:pt x="5" y="19"/>
                        <a:pt x="13" y="19"/>
                      </a:cubicBezTo>
                      <a:cubicBezTo>
                        <a:pt x="13" y="19"/>
                        <a:pt x="13" y="19"/>
                        <a:pt x="13" y="19"/>
                      </a:cubicBezTo>
                      <a:cubicBezTo>
                        <a:pt x="6" y="18"/>
                        <a:pt x="0" y="13"/>
                        <a:pt x="0" y="6"/>
                      </a:cubicBezTo>
                      <a:moveTo>
                        <a:pt x="1" y="0"/>
                      </a:moveTo>
                      <a:cubicBezTo>
                        <a:pt x="0" y="2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4"/>
                        <a:pt x="0" y="2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5" name="Google Shape;3775;p20"/>
                <p:cNvSpPr/>
                <p:nvPr/>
              </p:nvSpPr>
              <p:spPr>
                <a:xfrm>
                  <a:off x="208763" y="4437400"/>
                  <a:ext cx="101600" cy="79375"/>
                </a:xfrm>
                <a:custGeom>
                  <a:rect b="b" l="l" r="r" t="t"/>
                  <a:pathLst>
                    <a:path extrusionOk="0" h="21" w="27">
                      <a:moveTo>
                        <a:pt x="24" y="0"/>
                      </a:moveTo>
                      <a:cubicBezTo>
                        <a:pt x="24" y="1"/>
                        <a:pt x="24" y="2"/>
                        <a:pt x="24" y="3"/>
                      </a:cubicBezTo>
                      <a:cubicBezTo>
                        <a:pt x="24" y="9"/>
                        <a:pt x="18" y="14"/>
                        <a:pt x="12" y="14"/>
                      </a:cubicBezTo>
                      <a:cubicBezTo>
                        <a:pt x="6" y="14"/>
                        <a:pt x="1" y="9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4"/>
                        <a:pt x="0" y="6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5"/>
                        <a:pt x="6" y="20"/>
                        <a:pt x="13" y="21"/>
                      </a:cubicBezTo>
                      <a:cubicBezTo>
                        <a:pt x="20" y="20"/>
                        <a:pt x="27" y="14"/>
                        <a:pt x="27" y="7"/>
                      </a:cubicBezTo>
                      <a:cubicBezTo>
                        <a:pt x="27" y="4"/>
                        <a:pt x="26" y="2"/>
                        <a:pt x="24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6" name="Google Shape;3776;p20"/>
                <p:cNvSpPr/>
                <p:nvPr/>
              </p:nvSpPr>
              <p:spPr>
                <a:xfrm>
                  <a:off x="211938" y="4418350"/>
                  <a:ext cx="49213" cy="30163"/>
                </a:xfrm>
                <a:custGeom>
                  <a:rect b="b" l="l" r="r" t="t"/>
                  <a:pathLst>
                    <a:path extrusionOk="0" h="8" w="13">
                      <a:moveTo>
                        <a:pt x="12" y="0"/>
                      </a:moveTo>
                      <a:cubicBezTo>
                        <a:pt x="7" y="0"/>
                        <a:pt x="2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3" y="3"/>
                        <a:pt x="7" y="1"/>
                        <a:pt x="13" y="0"/>
                      </a:cubicBezTo>
                      <a:cubicBezTo>
                        <a:pt x="12" y="0"/>
                        <a:pt x="12" y="0"/>
                        <a:pt x="12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7" name="Google Shape;3777;p20"/>
                <p:cNvSpPr/>
                <p:nvPr/>
              </p:nvSpPr>
              <p:spPr>
                <a:xfrm>
                  <a:off x="211938" y="4418350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10" y="15"/>
                      </a:moveTo>
                      <a:cubicBezTo>
                        <a:pt x="8" y="15"/>
                        <a:pt x="5" y="13"/>
                        <a:pt x="5" y="11"/>
                      </a:cubicBezTo>
                      <a:cubicBezTo>
                        <a:pt x="5" y="9"/>
                        <a:pt x="8" y="7"/>
                        <a:pt x="10" y="7"/>
                      </a:cubicBezTo>
                      <a:cubicBezTo>
                        <a:pt x="13" y="7"/>
                        <a:pt x="15" y="9"/>
                        <a:pt x="15" y="11"/>
                      </a:cubicBezTo>
                      <a:cubicBezTo>
                        <a:pt x="15" y="13"/>
                        <a:pt x="13" y="15"/>
                        <a:pt x="10" y="15"/>
                      </a:cubicBezTo>
                      <a:moveTo>
                        <a:pt x="13" y="0"/>
                      </a:moveTo>
                      <a:cubicBezTo>
                        <a:pt x="7" y="1"/>
                        <a:pt x="3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4"/>
                        <a:pt x="5" y="19"/>
                        <a:pt x="11" y="19"/>
                      </a:cubicBezTo>
                      <a:cubicBezTo>
                        <a:pt x="17" y="19"/>
                        <a:pt x="23" y="14"/>
                        <a:pt x="23" y="8"/>
                      </a:cubicBezTo>
                      <a:cubicBezTo>
                        <a:pt x="23" y="7"/>
                        <a:pt x="23" y="6"/>
                        <a:pt x="23" y="5"/>
                      </a:cubicBezTo>
                      <a:cubicBezTo>
                        <a:pt x="23" y="5"/>
                        <a:pt x="23" y="5"/>
                        <a:pt x="23" y="5"/>
                      </a:cubicBezTo>
                      <a:cubicBezTo>
                        <a:pt x="20" y="2"/>
                        <a:pt x="16" y="0"/>
                        <a:pt x="13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8" name="Google Shape;3778;p20"/>
                <p:cNvSpPr/>
                <p:nvPr/>
              </p:nvSpPr>
              <p:spPr>
                <a:xfrm>
                  <a:off x="230988" y="4445338"/>
                  <a:ext cx="381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9" name="Google Shape;3779;p20"/>
                <p:cNvSpPr/>
                <p:nvPr/>
              </p:nvSpPr>
              <p:spPr>
                <a:xfrm>
                  <a:off x="77000" y="4391363"/>
                  <a:ext cx="41275" cy="65088"/>
                </a:xfrm>
                <a:custGeom>
                  <a:rect b="b" l="l" r="r" t="t"/>
                  <a:pathLst>
                    <a:path extrusionOk="0" h="17" w="1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1"/>
                        <a:pt x="5" y="2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5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7"/>
                      </a:cubicBezTo>
                      <a:cubicBezTo>
                        <a:pt x="0" y="17"/>
                        <a:pt x="0" y="17"/>
                        <a:pt x="1" y="17"/>
                      </a:cubicBezTo>
                      <a:cubicBezTo>
                        <a:pt x="6" y="17"/>
                        <a:pt x="11" y="13"/>
                        <a:pt x="11" y="8"/>
                      </a:cubicBezTo>
                      <a:cubicBezTo>
                        <a:pt x="11" y="6"/>
                        <a:pt x="10" y="5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0" name="Google Shape;3780;p20"/>
                <p:cNvSpPr/>
                <p:nvPr/>
              </p:nvSpPr>
              <p:spPr>
                <a:xfrm>
                  <a:off x="43663" y="4410413"/>
                  <a:ext cx="33338" cy="46037"/>
                </a:xfrm>
                <a:custGeom>
                  <a:rect b="b" l="l" r="r" t="t"/>
                  <a:pathLst>
                    <a:path extrusionOk="0" h="12" w="9">
                      <a:moveTo>
                        <a:pt x="0" y="4"/>
                      </a:moveTo>
                      <a:cubicBezTo>
                        <a:pt x="0" y="8"/>
                        <a:pt x="4" y="12"/>
                        <a:pt x="8" y="12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4" y="11"/>
                        <a:pt x="0" y="8"/>
                        <a:pt x="0" y="4"/>
                      </a:cubicBezTo>
                      <a:moveTo>
                        <a:pt x="1" y="0"/>
                      </a:moveTo>
                      <a:cubicBezTo>
                        <a:pt x="1" y="1"/>
                        <a:pt x="0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1" name="Google Shape;3781;p20"/>
                <p:cNvSpPr/>
                <p:nvPr/>
              </p:nvSpPr>
              <p:spPr>
                <a:xfrm>
                  <a:off x="43663" y="4402475"/>
                  <a:ext cx="63500" cy="53975"/>
                </a:xfrm>
                <a:custGeom>
                  <a:rect b="b" l="l" r="r" t="t"/>
                  <a:pathLst>
                    <a:path extrusionOk="0" h="14" w="17">
                      <a:moveTo>
                        <a:pt x="15" y="0"/>
                      </a:moveTo>
                      <a:cubicBezTo>
                        <a:pt x="16" y="1"/>
                        <a:pt x="16" y="2"/>
                        <a:pt x="16" y="2"/>
                      </a:cubicBezTo>
                      <a:cubicBezTo>
                        <a:pt x="16" y="6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0"/>
                        <a:pt x="4" y="13"/>
                        <a:pt x="9" y="14"/>
                      </a:cubicBezTo>
                      <a:cubicBezTo>
                        <a:pt x="13" y="13"/>
                        <a:pt x="17" y="9"/>
                        <a:pt x="17" y="5"/>
                      </a:cubicBezTo>
                      <a:cubicBezTo>
                        <a:pt x="17" y="3"/>
                        <a:pt x="17" y="2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2" name="Google Shape;3782;p20"/>
                <p:cNvSpPr/>
                <p:nvPr/>
              </p:nvSpPr>
              <p:spPr>
                <a:xfrm>
                  <a:off x="46838" y="4391363"/>
                  <a:ext cx="30163" cy="19050"/>
                </a:xfrm>
                <a:custGeom>
                  <a:rect b="b" l="l" r="r" t="t"/>
                  <a:pathLst>
                    <a:path extrusionOk="0" h="5" w="8">
                      <a:moveTo>
                        <a:pt x="7" y="0"/>
                      </a:moveTo>
                      <a:cubicBezTo>
                        <a:pt x="4" y="0"/>
                        <a:pt x="1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2" y="2"/>
                        <a:pt x="5" y="1"/>
                        <a:pt x="8" y="0"/>
                      </a:cubicBezTo>
                      <a:cubicBezTo>
                        <a:pt x="8" y="0"/>
                        <a:pt x="8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3" name="Google Shape;3783;p20"/>
                <p:cNvSpPr/>
                <p:nvPr/>
              </p:nvSpPr>
              <p:spPr>
                <a:xfrm>
                  <a:off x="46838" y="4391363"/>
                  <a:ext cx="57150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10"/>
                      </a:move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5"/>
                        <a:pt x="7" y="5"/>
                      </a:cubicBezTo>
                      <a:cubicBezTo>
                        <a:pt x="8" y="5"/>
                        <a:pt x="10" y="6"/>
                        <a:pt x="10" y="7"/>
                      </a:cubicBezTo>
                      <a:cubicBezTo>
                        <a:pt x="10" y="9"/>
                        <a:pt x="8" y="10"/>
                        <a:pt x="7" y="10"/>
                      </a:cubicBezTo>
                      <a:moveTo>
                        <a:pt x="8" y="0"/>
                      </a:moveTo>
                      <a:cubicBezTo>
                        <a:pt x="5" y="1"/>
                        <a:pt x="2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9"/>
                        <a:pt x="15" y="5"/>
                      </a:cubicBezTo>
                      <a:cubicBezTo>
                        <a:pt x="15" y="5"/>
                        <a:pt x="15" y="4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0" y="1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4" name="Google Shape;3784;p20"/>
                <p:cNvSpPr/>
                <p:nvPr/>
              </p:nvSpPr>
              <p:spPr>
                <a:xfrm>
                  <a:off x="62713" y="441041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5" name="Google Shape;3785;p20"/>
                <p:cNvSpPr/>
                <p:nvPr/>
              </p:nvSpPr>
              <p:spPr>
                <a:xfrm>
                  <a:off x="299250" y="4229438"/>
                  <a:ext cx="79375" cy="60325"/>
                </a:xfrm>
                <a:custGeom>
                  <a:rect b="b" l="l" r="r" t="t"/>
                  <a:pathLst>
                    <a:path extrusionOk="0" h="16" w="21">
                      <a:moveTo>
                        <a:pt x="19" y="0"/>
                      </a:moveTo>
                      <a:cubicBezTo>
                        <a:pt x="19" y="0"/>
                        <a:pt x="19" y="1"/>
                        <a:pt x="19" y="2"/>
                      </a:cubicBezTo>
                      <a:cubicBezTo>
                        <a:pt x="19" y="7"/>
                        <a:pt x="15" y="11"/>
                        <a:pt x="10" y="11"/>
                      </a:cubicBezTo>
                      <a:cubicBezTo>
                        <a:pt x="5" y="11"/>
                        <a:pt x="1" y="7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5" y="16"/>
                        <a:pt x="11" y="16"/>
                      </a:cubicBezTo>
                      <a:cubicBezTo>
                        <a:pt x="16" y="16"/>
                        <a:pt x="21" y="11"/>
                        <a:pt x="21" y="6"/>
                      </a:cubicBezTo>
                      <a:cubicBezTo>
                        <a:pt x="21" y="3"/>
                        <a:pt x="20" y="1"/>
                        <a:pt x="19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6" name="Google Shape;3786;p20"/>
                <p:cNvSpPr/>
                <p:nvPr/>
              </p:nvSpPr>
              <p:spPr>
                <a:xfrm>
                  <a:off x="302425" y="4215150"/>
                  <a:ext cx="68262" cy="55563"/>
                </a:xfrm>
                <a:custGeom>
                  <a:rect b="b" l="l" r="r" t="t"/>
                  <a:pathLst>
                    <a:path extrusionOk="0" h="15" w="18">
                      <a:moveTo>
                        <a:pt x="8" y="12"/>
                      </a:moveTo>
                      <a:cubicBezTo>
                        <a:pt x="6" y="12"/>
                        <a:pt x="4" y="10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0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6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8" y="11"/>
                        <a:pt x="18" y="6"/>
                      </a:cubicBezTo>
                      <a:cubicBezTo>
                        <a:pt x="18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2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7" name="Google Shape;3787;p20"/>
                <p:cNvSpPr/>
                <p:nvPr/>
              </p:nvSpPr>
              <p:spPr>
                <a:xfrm>
                  <a:off x="318300" y="4234200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8" name="Google Shape;3788;p20"/>
                <p:cNvSpPr/>
                <p:nvPr/>
              </p:nvSpPr>
              <p:spPr>
                <a:xfrm>
                  <a:off x="340525" y="4215150"/>
                  <a:ext cx="52388" cy="74613"/>
                </a:xfrm>
                <a:custGeom>
                  <a:rect b="b" l="l" r="r" t="t"/>
                  <a:pathLst>
                    <a:path extrusionOk="0" h="20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2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9" y="5"/>
                        <a:pt x="10" y="7"/>
                        <a:pt x="10" y="10"/>
                      </a:cubicBezTo>
                      <a:cubicBezTo>
                        <a:pt x="10" y="15"/>
                        <a:pt x="5" y="20"/>
                        <a:pt x="0" y="20"/>
                      </a:cubicBezTo>
                      <a:cubicBezTo>
                        <a:pt x="0" y="20"/>
                        <a:pt x="0" y="20"/>
                        <a:pt x="1" y="20"/>
                      </a:cubicBezTo>
                      <a:cubicBezTo>
                        <a:pt x="7" y="20"/>
                        <a:pt x="14" y="15"/>
                        <a:pt x="14" y="10"/>
                      </a:cubicBezTo>
                      <a:cubicBezTo>
                        <a:pt x="14" y="7"/>
                        <a:pt x="12" y="5"/>
                        <a:pt x="11" y="4"/>
                      </a:cubicBezTo>
                      <a:cubicBezTo>
                        <a:pt x="8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9" name="Google Shape;3789;p20"/>
                <p:cNvSpPr/>
                <p:nvPr/>
              </p:nvSpPr>
              <p:spPr>
                <a:xfrm>
                  <a:off x="-5550" y="4539000"/>
                  <a:ext cx="22225" cy="3810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8"/>
                        <a:pt x="2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3" y="10"/>
                        <a:pt x="6" y="8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0" name="Google Shape;3790;p20"/>
                <p:cNvSpPr/>
                <p:nvPr/>
              </p:nvSpPr>
              <p:spPr>
                <a:xfrm>
                  <a:off x="-27775" y="4546938"/>
                  <a:ext cx="41275" cy="30163"/>
                </a:xfrm>
                <a:custGeom>
                  <a:rect b="b" l="l" r="r" t="t"/>
                  <a:pathLst>
                    <a:path extrusionOk="0" h="8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7" y="6"/>
                        <a:pt x="5" y="6"/>
                      </a:cubicBezTo>
                      <a:cubicBezTo>
                        <a:pt x="3" y="6"/>
                        <a:pt x="1" y="4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3" y="8"/>
                        <a:pt x="6" y="8"/>
                      </a:cubicBezTo>
                      <a:cubicBezTo>
                        <a:pt x="8" y="8"/>
                        <a:pt x="11" y="6"/>
                        <a:pt x="11" y="3"/>
                      </a:cubicBezTo>
                      <a:cubicBezTo>
                        <a:pt x="11" y="2"/>
                        <a:pt x="10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1" name="Google Shape;3791;p20"/>
                <p:cNvSpPr/>
                <p:nvPr/>
              </p:nvSpPr>
              <p:spPr>
                <a:xfrm>
                  <a:off x="-24600" y="4539000"/>
                  <a:ext cx="33338" cy="30163"/>
                </a:xfrm>
                <a:custGeom>
                  <a:rect b="b" l="l" r="r" t="t"/>
                  <a:pathLst>
                    <a:path extrusionOk="0" h="8" w="9">
                      <a:moveTo>
                        <a:pt x="4" y="6"/>
                      </a:moveTo>
                      <a:cubicBezTo>
                        <a:pt x="3" y="6"/>
                        <a:pt x="2" y="5"/>
                        <a:pt x="2" y="4"/>
                      </a:cubicBezTo>
                      <a:cubicBezTo>
                        <a:pt x="2" y="4"/>
                        <a:pt x="3" y="3"/>
                        <a:pt x="4" y="3"/>
                      </a:cubicBezTo>
                      <a:cubicBezTo>
                        <a:pt x="5" y="3"/>
                        <a:pt x="6" y="4"/>
                        <a:pt x="6" y="4"/>
                      </a:cubicBezTo>
                      <a:cubicBezTo>
                        <a:pt x="6" y="5"/>
                        <a:pt x="5" y="6"/>
                        <a:pt x="4" y="6"/>
                      </a:cubicBezTo>
                      <a:moveTo>
                        <a:pt x="5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6" y="8"/>
                        <a:pt x="9" y="6"/>
                        <a:pt x="9" y="3"/>
                      </a:cubicBezTo>
                      <a:cubicBezTo>
                        <a:pt x="9" y="3"/>
                        <a:pt x="9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8" y="1"/>
                        <a:pt x="6" y="0"/>
                        <a:pt x="5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2" name="Google Shape;3792;p20"/>
                <p:cNvSpPr/>
                <p:nvPr/>
              </p:nvSpPr>
              <p:spPr>
                <a:xfrm>
                  <a:off x="-16662" y="455011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3" name="Google Shape;3793;p20"/>
                <p:cNvSpPr/>
                <p:nvPr/>
              </p:nvSpPr>
              <p:spPr>
                <a:xfrm>
                  <a:off x="-107150" y="4311988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9" y="6"/>
                        <a:pt x="9" y="7"/>
                      </a:cubicBezTo>
                      <a:cubicBezTo>
                        <a:pt x="9" y="12"/>
                        <a:pt x="4" y="16"/>
                        <a:pt x="0" y="16"/>
                      </a:cubicBezTo>
                      <a:cubicBezTo>
                        <a:pt x="0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6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4" name="Google Shape;3794;p20"/>
                <p:cNvSpPr/>
                <p:nvPr/>
              </p:nvSpPr>
              <p:spPr>
                <a:xfrm>
                  <a:off x="-142075" y="4324688"/>
                  <a:ext cx="68262" cy="47625"/>
                </a:xfrm>
                <a:custGeom>
                  <a:rect b="b" l="l" r="r" t="t"/>
                  <a:pathLst>
                    <a:path extrusionOk="0" h="13" w="18">
                      <a:moveTo>
                        <a:pt x="15" y="0"/>
                      </a:moveTo>
                      <a:cubicBezTo>
                        <a:pt x="16" y="0"/>
                        <a:pt x="16" y="1"/>
                        <a:pt x="16" y="1"/>
                      </a:cubicBezTo>
                      <a:cubicBezTo>
                        <a:pt x="16" y="5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0" y="4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4" y="13"/>
                        <a:pt x="9" y="13"/>
                      </a:cubicBezTo>
                      <a:cubicBezTo>
                        <a:pt x="13" y="13"/>
                        <a:pt x="18" y="9"/>
                        <a:pt x="18" y="4"/>
                      </a:cubicBezTo>
                      <a:cubicBezTo>
                        <a:pt x="18" y="3"/>
                        <a:pt x="17" y="1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5" name="Google Shape;3795;p20"/>
                <p:cNvSpPr/>
                <p:nvPr/>
              </p:nvSpPr>
              <p:spPr>
                <a:xfrm>
                  <a:off x="-137312" y="4311988"/>
                  <a:ext cx="55563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9"/>
                      </a:moveTo>
                      <a:cubicBezTo>
                        <a:pt x="5" y="9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8" y="4"/>
                        <a:pt x="10" y="5"/>
                        <a:pt x="10" y="7"/>
                      </a:cubicBezTo>
                      <a:cubicBezTo>
                        <a:pt x="10" y="8"/>
                        <a:pt x="8" y="9"/>
                        <a:pt x="7" y="9"/>
                      </a:cubicBezTo>
                      <a:moveTo>
                        <a:pt x="8" y="0"/>
                      </a:moveTo>
                      <a:cubicBezTo>
                        <a:pt x="5" y="0"/>
                        <a:pt x="2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8"/>
                        <a:pt x="15" y="4"/>
                      </a:cubicBezTo>
                      <a:cubicBezTo>
                        <a:pt x="15" y="4"/>
                        <a:pt x="15" y="3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1"/>
                        <a:pt x="11" y="0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6" name="Google Shape;3796;p20"/>
                <p:cNvSpPr/>
                <p:nvPr/>
              </p:nvSpPr>
              <p:spPr>
                <a:xfrm>
                  <a:off x="-123025" y="432786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7" name="Google Shape;3797;p20"/>
                <p:cNvSpPr/>
                <p:nvPr/>
              </p:nvSpPr>
              <p:spPr>
                <a:xfrm>
                  <a:off x="-24600" y="4215150"/>
                  <a:ext cx="26988" cy="41275"/>
                </a:xfrm>
                <a:custGeom>
                  <a:rect b="b" l="l" r="r" t="t"/>
                  <a:pathLst>
                    <a:path extrusionOk="0" h="11" w="7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3"/>
                        <a:pt x="5" y="4"/>
                        <a:pt x="5" y="5"/>
                      </a:cubicBezTo>
                      <a:cubicBezTo>
                        <a:pt x="5" y="8"/>
                        <a:pt x="2" y="11"/>
                        <a:pt x="0" y="1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4" y="11"/>
                        <a:pt x="7" y="8"/>
                        <a:pt x="7" y="5"/>
                      </a:cubicBezTo>
                      <a:cubicBezTo>
                        <a:pt x="7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8" name="Google Shape;3798;p20"/>
                <p:cNvSpPr/>
                <p:nvPr/>
              </p:nvSpPr>
              <p:spPr>
                <a:xfrm>
                  <a:off x="-46825" y="4221500"/>
                  <a:ext cx="41275" cy="34925"/>
                </a:xfrm>
                <a:custGeom>
                  <a:rect b="b" l="l" r="r" t="t"/>
                  <a:pathLst>
                    <a:path extrusionOk="0" h="9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8" y="6"/>
                        <a:pt x="5" y="6"/>
                      </a:cubicBezTo>
                      <a:cubicBezTo>
                        <a:pt x="2" y="6"/>
                        <a:pt x="0" y="4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9"/>
                        <a:pt x="6" y="9"/>
                      </a:cubicBezTo>
                      <a:cubicBezTo>
                        <a:pt x="8" y="9"/>
                        <a:pt x="11" y="6"/>
                        <a:pt x="11" y="3"/>
                      </a:cubicBezTo>
                      <a:cubicBezTo>
                        <a:pt x="11" y="2"/>
                        <a:pt x="11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9" name="Google Shape;3799;p20"/>
                <p:cNvSpPr/>
                <p:nvPr/>
              </p:nvSpPr>
              <p:spPr>
                <a:xfrm>
                  <a:off x="-46825" y="4215150"/>
                  <a:ext cx="36513" cy="30163"/>
                </a:xfrm>
                <a:custGeom>
                  <a:rect b="b" l="l" r="r" t="t"/>
                  <a:pathLst>
                    <a:path extrusionOk="0" h="8" w="10">
                      <a:moveTo>
                        <a:pt x="5" y="6"/>
                      </a:moveTo>
                      <a:cubicBezTo>
                        <a:pt x="4" y="6"/>
                        <a:pt x="3" y="5"/>
                        <a:pt x="3" y="4"/>
                      </a:cubicBezTo>
                      <a:cubicBezTo>
                        <a:pt x="3" y="4"/>
                        <a:pt x="4" y="3"/>
                        <a:pt x="5" y="3"/>
                      </a:cubicBezTo>
                      <a:cubicBezTo>
                        <a:pt x="6" y="3"/>
                        <a:pt x="7" y="4"/>
                        <a:pt x="7" y="4"/>
                      </a:cubicBezTo>
                      <a:cubicBezTo>
                        <a:pt x="7" y="5"/>
                        <a:pt x="6" y="6"/>
                        <a:pt x="5" y="6"/>
                      </a:cubicBezTo>
                      <a:moveTo>
                        <a:pt x="6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5" y="8"/>
                      </a:cubicBezTo>
                      <a:cubicBezTo>
                        <a:pt x="8" y="8"/>
                        <a:pt x="10" y="6"/>
                        <a:pt x="10" y="3"/>
                      </a:cubicBezTo>
                      <a:cubicBezTo>
                        <a:pt x="10" y="3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9" y="1"/>
                        <a:pt x="7" y="0"/>
                        <a:pt x="6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0" name="Google Shape;3800;p20"/>
                <p:cNvSpPr/>
                <p:nvPr/>
              </p:nvSpPr>
              <p:spPr>
                <a:xfrm>
                  <a:off x="-35712" y="422626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1" name="Google Shape;3801;p20"/>
                <p:cNvSpPr/>
                <p:nvPr/>
              </p:nvSpPr>
              <p:spPr>
                <a:xfrm>
                  <a:off x="219875" y="4154825"/>
                  <a:ext cx="34925" cy="49213"/>
                </a:xfrm>
                <a:custGeom>
                  <a:rect b="b" l="l" r="r" t="t"/>
                  <a:pathLst>
                    <a:path extrusionOk="0" h="13" w="9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3"/>
                        <a:pt x="7" y="4"/>
                        <a:pt x="7" y="6"/>
                      </a:cubicBezTo>
                      <a:cubicBezTo>
                        <a:pt x="7" y="10"/>
                        <a:pt x="3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5" y="13"/>
                        <a:pt x="9" y="10"/>
                        <a:pt x="9" y="6"/>
                      </a:cubicBezTo>
                      <a:cubicBezTo>
                        <a:pt x="9" y="4"/>
                        <a:pt x="8" y="3"/>
                        <a:pt x="7" y="2"/>
                      </a:cubicBezTo>
                      <a:cubicBezTo>
                        <a:pt x="5" y="0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2" name="Google Shape;3802;p20"/>
                <p:cNvSpPr/>
                <p:nvPr/>
              </p:nvSpPr>
              <p:spPr>
                <a:xfrm>
                  <a:off x="194475" y="4161175"/>
                  <a:ext cx="52388" cy="42862"/>
                </a:xfrm>
                <a:custGeom>
                  <a:rect b="b" l="l" r="r" t="t"/>
                  <a:pathLst>
                    <a:path extrusionOk="0" h="11" w="14">
                      <a:moveTo>
                        <a:pt x="12" y="0"/>
                      </a:moveTo>
                      <a:cubicBezTo>
                        <a:pt x="12" y="0"/>
                        <a:pt x="12" y="1"/>
                        <a:pt x="12" y="2"/>
                      </a:cubicBezTo>
                      <a:cubicBezTo>
                        <a:pt x="12" y="5"/>
                        <a:pt x="9" y="8"/>
                        <a:pt x="6" y="8"/>
                      </a:cubicBezTo>
                      <a:cubicBezTo>
                        <a:pt x="3" y="8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8"/>
                        <a:pt x="3" y="11"/>
                        <a:pt x="7" y="11"/>
                      </a:cubicBezTo>
                      <a:cubicBezTo>
                        <a:pt x="10" y="11"/>
                        <a:pt x="14" y="8"/>
                        <a:pt x="14" y="4"/>
                      </a:cubicBezTo>
                      <a:cubicBezTo>
                        <a:pt x="14" y="2"/>
                        <a:pt x="13" y="1"/>
                        <a:pt x="12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3" name="Google Shape;3803;p20"/>
                <p:cNvSpPr/>
                <p:nvPr/>
              </p:nvSpPr>
              <p:spPr>
                <a:xfrm>
                  <a:off x="194475" y="4154825"/>
                  <a:ext cx="44450" cy="36513"/>
                </a:xfrm>
                <a:custGeom>
                  <a:rect b="b" l="l" r="r" t="t"/>
                  <a:pathLst>
                    <a:path extrusionOk="0" h="10" w="12">
                      <a:moveTo>
                        <a:pt x="6" y="7"/>
                      </a:moveTo>
                      <a:cubicBezTo>
                        <a:pt x="4" y="7"/>
                        <a:pt x="3" y="6"/>
                        <a:pt x="3" y="5"/>
                      </a:cubicBezTo>
                      <a:cubicBezTo>
                        <a:pt x="3" y="4"/>
                        <a:pt x="4" y="3"/>
                        <a:pt x="6" y="3"/>
                      </a:cubicBezTo>
                      <a:cubicBezTo>
                        <a:pt x="7" y="3"/>
                        <a:pt x="8" y="4"/>
                        <a:pt x="8" y="5"/>
                      </a:cubicBezTo>
                      <a:cubicBezTo>
                        <a:pt x="8" y="6"/>
                        <a:pt x="7" y="7"/>
                        <a:pt x="6" y="7"/>
                      </a:cubicBezTo>
                      <a:moveTo>
                        <a:pt x="7" y="0"/>
                      </a:moveTo>
                      <a:cubicBezTo>
                        <a:pt x="4" y="0"/>
                        <a:pt x="2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7"/>
                        <a:pt x="3" y="10"/>
                        <a:pt x="6" y="10"/>
                      </a:cubicBezTo>
                      <a:cubicBezTo>
                        <a:pt x="9" y="10"/>
                        <a:pt x="12" y="7"/>
                        <a:pt x="12" y="4"/>
                      </a:cubicBezTo>
                      <a:cubicBezTo>
                        <a:pt x="12" y="3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1" y="1"/>
                        <a:pt x="9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4" name="Google Shape;3804;p20"/>
                <p:cNvSpPr/>
                <p:nvPr/>
              </p:nvSpPr>
              <p:spPr>
                <a:xfrm>
                  <a:off x="205588" y="4165938"/>
                  <a:ext cx="19200" cy="144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5" name="Google Shape;3805;p20"/>
                <p:cNvSpPr/>
                <p:nvPr/>
              </p:nvSpPr>
              <p:spPr>
                <a:xfrm>
                  <a:off x="189713" y="4667588"/>
                  <a:ext cx="52388" cy="79375"/>
                </a:xfrm>
                <a:custGeom>
                  <a:rect b="b" l="l" r="r" t="t"/>
                  <a:pathLst>
                    <a:path extrusionOk="0" h="21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1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10" y="5"/>
                        <a:pt x="11" y="7"/>
                        <a:pt x="11" y="10"/>
                      </a:cubicBezTo>
                      <a:cubicBezTo>
                        <a:pt x="11" y="16"/>
                        <a:pt x="5" y="21"/>
                        <a:pt x="0" y="21"/>
                      </a:cubicBezTo>
                      <a:cubicBezTo>
                        <a:pt x="0" y="21"/>
                        <a:pt x="0" y="21"/>
                        <a:pt x="1" y="21"/>
                      </a:cubicBezTo>
                      <a:cubicBezTo>
                        <a:pt x="7" y="21"/>
                        <a:pt x="14" y="16"/>
                        <a:pt x="14" y="10"/>
                      </a:cubicBezTo>
                      <a:cubicBezTo>
                        <a:pt x="14" y="7"/>
                        <a:pt x="13" y="5"/>
                        <a:pt x="11" y="4"/>
                      </a:cubicBezTo>
                      <a:cubicBezTo>
                        <a:pt x="8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6" name="Google Shape;3806;p20"/>
                <p:cNvSpPr/>
                <p:nvPr/>
              </p:nvSpPr>
              <p:spPr>
                <a:xfrm>
                  <a:off x="145263" y="4681875"/>
                  <a:ext cx="85725" cy="65088"/>
                </a:xfrm>
                <a:custGeom>
                  <a:rect b="b" l="l" r="r" t="t"/>
                  <a:pathLst>
                    <a:path extrusionOk="0" h="17" w="23">
                      <a:moveTo>
                        <a:pt x="20" y="0"/>
                      </a:moveTo>
                      <a:cubicBezTo>
                        <a:pt x="20" y="0"/>
                        <a:pt x="21" y="1"/>
                        <a:pt x="21" y="2"/>
                      </a:cubicBezTo>
                      <a:cubicBezTo>
                        <a:pt x="21" y="7"/>
                        <a:pt x="16" y="11"/>
                        <a:pt x="11" y="11"/>
                      </a:cubicBezTo>
                      <a:cubicBezTo>
                        <a:pt x="6" y="11"/>
                        <a:pt x="2" y="7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2"/>
                        <a:pt x="5" y="17"/>
                        <a:pt x="12" y="17"/>
                      </a:cubicBezTo>
                      <a:cubicBezTo>
                        <a:pt x="17" y="17"/>
                        <a:pt x="23" y="12"/>
                        <a:pt x="23" y="6"/>
                      </a:cubicBezTo>
                      <a:cubicBezTo>
                        <a:pt x="23" y="3"/>
                        <a:pt x="22" y="1"/>
                        <a:pt x="2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7" name="Google Shape;3807;p20"/>
                <p:cNvSpPr/>
                <p:nvPr/>
              </p:nvSpPr>
              <p:spPr>
                <a:xfrm>
                  <a:off x="151613" y="4667588"/>
                  <a:ext cx="73025" cy="55563"/>
                </a:xfrm>
                <a:custGeom>
                  <a:rect b="b" l="l" r="r" t="t"/>
                  <a:pathLst>
                    <a:path extrusionOk="0" h="15" w="19">
                      <a:moveTo>
                        <a:pt x="8" y="12"/>
                      </a:moveTo>
                      <a:cubicBezTo>
                        <a:pt x="6" y="12"/>
                        <a:pt x="4" y="11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1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5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9" y="11"/>
                        <a:pt x="19" y="6"/>
                      </a:cubicBezTo>
                      <a:cubicBezTo>
                        <a:pt x="19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1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8" name="Google Shape;3808;p20"/>
                <p:cNvSpPr/>
                <p:nvPr/>
              </p:nvSpPr>
              <p:spPr>
                <a:xfrm>
                  <a:off x="167488" y="4686638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809" name="Google Shape;3809;p20"/>
              <p:cNvGrpSpPr/>
              <p:nvPr/>
            </p:nvGrpSpPr>
            <p:grpSpPr>
              <a:xfrm rot="1682737">
                <a:off x="8437084" y="1219920"/>
                <a:ext cx="1150126" cy="1399097"/>
                <a:chOff x="7491913" y="372038"/>
                <a:chExt cx="1503363" cy="1828800"/>
              </a:xfrm>
            </p:grpSpPr>
            <p:sp>
              <p:nvSpPr>
                <p:cNvPr id="3810" name="Google Shape;3810;p20"/>
                <p:cNvSpPr/>
                <p:nvPr/>
              </p:nvSpPr>
              <p:spPr>
                <a:xfrm>
                  <a:off x="8117388" y="1383275"/>
                  <a:ext cx="746125" cy="700088"/>
                </a:xfrm>
                <a:custGeom>
                  <a:rect b="b" l="l" r="r" t="t"/>
                  <a:pathLst>
                    <a:path extrusionOk="0" h="186" w="198">
                      <a:moveTo>
                        <a:pt x="12" y="0"/>
                      </a:moveTo>
                      <a:cubicBezTo>
                        <a:pt x="13" y="13"/>
                        <a:pt x="15" y="26"/>
                        <a:pt x="20" y="38"/>
                      </a:cubicBezTo>
                      <a:cubicBezTo>
                        <a:pt x="25" y="50"/>
                        <a:pt x="32" y="61"/>
                        <a:pt x="43" y="67"/>
                      </a:cubicBezTo>
                      <a:cubicBezTo>
                        <a:pt x="54" y="73"/>
                        <a:pt x="68" y="74"/>
                        <a:pt x="81" y="74"/>
                      </a:cubicBezTo>
                      <a:cubicBezTo>
                        <a:pt x="88" y="73"/>
                        <a:pt x="94" y="73"/>
                        <a:pt x="101" y="72"/>
                      </a:cubicBezTo>
                      <a:cubicBezTo>
                        <a:pt x="108" y="72"/>
                        <a:pt x="116" y="72"/>
                        <a:pt x="123" y="74"/>
                      </a:cubicBezTo>
                      <a:cubicBezTo>
                        <a:pt x="127" y="75"/>
                        <a:pt x="130" y="77"/>
                        <a:pt x="133" y="80"/>
                      </a:cubicBezTo>
                      <a:cubicBezTo>
                        <a:pt x="136" y="83"/>
                        <a:pt x="137" y="86"/>
                        <a:pt x="139" y="90"/>
                      </a:cubicBezTo>
                      <a:cubicBezTo>
                        <a:pt x="141" y="97"/>
                        <a:pt x="142" y="104"/>
                        <a:pt x="142" y="111"/>
                      </a:cubicBezTo>
                      <a:cubicBezTo>
                        <a:pt x="143" y="125"/>
                        <a:pt x="142" y="138"/>
                        <a:pt x="142" y="152"/>
                      </a:cubicBezTo>
                      <a:cubicBezTo>
                        <a:pt x="142" y="155"/>
                        <a:pt x="142" y="159"/>
                        <a:pt x="142" y="162"/>
                      </a:cubicBezTo>
                      <a:cubicBezTo>
                        <a:pt x="142" y="166"/>
                        <a:pt x="142" y="169"/>
                        <a:pt x="144" y="172"/>
                      </a:cubicBezTo>
                      <a:cubicBezTo>
                        <a:pt x="144" y="173"/>
                        <a:pt x="144" y="173"/>
                        <a:pt x="145" y="174"/>
                      </a:cubicBezTo>
                      <a:cubicBezTo>
                        <a:pt x="145" y="174"/>
                        <a:pt x="146" y="175"/>
                        <a:pt x="147" y="175"/>
                      </a:cubicBezTo>
                      <a:cubicBezTo>
                        <a:pt x="148" y="176"/>
                        <a:pt x="149" y="177"/>
                        <a:pt x="151" y="178"/>
                      </a:cubicBezTo>
                      <a:cubicBezTo>
                        <a:pt x="154" y="179"/>
                        <a:pt x="157" y="179"/>
                        <a:pt x="160" y="179"/>
                      </a:cubicBezTo>
                      <a:cubicBezTo>
                        <a:pt x="167" y="178"/>
                        <a:pt x="174" y="175"/>
                        <a:pt x="181" y="175"/>
                      </a:cubicBezTo>
                      <a:cubicBezTo>
                        <a:pt x="184" y="175"/>
                        <a:pt x="188" y="177"/>
                        <a:pt x="190" y="178"/>
                      </a:cubicBezTo>
                      <a:cubicBezTo>
                        <a:pt x="193" y="180"/>
                        <a:pt x="196" y="183"/>
                        <a:pt x="198" y="186"/>
                      </a:cubicBezTo>
                      <a:cubicBezTo>
                        <a:pt x="196" y="183"/>
                        <a:pt x="193" y="180"/>
                        <a:pt x="190" y="179"/>
                      </a:cubicBezTo>
                      <a:cubicBezTo>
                        <a:pt x="187" y="177"/>
                        <a:pt x="184" y="176"/>
                        <a:pt x="181" y="176"/>
                      </a:cubicBezTo>
                      <a:cubicBezTo>
                        <a:pt x="174" y="176"/>
                        <a:pt x="167" y="179"/>
                        <a:pt x="161" y="180"/>
                      </a:cubicBezTo>
                      <a:cubicBezTo>
                        <a:pt x="157" y="181"/>
                        <a:pt x="153" y="181"/>
                        <a:pt x="150" y="180"/>
                      </a:cubicBezTo>
                      <a:cubicBezTo>
                        <a:pt x="148" y="179"/>
                        <a:pt x="147" y="178"/>
                        <a:pt x="145" y="177"/>
                      </a:cubicBezTo>
                      <a:cubicBezTo>
                        <a:pt x="145" y="176"/>
                        <a:pt x="144" y="176"/>
                        <a:pt x="143" y="175"/>
                      </a:cubicBezTo>
                      <a:cubicBezTo>
                        <a:pt x="143" y="175"/>
                        <a:pt x="142" y="174"/>
                        <a:pt x="141" y="173"/>
                      </a:cubicBezTo>
                      <a:cubicBezTo>
                        <a:pt x="140" y="169"/>
                        <a:pt x="139" y="166"/>
                        <a:pt x="139" y="162"/>
                      </a:cubicBezTo>
                      <a:cubicBezTo>
                        <a:pt x="139" y="159"/>
                        <a:pt x="139" y="155"/>
                        <a:pt x="139" y="152"/>
                      </a:cubicBezTo>
                      <a:cubicBezTo>
                        <a:pt x="139" y="138"/>
                        <a:pt x="139" y="125"/>
                        <a:pt x="138" y="111"/>
                      </a:cubicBezTo>
                      <a:cubicBezTo>
                        <a:pt x="137" y="104"/>
                        <a:pt x="136" y="98"/>
                        <a:pt x="134" y="92"/>
                      </a:cubicBezTo>
                      <a:cubicBezTo>
                        <a:pt x="132" y="89"/>
                        <a:pt x="131" y="86"/>
                        <a:pt x="129" y="84"/>
                      </a:cubicBezTo>
                      <a:cubicBezTo>
                        <a:pt x="127" y="82"/>
                        <a:pt x="124" y="81"/>
                        <a:pt x="121" y="80"/>
                      </a:cubicBezTo>
                      <a:cubicBezTo>
                        <a:pt x="115" y="78"/>
                        <a:pt x="109" y="79"/>
                        <a:pt x="102" y="79"/>
                      </a:cubicBezTo>
                      <a:cubicBezTo>
                        <a:pt x="95" y="80"/>
                        <a:pt x="88" y="81"/>
                        <a:pt x="81" y="81"/>
                      </a:cubicBezTo>
                      <a:cubicBezTo>
                        <a:pt x="74" y="82"/>
                        <a:pt x="67" y="82"/>
                        <a:pt x="60" y="81"/>
                      </a:cubicBezTo>
                      <a:cubicBezTo>
                        <a:pt x="53" y="81"/>
                        <a:pt x="46" y="79"/>
                        <a:pt x="39" y="75"/>
                      </a:cubicBezTo>
                      <a:cubicBezTo>
                        <a:pt x="32" y="72"/>
                        <a:pt x="26" y="67"/>
                        <a:pt x="21" y="61"/>
                      </a:cubicBezTo>
                      <a:cubicBezTo>
                        <a:pt x="17" y="56"/>
                        <a:pt x="13" y="49"/>
                        <a:pt x="10" y="43"/>
                      </a:cubicBezTo>
                      <a:cubicBezTo>
                        <a:pt x="7" y="36"/>
                        <a:pt x="5" y="29"/>
                        <a:pt x="3" y="22"/>
                      </a:cubicBezTo>
                      <a:cubicBezTo>
                        <a:pt x="2" y="15"/>
                        <a:pt x="0" y="8"/>
                        <a:pt x="0" y="1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1" name="Google Shape;3811;p20"/>
                <p:cNvSpPr/>
                <p:nvPr/>
              </p:nvSpPr>
              <p:spPr>
                <a:xfrm>
                  <a:off x="8234863" y="1394388"/>
                  <a:ext cx="387350" cy="806450"/>
                </a:xfrm>
                <a:custGeom>
                  <a:rect b="b" l="l" r="r" t="t"/>
                  <a:pathLst>
                    <a:path extrusionOk="0" h="214" w="103">
                      <a:moveTo>
                        <a:pt x="13" y="0"/>
                      </a:moveTo>
                      <a:cubicBezTo>
                        <a:pt x="14" y="9"/>
                        <a:pt x="17" y="18"/>
                        <a:pt x="22" y="26"/>
                      </a:cubicBezTo>
                      <a:cubicBezTo>
                        <a:pt x="27" y="35"/>
                        <a:pt x="34" y="43"/>
                        <a:pt x="40" y="50"/>
                      </a:cubicBezTo>
                      <a:cubicBezTo>
                        <a:pt x="44" y="54"/>
                        <a:pt x="47" y="58"/>
                        <a:pt x="50" y="63"/>
                      </a:cubicBezTo>
                      <a:cubicBezTo>
                        <a:pt x="52" y="65"/>
                        <a:pt x="53" y="67"/>
                        <a:pt x="55" y="69"/>
                      </a:cubicBezTo>
                      <a:cubicBezTo>
                        <a:pt x="56" y="71"/>
                        <a:pt x="58" y="74"/>
                        <a:pt x="59" y="76"/>
                      </a:cubicBezTo>
                      <a:cubicBezTo>
                        <a:pt x="63" y="87"/>
                        <a:pt x="63" y="98"/>
                        <a:pt x="63" y="108"/>
                      </a:cubicBezTo>
                      <a:cubicBezTo>
                        <a:pt x="62" y="119"/>
                        <a:pt x="60" y="129"/>
                        <a:pt x="59" y="139"/>
                      </a:cubicBezTo>
                      <a:cubicBezTo>
                        <a:pt x="59" y="144"/>
                        <a:pt x="59" y="149"/>
                        <a:pt x="59" y="154"/>
                      </a:cubicBezTo>
                      <a:cubicBezTo>
                        <a:pt x="59" y="159"/>
                        <a:pt x="60" y="164"/>
                        <a:pt x="62" y="169"/>
                      </a:cubicBezTo>
                      <a:cubicBezTo>
                        <a:pt x="66" y="178"/>
                        <a:pt x="74" y="185"/>
                        <a:pt x="82" y="192"/>
                      </a:cubicBezTo>
                      <a:cubicBezTo>
                        <a:pt x="86" y="195"/>
                        <a:pt x="90" y="198"/>
                        <a:pt x="93" y="202"/>
                      </a:cubicBezTo>
                      <a:cubicBezTo>
                        <a:pt x="97" y="205"/>
                        <a:pt x="100" y="209"/>
                        <a:pt x="103" y="214"/>
                      </a:cubicBezTo>
                      <a:cubicBezTo>
                        <a:pt x="100" y="209"/>
                        <a:pt x="97" y="206"/>
                        <a:pt x="93" y="202"/>
                      </a:cubicBezTo>
                      <a:cubicBezTo>
                        <a:pt x="89" y="199"/>
                        <a:pt x="85" y="196"/>
                        <a:pt x="81" y="193"/>
                      </a:cubicBezTo>
                      <a:cubicBezTo>
                        <a:pt x="73" y="186"/>
                        <a:pt x="64" y="179"/>
                        <a:pt x="60" y="170"/>
                      </a:cubicBezTo>
                      <a:cubicBezTo>
                        <a:pt x="57" y="165"/>
                        <a:pt x="56" y="160"/>
                        <a:pt x="55" y="155"/>
                      </a:cubicBezTo>
                      <a:cubicBezTo>
                        <a:pt x="55" y="149"/>
                        <a:pt x="55" y="144"/>
                        <a:pt x="55" y="139"/>
                      </a:cubicBezTo>
                      <a:cubicBezTo>
                        <a:pt x="55" y="128"/>
                        <a:pt x="56" y="118"/>
                        <a:pt x="56" y="108"/>
                      </a:cubicBezTo>
                      <a:cubicBezTo>
                        <a:pt x="56" y="98"/>
                        <a:pt x="56" y="88"/>
                        <a:pt x="52" y="80"/>
                      </a:cubicBezTo>
                      <a:cubicBezTo>
                        <a:pt x="51" y="77"/>
                        <a:pt x="50" y="76"/>
                        <a:pt x="48" y="74"/>
                      </a:cubicBezTo>
                      <a:cubicBezTo>
                        <a:pt x="47" y="72"/>
                        <a:pt x="45" y="70"/>
                        <a:pt x="43" y="68"/>
                      </a:cubicBezTo>
                      <a:cubicBezTo>
                        <a:pt x="40" y="64"/>
                        <a:pt x="37" y="60"/>
                        <a:pt x="33" y="57"/>
                      </a:cubicBezTo>
                      <a:cubicBezTo>
                        <a:pt x="26" y="49"/>
                        <a:pt x="19" y="41"/>
                        <a:pt x="13" y="32"/>
                      </a:cubicBezTo>
                      <a:cubicBezTo>
                        <a:pt x="7" y="23"/>
                        <a:pt x="3" y="13"/>
                        <a:pt x="0" y="2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2" name="Google Shape;3812;p20"/>
                <p:cNvSpPr/>
                <p:nvPr/>
              </p:nvSpPr>
              <p:spPr>
                <a:xfrm>
                  <a:off x="8292013" y="1295963"/>
                  <a:ext cx="703263" cy="709613"/>
                </a:xfrm>
                <a:custGeom>
                  <a:rect b="b" l="l" r="r" t="t"/>
                  <a:pathLst>
                    <a:path extrusionOk="0" h="188" w="187">
                      <a:moveTo>
                        <a:pt x="10" y="0"/>
                      </a:moveTo>
                      <a:cubicBezTo>
                        <a:pt x="14" y="7"/>
                        <a:pt x="15" y="13"/>
                        <a:pt x="17" y="19"/>
                      </a:cubicBezTo>
                      <a:cubicBezTo>
                        <a:pt x="19" y="25"/>
                        <a:pt x="21" y="30"/>
                        <a:pt x="24" y="35"/>
                      </a:cubicBezTo>
                      <a:cubicBezTo>
                        <a:pt x="27" y="41"/>
                        <a:pt x="30" y="46"/>
                        <a:pt x="34" y="50"/>
                      </a:cubicBezTo>
                      <a:cubicBezTo>
                        <a:pt x="36" y="52"/>
                        <a:pt x="38" y="53"/>
                        <a:pt x="40" y="55"/>
                      </a:cubicBezTo>
                      <a:cubicBezTo>
                        <a:pt x="42" y="56"/>
                        <a:pt x="45" y="57"/>
                        <a:pt x="48" y="58"/>
                      </a:cubicBezTo>
                      <a:cubicBezTo>
                        <a:pt x="59" y="62"/>
                        <a:pt x="71" y="62"/>
                        <a:pt x="84" y="63"/>
                      </a:cubicBezTo>
                      <a:cubicBezTo>
                        <a:pt x="90" y="63"/>
                        <a:pt x="96" y="64"/>
                        <a:pt x="103" y="65"/>
                      </a:cubicBezTo>
                      <a:cubicBezTo>
                        <a:pt x="106" y="65"/>
                        <a:pt x="109" y="66"/>
                        <a:pt x="112" y="67"/>
                      </a:cubicBezTo>
                      <a:cubicBezTo>
                        <a:pt x="116" y="68"/>
                        <a:pt x="119" y="70"/>
                        <a:pt x="121" y="73"/>
                      </a:cubicBezTo>
                      <a:cubicBezTo>
                        <a:pt x="123" y="76"/>
                        <a:pt x="125" y="79"/>
                        <a:pt x="127" y="82"/>
                      </a:cubicBezTo>
                      <a:cubicBezTo>
                        <a:pt x="128" y="85"/>
                        <a:pt x="129" y="88"/>
                        <a:pt x="130" y="91"/>
                      </a:cubicBezTo>
                      <a:cubicBezTo>
                        <a:pt x="132" y="97"/>
                        <a:pt x="133" y="104"/>
                        <a:pt x="134" y="110"/>
                      </a:cubicBezTo>
                      <a:cubicBezTo>
                        <a:pt x="135" y="113"/>
                        <a:pt x="136" y="116"/>
                        <a:pt x="137" y="118"/>
                      </a:cubicBezTo>
                      <a:cubicBezTo>
                        <a:pt x="138" y="121"/>
                        <a:pt x="139" y="124"/>
                        <a:pt x="140" y="127"/>
                      </a:cubicBezTo>
                      <a:cubicBezTo>
                        <a:pt x="141" y="129"/>
                        <a:pt x="143" y="131"/>
                        <a:pt x="146" y="132"/>
                      </a:cubicBezTo>
                      <a:cubicBezTo>
                        <a:pt x="148" y="134"/>
                        <a:pt x="151" y="134"/>
                        <a:pt x="154" y="134"/>
                      </a:cubicBezTo>
                      <a:cubicBezTo>
                        <a:pt x="161" y="135"/>
                        <a:pt x="167" y="135"/>
                        <a:pt x="173" y="138"/>
                      </a:cubicBezTo>
                      <a:cubicBezTo>
                        <a:pt x="175" y="138"/>
                        <a:pt x="176" y="139"/>
                        <a:pt x="177" y="140"/>
                      </a:cubicBezTo>
                      <a:cubicBezTo>
                        <a:pt x="179" y="141"/>
                        <a:pt x="180" y="142"/>
                        <a:pt x="181" y="143"/>
                      </a:cubicBezTo>
                      <a:cubicBezTo>
                        <a:pt x="183" y="144"/>
                        <a:pt x="184" y="146"/>
                        <a:pt x="184" y="148"/>
                      </a:cubicBezTo>
                      <a:cubicBezTo>
                        <a:pt x="184" y="149"/>
                        <a:pt x="184" y="151"/>
                        <a:pt x="184" y="152"/>
                      </a:cubicBezTo>
                      <a:cubicBezTo>
                        <a:pt x="183" y="159"/>
                        <a:pt x="181" y="165"/>
                        <a:pt x="181" y="171"/>
                      </a:cubicBezTo>
                      <a:cubicBezTo>
                        <a:pt x="182" y="177"/>
                        <a:pt x="184" y="183"/>
                        <a:pt x="187" y="188"/>
                      </a:cubicBezTo>
                      <a:cubicBezTo>
                        <a:pt x="184" y="183"/>
                        <a:pt x="181" y="177"/>
                        <a:pt x="181" y="171"/>
                      </a:cubicBezTo>
                      <a:cubicBezTo>
                        <a:pt x="180" y="165"/>
                        <a:pt x="181" y="158"/>
                        <a:pt x="182" y="152"/>
                      </a:cubicBezTo>
                      <a:cubicBezTo>
                        <a:pt x="183" y="149"/>
                        <a:pt x="182" y="146"/>
                        <a:pt x="180" y="144"/>
                      </a:cubicBezTo>
                      <a:cubicBezTo>
                        <a:pt x="179" y="144"/>
                        <a:pt x="178" y="143"/>
                        <a:pt x="176" y="142"/>
                      </a:cubicBezTo>
                      <a:cubicBezTo>
                        <a:pt x="175" y="141"/>
                        <a:pt x="174" y="140"/>
                        <a:pt x="172" y="140"/>
                      </a:cubicBezTo>
                      <a:cubicBezTo>
                        <a:pt x="167" y="138"/>
                        <a:pt x="161" y="138"/>
                        <a:pt x="154" y="137"/>
                      </a:cubicBezTo>
                      <a:cubicBezTo>
                        <a:pt x="151" y="137"/>
                        <a:pt x="148" y="137"/>
                        <a:pt x="144" y="136"/>
                      </a:cubicBezTo>
                      <a:cubicBezTo>
                        <a:pt x="141" y="134"/>
                        <a:pt x="139" y="132"/>
                        <a:pt x="137" y="129"/>
                      </a:cubicBezTo>
                      <a:cubicBezTo>
                        <a:pt x="135" y="126"/>
                        <a:pt x="134" y="123"/>
                        <a:pt x="133" y="120"/>
                      </a:cubicBezTo>
                      <a:cubicBezTo>
                        <a:pt x="132" y="117"/>
                        <a:pt x="131" y="114"/>
                        <a:pt x="130" y="111"/>
                      </a:cubicBezTo>
                      <a:cubicBezTo>
                        <a:pt x="128" y="105"/>
                        <a:pt x="127" y="98"/>
                        <a:pt x="125" y="93"/>
                      </a:cubicBezTo>
                      <a:cubicBezTo>
                        <a:pt x="123" y="87"/>
                        <a:pt x="120" y="82"/>
                        <a:pt x="117" y="77"/>
                      </a:cubicBezTo>
                      <a:cubicBezTo>
                        <a:pt x="113" y="74"/>
                        <a:pt x="108" y="72"/>
                        <a:pt x="102" y="71"/>
                      </a:cubicBezTo>
                      <a:cubicBezTo>
                        <a:pt x="96" y="71"/>
                        <a:pt x="90" y="71"/>
                        <a:pt x="83" y="71"/>
                      </a:cubicBezTo>
                      <a:cubicBezTo>
                        <a:pt x="71" y="70"/>
                        <a:pt x="58" y="71"/>
                        <a:pt x="45" y="67"/>
                      </a:cubicBezTo>
                      <a:cubicBezTo>
                        <a:pt x="42" y="66"/>
                        <a:pt x="38" y="65"/>
                        <a:pt x="35" y="63"/>
                      </a:cubicBezTo>
                      <a:cubicBezTo>
                        <a:pt x="32" y="61"/>
                        <a:pt x="29" y="59"/>
                        <a:pt x="27" y="57"/>
                      </a:cubicBezTo>
                      <a:cubicBezTo>
                        <a:pt x="22" y="52"/>
                        <a:pt x="18" y="46"/>
                        <a:pt x="15" y="41"/>
                      </a:cubicBezTo>
                      <a:cubicBezTo>
                        <a:pt x="11" y="35"/>
                        <a:pt x="9" y="29"/>
                        <a:pt x="7" y="23"/>
                      </a:cubicBezTo>
                      <a:cubicBezTo>
                        <a:pt x="4" y="17"/>
                        <a:pt x="2" y="11"/>
                        <a:pt x="0" y="7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3" name="Google Shape;3813;p20"/>
                <p:cNvSpPr/>
                <p:nvPr/>
              </p:nvSpPr>
              <p:spPr>
                <a:xfrm>
                  <a:off x="8117388" y="1383275"/>
                  <a:ext cx="109537" cy="222250"/>
                </a:xfrm>
                <a:custGeom>
                  <a:rect b="b" l="l" r="r" t="t"/>
                  <a:pathLst>
                    <a:path extrusionOk="0" h="59" w="29">
                      <a:moveTo>
                        <a:pt x="20" y="38"/>
                      </a:moveTo>
                      <a:cubicBezTo>
                        <a:pt x="15" y="26"/>
                        <a:pt x="13" y="13"/>
                        <a:pt x="1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8"/>
                        <a:pt x="2" y="15"/>
                        <a:pt x="3" y="22"/>
                      </a:cubicBezTo>
                      <a:cubicBezTo>
                        <a:pt x="5" y="29"/>
                        <a:pt x="7" y="36"/>
                        <a:pt x="10" y="43"/>
                      </a:cubicBezTo>
                      <a:cubicBezTo>
                        <a:pt x="13" y="48"/>
                        <a:pt x="16" y="54"/>
                        <a:pt x="19" y="59"/>
                      </a:cubicBezTo>
                      <a:cubicBezTo>
                        <a:pt x="23" y="58"/>
                        <a:pt x="26" y="57"/>
                        <a:pt x="29" y="55"/>
                      </a:cubicBezTo>
                      <a:cubicBezTo>
                        <a:pt x="26" y="50"/>
                        <a:pt x="22" y="44"/>
                        <a:pt x="20" y="3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4" name="Google Shape;3814;p20"/>
                <p:cNvSpPr/>
                <p:nvPr/>
              </p:nvSpPr>
              <p:spPr>
                <a:xfrm>
                  <a:off x="8234863" y="1394388"/>
                  <a:ext cx="98425" cy="146050"/>
                </a:xfrm>
                <a:custGeom>
                  <a:rect b="b" l="l" r="r" t="t"/>
                  <a:pathLst>
                    <a:path extrusionOk="0" h="39" w="26">
                      <a:moveTo>
                        <a:pt x="13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3"/>
                        <a:pt x="7" y="23"/>
                        <a:pt x="13" y="32"/>
                      </a:cubicBezTo>
                      <a:cubicBezTo>
                        <a:pt x="15" y="35"/>
                        <a:pt x="16" y="37"/>
                        <a:pt x="18" y="39"/>
                      </a:cubicBezTo>
                      <a:cubicBezTo>
                        <a:pt x="21" y="37"/>
                        <a:pt x="23" y="34"/>
                        <a:pt x="26" y="32"/>
                      </a:cubicBezTo>
                      <a:cubicBezTo>
                        <a:pt x="25" y="30"/>
                        <a:pt x="23" y="28"/>
                        <a:pt x="22" y="26"/>
                      </a:cubicBezTo>
                      <a:cubicBezTo>
                        <a:pt x="17" y="18"/>
                        <a:pt x="14" y="9"/>
                        <a:pt x="13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5" name="Google Shape;3815;p20"/>
                <p:cNvSpPr/>
                <p:nvPr/>
              </p:nvSpPr>
              <p:spPr>
                <a:xfrm>
                  <a:off x="8292013" y="1295963"/>
                  <a:ext cx="96838" cy="180975"/>
                </a:xfrm>
                <a:custGeom>
                  <a:rect b="b" l="l" r="r" t="t"/>
                  <a:pathLst>
                    <a:path extrusionOk="0" h="48" w="26">
                      <a:moveTo>
                        <a:pt x="24" y="35"/>
                      </a:moveTo>
                      <a:cubicBezTo>
                        <a:pt x="21" y="30"/>
                        <a:pt x="19" y="25"/>
                        <a:pt x="17" y="19"/>
                      </a:cubicBezTo>
                      <a:cubicBezTo>
                        <a:pt x="15" y="13"/>
                        <a:pt x="14" y="7"/>
                        <a:pt x="10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1"/>
                        <a:pt x="4" y="17"/>
                        <a:pt x="7" y="23"/>
                      </a:cubicBezTo>
                      <a:cubicBezTo>
                        <a:pt x="9" y="29"/>
                        <a:pt x="11" y="35"/>
                        <a:pt x="15" y="41"/>
                      </a:cubicBezTo>
                      <a:cubicBezTo>
                        <a:pt x="16" y="43"/>
                        <a:pt x="17" y="46"/>
                        <a:pt x="19" y="48"/>
                      </a:cubicBezTo>
                      <a:cubicBezTo>
                        <a:pt x="21" y="45"/>
                        <a:pt x="24" y="42"/>
                        <a:pt x="26" y="38"/>
                      </a:cubicBezTo>
                      <a:cubicBezTo>
                        <a:pt x="25" y="37"/>
                        <a:pt x="25" y="36"/>
                        <a:pt x="24" y="3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6" name="Google Shape;3816;p20"/>
                <p:cNvSpPr/>
                <p:nvPr/>
              </p:nvSpPr>
              <p:spPr>
                <a:xfrm>
                  <a:off x="7801475" y="432363"/>
                  <a:ext cx="82550" cy="169863"/>
                </a:xfrm>
                <a:custGeom>
                  <a:rect b="b" l="l" r="r" t="t"/>
                  <a:pathLst>
                    <a:path extrusionOk="0" h="107" w="52">
                      <a:moveTo>
                        <a:pt x="28" y="107"/>
                      </a:moveTo>
                      <a:lnTo>
                        <a:pt x="0" y="0"/>
                      </a:lnTo>
                      <a:lnTo>
                        <a:pt x="52" y="100"/>
                      </a:lnTo>
                      <a:lnTo>
                        <a:pt x="28" y="1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7" name="Google Shape;3817;p20"/>
                <p:cNvSpPr/>
                <p:nvPr/>
              </p:nvSpPr>
              <p:spPr>
                <a:xfrm>
                  <a:off x="7598275" y="481575"/>
                  <a:ext cx="203200" cy="192088"/>
                </a:xfrm>
                <a:custGeom>
                  <a:rect b="b" l="l" r="r" t="t"/>
                  <a:pathLst>
                    <a:path extrusionOk="0" h="121" w="128">
                      <a:moveTo>
                        <a:pt x="128" y="97"/>
                      </a:moveTo>
                      <a:lnTo>
                        <a:pt x="0" y="0"/>
                      </a:lnTo>
                      <a:lnTo>
                        <a:pt x="116" y="121"/>
                      </a:lnTo>
                      <a:lnTo>
                        <a:pt x="128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8" name="Google Shape;3818;p20"/>
                <p:cNvSpPr/>
                <p:nvPr/>
              </p:nvSpPr>
              <p:spPr>
                <a:xfrm>
                  <a:off x="7620500" y="708588"/>
                  <a:ext cx="123825" cy="52388"/>
                </a:xfrm>
                <a:custGeom>
                  <a:rect b="b" l="l" r="r" t="t"/>
                  <a:pathLst>
                    <a:path extrusionOk="0" h="33" w="78">
                      <a:moveTo>
                        <a:pt x="78" y="11"/>
                      </a:moveTo>
                      <a:lnTo>
                        <a:pt x="0" y="0"/>
                      </a:lnTo>
                      <a:lnTo>
                        <a:pt x="78" y="33"/>
                      </a:lnTo>
                      <a:lnTo>
                        <a:pt x="78" y="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9" name="Google Shape;3819;p20"/>
                <p:cNvSpPr/>
                <p:nvPr/>
              </p:nvSpPr>
              <p:spPr>
                <a:xfrm>
                  <a:off x="7491913" y="835588"/>
                  <a:ext cx="265113" cy="65088"/>
                </a:xfrm>
                <a:custGeom>
                  <a:rect b="b" l="l" r="r" t="t"/>
                  <a:pathLst>
                    <a:path extrusionOk="0" h="41" w="167">
                      <a:moveTo>
                        <a:pt x="159" y="0"/>
                      </a:moveTo>
                      <a:lnTo>
                        <a:pt x="0" y="41"/>
                      </a:lnTo>
                      <a:lnTo>
                        <a:pt x="167" y="26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0" name="Google Shape;3820;p20"/>
                <p:cNvSpPr/>
                <p:nvPr/>
              </p:nvSpPr>
              <p:spPr>
                <a:xfrm>
                  <a:off x="7944350" y="372038"/>
                  <a:ext cx="38100" cy="207963"/>
                </a:xfrm>
                <a:custGeom>
                  <a:rect b="b" l="l" r="r" t="t"/>
                  <a:pathLst>
                    <a:path extrusionOk="0" h="131" w="24">
                      <a:moveTo>
                        <a:pt x="0" y="128"/>
                      </a:moveTo>
                      <a:lnTo>
                        <a:pt x="22" y="0"/>
                      </a:lnTo>
                      <a:lnTo>
                        <a:pt x="24" y="131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1" name="Google Shape;3821;p20"/>
                <p:cNvSpPr/>
                <p:nvPr/>
              </p:nvSpPr>
              <p:spPr>
                <a:xfrm>
                  <a:off x="8057063" y="511738"/>
                  <a:ext cx="169863" cy="196850"/>
                </a:xfrm>
                <a:custGeom>
                  <a:rect b="b" l="l" r="r" t="t"/>
                  <a:pathLst>
                    <a:path extrusionOk="0" h="124" w="107">
                      <a:moveTo>
                        <a:pt x="0" y="97"/>
                      </a:moveTo>
                      <a:lnTo>
                        <a:pt x="107" y="0"/>
                      </a:lnTo>
                      <a:lnTo>
                        <a:pt x="7" y="124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2" name="Google Shape;3822;p20"/>
                <p:cNvSpPr/>
                <p:nvPr/>
              </p:nvSpPr>
              <p:spPr>
                <a:xfrm>
                  <a:off x="8012613" y="541900"/>
                  <a:ext cx="63500" cy="79375"/>
                </a:xfrm>
                <a:custGeom>
                  <a:rect b="b" l="l" r="r" t="t"/>
                  <a:pathLst>
                    <a:path extrusionOk="0" h="50" w="40">
                      <a:moveTo>
                        <a:pt x="0" y="38"/>
                      </a:moveTo>
                      <a:lnTo>
                        <a:pt x="40" y="0"/>
                      </a:lnTo>
                      <a:lnTo>
                        <a:pt x="12" y="5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3" name="Google Shape;3823;p20"/>
                <p:cNvSpPr/>
                <p:nvPr/>
              </p:nvSpPr>
              <p:spPr>
                <a:xfrm>
                  <a:off x="7880850" y="527613"/>
                  <a:ext cx="33338" cy="52388"/>
                </a:xfrm>
                <a:custGeom>
                  <a:rect b="b" l="l" r="r" t="t"/>
                  <a:pathLst>
                    <a:path extrusionOk="0" h="33" w="21">
                      <a:moveTo>
                        <a:pt x="7" y="33"/>
                      </a:moveTo>
                      <a:lnTo>
                        <a:pt x="0" y="0"/>
                      </a:lnTo>
                      <a:lnTo>
                        <a:pt x="21" y="33"/>
                      </a:lnTo>
                      <a:lnTo>
                        <a:pt x="7" y="3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4" name="Google Shape;3824;p20"/>
                <p:cNvSpPr/>
                <p:nvPr/>
              </p:nvSpPr>
              <p:spPr>
                <a:xfrm>
                  <a:off x="8095163" y="695888"/>
                  <a:ext cx="222250" cy="114300"/>
                </a:xfrm>
                <a:custGeom>
                  <a:rect b="b" l="l" r="r" t="t"/>
                  <a:pathLst>
                    <a:path extrusionOk="0" h="72" w="140">
                      <a:moveTo>
                        <a:pt x="0" y="48"/>
                      </a:moveTo>
                      <a:lnTo>
                        <a:pt x="140" y="0"/>
                      </a:lnTo>
                      <a:lnTo>
                        <a:pt x="14" y="72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5" name="Google Shape;3825;p20"/>
                <p:cNvSpPr/>
                <p:nvPr/>
              </p:nvSpPr>
              <p:spPr>
                <a:xfrm>
                  <a:off x="8095163" y="651438"/>
                  <a:ext cx="117475" cy="87313"/>
                </a:xfrm>
                <a:custGeom>
                  <a:rect b="b" l="l" r="r" t="t"/>
                  <a:pathLst>
                    <a:path extrusionOk="0" h="55" w="74">
                      <a:moveTo>
                        <a:pt x="0" y="40"/>
                      </a:moveTo>
                      <a:lnTo>
                        <a:pt x="74" y="0"/>
                      </a:lnTo>
                      <a:lnTo>
                        <a:pt x="5" y="55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6" name="Google Shape;3826;p20"/>
                <p:cNvSpPr/>
                <p:nvPr/>
              </p:nvSpPr>
              <p:spPr>
                <a:xfrm>
                  <a:off x="7688763" y="903850"/>
                  <a:ext cx="90488" cy="41275"/>
                </a:xfrm>
                <a:custGeom>
                  <a:rect b="b" l="l" r="r" t="t"/>
                  <a:pathLst>
                    <a:path extrusionOk="0" h="26" w="57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7" y="21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7" name="Google Shape;3827;p20"/>
                <p:cNvSpPr/>
                <p:nvPr/>
              </p:nvSpPr>
              <p:spPr>
                <a:xfrm>
                  <a:off x="7582400" y="1076888"/>
                  <a:ext cx="260350" cy="174625"/>
                </a:xfrm>
                <a:custGeom>
                  <a:rect b="b" l="l" r="r" t="t"/>
                  <a:pathLst>
                    <a:path extrusionOk="0" h="110" w="164">
                      <a:moveTo>
                        <a:pt x="152" y="0"/>
                      </a:moveTo>
                      <a:lnTo>
                        <a:pt x="0" y="110"/>
                      </a:lnTo>
                      <a:lnTo>
                        <a:pt x="164" y="36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8" name="Google Shape;3828;p20"/>
                <p:cNvSpPr/>
                <p:nvPr/>
              </p:nvSpPr>
              <p:spPr>
                <a:xfrm>
                  <a:off x="7620500" y="986400"/>
                  <a:ext cx="180975" cy="84138"/>
                </a:xfrm>
                <a:custGeom>
                  <a:rect b="b" l="l" r="r" t="t"/>
                  <a:pathLst>
                    <a:path extrusionOk="0" h="53" w="114">
                      <a:moveTo>
                        <a:pt x="114" y="19"/>
                      </a:moveTo>
                      <a:lnTo>
                        <a:pt x="0" y="53"/>
                      </a:lnTo>
                      <a:lnTo>
                        <a:pt x="112" y="0"/>
                      </a:lnTo>
                      <a:lnTo>
                        <a:pt x="114" y="1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9" name="Google Shape;3829;p20"/>
                <p:cNvSpPr/>
                <p:nvPr/>
              </p:nvSpPr>
              <p:spPr>
                <a:xfrm>
                  <a:off x="8155488" y="829238"/>
                  <a:ext cx="98425" cy="90488"/>
                </a:xfrm>
                <a:custGeom>
                  <a:rect b="b" l="l" r="r" t="t"/>
                  <a:pathLst>
                    <a:path extrusionOk="0" h="57" w="62">
                      <a:moveTo>
                        <a:pt x="0" y="42"/>
                      </a:moveTo>
                      <a:lnTo>
                        <a:pt x="62" y="0"/>
                      </a:lnTo>
                      <a:lnTo>
                        <a:pt x="10" y="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0" name="Google Shape;3830;p20"/>
                <p:cNvSpPr/>
                <p:nvPr/>
              </p:nvSpPr>
              <p:spPr>
                <a:xfrm>
                  <a:off x="8193588" y="862575"/>
                  <a:ext cx="236538" cy="161925"/>
                </a:xfrm>
                <a:custGeom>
                  <a:rect b="b" l="l" r="r" t="t"/>
                  <a:pathLst>
                    <a:path extrusionOk="0" h="102" w="149">
                      <a:moveTo>
                        <a:pt x="0" y="71"/>
                      </a:moveTo>
                      <a:lnTo>
                        <a:pt x="149" y="0"/>
                      </a:lnTo>
                      <a:lnTo>
                        <a:pt x="21" y="102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1" name="Google Shape;3831;p20"/>
                <p:cNvSpPr/>
                <p:nvPr/>
              </p:nvSpPr>
              <p:spPr>
                <a:xfrm>
                  <a:off x="7793538" y="1183250"/>
                  <a:ext cx="98425" cy="38100"/>
                </a:xfrm>
                <a:custGeom>
                  <a:rect b="b" l="l" r="r" t="t"/>
                  <a:pathLst>
                    <a:path extrusionOk="0" h="24" w="62">
                      <a:moveTo>
                        <a:pt x="52" y="0"/>
                      </a:moveTo>
                      <a:lnTo>
                        <a:pt x="0" y="21"/>
                      </a:lnTo>
                      <a:lnTo>
                        <a:pt x="62" y="24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2" name="Google Shape;3832;p20"/>
                <p:cNvSpPr/>
                <p:nvPr/>
              </p:nvSpPr>
              <p:spPr>
                <a:xfrm>
                  <a:off x="7815763" y="1311838"/>
                  <a:ext cx="155575" cy="211138"/>
                </a:xfrm>
                <a:custGeom>
                  <a:rect b="b" l="l" r="r" t="t"/>
                  <a:pathLst>
                    <a:path extrusionOk="0" h="133" w="98">
                      <a:moveTo>
                        <a:pt x="86" y="0"/>
                      </a:moveTo>
                      <a:lnTo>
                        <a:pt x="0" y="133"/>
                      </a:lnTo>
                      <a:lnTo>
                        <a:pt x="98" y="21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3" name="Google Shape;3833;p20"/>
                <p:cNvSpPr/>
                <p:nvPr/>
              </p:nvSpPr>
              <p:spPr>
                <a:xfrm>
                  <a:off x="8284075" y="1032438"/>
                  <a:ext cx="233363" cy="109538"/>
                </a:xfrm>
                <a:custGeom>
                  <a:rect b="b" l="l" r="r" t="t"/>
                  <a:pathLst>
                    <a:path extrusionOk="0" h="69" w="147">
                      <a:moveTo>
                        <a:pt x="0" y="45"/>
                      </a:moveTo>
                      <a:lnTo>
                        <a:pt x="147" y="0"/>
                      </a:lnTo>
                      <a:lnTo>
                        <a:pt x="16" y="69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4" name="Google Shape;3834;p20"/>
                <p:cNvSpPr/>
                <p:nvPr/>
              </p:nvSpPr>
              <p:spPr>
                <a:xfrm>
                  <a:off x="8347575" y="1213413"/>
                  <a:ext cx="161925" cy="52388"/>
                </a:xfrm>
                <a:custGeom>
                  <a:rect b="b" l="l" r="r" t="t"/>
                  <a:pathLst>
                    <a:path extrusionOk="0" h="33" w="102">
                      <a:moveTo>
                        <a:pt x="0" y="24"/>
                      </a:moveTo>
                      <a:lnTo>
                        <a:pt x="102" y="33"/>
                      </a:lnTo>
                      <a:lnTo>
                        <a:pt x="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5" name="Google Shape;3835;p20"/>
                <p:cNvSpPr/>
                <p:nvPr/>
              </p:nvSpPr>
              <p:spPr>
                <a:xfrm>
                  <a:off x="8257088" y="1021325"/>
                  <a:ext cx="82550" cy="66675"/>
                </a:xfrm>
                <a:custGeom>
                  <a:rect b="b" l="l" r="r" t="t"/>
                  <a:pathLst>
                    <a:path extrusionOk="0" h="42" w="52">
                      <a:moveTo>
                        <a:pt x="0" y="31"/>
                      </a:moveTo>
                      <a:lnTo>
                        <a:pt x="52" y="0"/>
                      </a:lnTo>
                      <a:lnTo>
                        <a:pt x="12" y="4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6" name="Google Shape;3836;p20"/>
                <p:cNvSpPr/>
                <p:nvPr/>
              </p:nvSpPr>
              <p:spPr>
                <a:xfrm>
                  <a:off x="7845925" y="1273738"/>
                  <a:ext cx="98425" cy="71438"/>
                </a:xfrm>
                <a:custGeom>
                  <a:rect b="b" l="l" r="r" t="t"/>
                  <a:pathLst>
                    <a:path extrusionOk="0" h="45" w="62">
                      <a:moveTo>
                        <a:pt x="57" y="0"/>
                      </a:moveTo>
                      <a:lnTo>
                        <a:pt x="0" y="45"/>
                      </a:lnTo>
                      <a:lnTo>
                        <a:pt x="62" y="14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7" name="Google Shape;3837;p20"/>
                <p:cNvSpPr/>
                <p:nvPr/>
              </p:nvSpPr>
              <p:spPr>
                <a:xfrm>
                  <a:off x="7922125" y="1386450"/>
                  <a:ext cx="131763" cy="192088"/>
                </a:xfrm>
                <a:custGeom>
                  <a:rect b="b" l="l" r="r" t="t"/>
                  <a:pathLst>
                    <a:path extrusionOk="0" h="121" w="83">
                      <a:moveTo>
                        <a:pt x="62" y="0"/>
                      </a:moveTo>
                      <a:lnTo>
                        <a:pt x="0" y="121"/>
                      </a:lnTo>
                      <a:lnTo>
                        <a:pt x="83" y="1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8" name="Google Shape;3838;p20"/>
                <p:cNvSpPr/>
                <p:nvPr/>
              </p:nvSpPr>
              <p:spPr>
                <a:xfrm>
                  <a:off x="8065000" y="1432488"/>
                  <a:ext cx="38100" cy="66675"/>
                </a:xfrm>
                <a:custGeom>
                  <a:rect b="b" l="l" r="r" t="t"/>
                  <a:pathLst>
                    <a:path extrusionOk="0" h="42" w="24">
                      <a:moveTo>
                        <a:pt x="12" y="0"/>
                      </a:moveTo>
                      <a:lnTo>
                        <a:pt x="0" y="42"/>
                      </a:lnTo>
                      <a:lnTo>
                        <a:pt x="24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9" name="Google Shape;3839;p20"/>
                <p:cNvSpPr/>
                <p:nvPr/>
              </p:nvSpPr>
              <p:spPr>
                <a:xfrm>
                  <a:off x="8325350" y="1081650"/>
                  <a:ext cx="260350" cy="96838"/>
                </a:xfrm>
                <a:custGeom>
                  <a:rect b="b" l="l" r="r" t="t"/>
                  <a:pathLst>
                    <a:path extrusionOk="0" h="61" w="164">
                      <a:moveTo>
                        <a:pt x="0" y="47"/>
                      </a:moveTo>
                      <a:lnTo>
                        <a:pt x="164" y="0"/>
                      </a:lnTo>
                      <a:lnTo>
                        <a:pt x="5" y="61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0" name="Google Shape;3840;p20"/>
                <p:cNvSpPr/>
                <p:nvPr/>
              </p:nvSpPr>
              <p:spPr>
                <a:xfrm>
                  <a:off x="7831638" y="538725"/>
                  <a:ext cx="52388" cy="63500"/>
                </a:xfrm>
                <a:custGeom>
                  <a:rect b="b" l="l" r="r" t="t"/>
                  <a:pathLst>
                    <a:path extrusionOk="0" h="17" w="14">
                      <a:moveTo>
                        <a:pt x="14" y="1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4" y="17"/>
                        <a:pt x="4" y="17"/>
                        <a:pt x="4" y="17"/>
                      </a:cubicBezTo>
                      <a:lnTo>
                        <a:pt x="1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1" name="Google Shape;3841;p20"/>
                <p:cNvSpPr/>
                <p:nvPr/>
              </p:nvSpPr>
              <p:spPr>
                <a:xfrm>
                  <a:off x="7741150" y="605400"/>
                  <a:ext cx="60325" cy="68262"/>
                </a:xfrm>
                <a:custGeom>
                  <a:rect b="b" l="l" r="r" t="t"/>
                  <a:pathLst>
                    <a:path extrusionOk="0" h="18" w="16">
                      <a:moveTo>
                        <a:pt x="16" y="8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2"/>
                        <a:pt x="2" y="5"/>
                        <a:pt x="0" y="7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lnTo>
                        <a:pt x="16" y="8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2" name="Google Shape;3842;p20"/>
                <p:cNvSpPr/>
                <p:nvPr/>
              </p:nvSpPr>
              <p:spPr>
                <a:xfrm>
                  <a:off x="7696700" y="719700"/>
                  <a:ext cx="47625" cy="41275"/>
                </a:xfrm>
                <a:custGeom>
                  <a:rect b="b" l="l" r="r" t="t"/>
                  <a:pathLst>
                    <a:path extrusionOk="0" h="11" w="13">
                      <a:moveTo>
                        <a:pt x="13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3" name="Google Shape;3843;p20"/>
                <p:cNvSpPr/>
                <p:nvPr/>
              </p:nvSpPr>
              <p:spPr>
                <a:xfrm>
                  <a:off x="7696700" y="835588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3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1" y="9"/>
                        <a:pt x="2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4" name="Google Shape;3844;p20"/>
                <p:cNvSpPr/>
                <p:nvPr/>
              </p:nvSpPr>
              <p:spPr>
                <a:xfrm>
                  <a:off x="7944350" y="522850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0" y="15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14"/>
                        <a:pt x="0" y="14"/>
                        <a:pt x="0" y="14"/>
                      </a:cubicBezTo>
                      <a:lnTo>
                        <a:pt x="10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5" name="Google Shape;3845;p20"/>
                <p:cNvSpPr/>
                <p:nvPr/>
              </p:nvSpPr>
              <p:spPr>
                <a:xfrm>
                  <a:off x="8057063" y="624450"/>
                  <a:ext cx="60325" cy="84138"/>
                </a:xfrm>
                <a:custGeom>
                  <a:rect b="b" l="l" r="r" t="t"/>
                  <a:pathLst>
                    <a:path extrusionOk="0" h="22" w="16">
                      <a:moveTo>
                        <a:pt x="3" y="22"/>
                      </a:move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4" y="4"/>
                        <a:pt x="13" y="2"/>
                        <a:pt x="12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lnTo>
                        <a:pt x="3" y="2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6" name="Google Shape;3846;p20"/>
                <p:cNvSpPr/>
                <p:nvPr/>
              </p:nvSpPr>
              <p:spPr>
                <a:xfrm>
                  <a:off x="8012613" y="564125"/>
                  <a:ext cx="49213" cy="57150"/>
                </a:xfrm>
                <a:custGeom>
                  <a:rect b="b" l="l" r="r" t="t"/>
                  <a:pathLst>
                    <a:path extrusionOk="0" h="15" w="13">
                      <a:moveTo>
                        <a:pt x="5" y="15"/>
                      </a:move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0" y="10"/>
                        <a:pt x="0" y="10"/>
                        <a:pt x="0" y="10"/>
                      </a:cubicBezTo>
                      <a:lnTo>
                        <a:pt x="5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7" name="Google Shape;3847;p20"/>
                <p:cNvSpPr/>
                <p:nvPr/>
              </p:nvSpPr>
              <p:spPr>
                <a:xfrm>
                  <a:off x="7880850" y="530788"/>
                  <a:ext cx="33338" cy="49213"/>
                </a:xfrm>
                <a:custGeom>
                  <a:rect b="b" l="l" r="r" t="t"/>
                  <a:pathLst>
                    <a:path extrusionOk="0" h="31" w="21">
                      <a:moveTo>
                        <a:pt x="21" y="31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31"/>
                      </a:lnTo>
                      <a:lnTo>
                        <a:pt x="21" y="31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8" name="Google Shape;3848;p20"/>
                <p:cNvSpPr/>
                <p:nvPr/>
              </p:nvSpPr>
              <p:spPr>
                <a:xfrm>
                  <a:off x="8095163" y="753038"/>
                  <a:ext cx="71437" cy="57150"/>
                </a:xfrm>
                <a:custGeom>
                  <a:rect b="b" l="l" r="r" t="t"/>
                  <a:pathLst>
                    <a:path extrusionOk="0" h="15" w="19">
                      <a:moveTo>
                        <a:pt x="6" y="15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6"/>
                        <a:pt x="18" y="4"/>
                        <a:pt x="17" y="2"/>
                      </a:cubicBezTo>
                      <a:cubicBezTo>
                        <a:pt x="17" y="1"/>
                        <a:pt x="16" y="1"/>
                        <a:pt x="16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lnTo>
                        <a:pt x="6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9" name="Google Shape;3849;p20"/>
                <p:cNvSpPr/>
                <p:nvPr/>
              </p:nvSpPr>
              <p:spPr>
                <a:xfrm>
                  <a:off x="8095163" y="692713"/>
                  <a:ext cx="46037" cy="46037"/>
                </a:xfrm>
                <a:custGeom>
                  <a:rect b="b" l="l" r="r" t="t"/>
                  <a:pathLst>
                    <a:path extrusionOk="0" h="12" w="12">
                      <a:moveTo>
                        <a:pt x="2" y="12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3"/>
                        <a:pt x="11" y="2"/>
                        <a:pt x="1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0" name="Google Shape;3850;p20"/>
                <p:cNvSpPr/>
                <p:nvPr/>
              </p:nvSpPr>
              <p:spPr>
                <a:xfrm>
                  <a:off x="7714163" y="903850"/>
                  <a:ext cx="65088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9"/>
                        <a:pt x="1" y="10"/>
                      </a:cubicBezTo>
                      <a:cubicBezTo>
                        <a:pt x="17" y="9"/>
                        <a:pt x="17" y="9"/>
                        <a:pt x="17" y="9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1" name="Google Shape;3851;p20"/>
                <p:cNvSpPr/>
                <p:nvPr/>
              </p:nvSpPr>
              <p:spPr>
                <a:xfrm>
                  <a:off x="7782425" y="1076888"/>
                  <a:ext cx="60325" cy="76200"/>
                </a:xfrm>
                <a:custGeom>
                  <a:rect b="b" l="l" r="r" t="t"/>
                  <a:pathLst>
                    <a:path extrusionOk="0" h="20" w="16">
                      <a:moveTo>
                        <a:pt x="11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2"/>
                        <a:pt x="3" y="16"/>
                        <a:pt x="5" y="20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2" name="Google Shape;3852;p20"/>
                <p:cNvSpPr/>
                <p:nvPr/>
              </p:nvSpPr>
              <p:spPr>
                <a:xfrm>
                  <a:off x="7741150" y="986400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5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8"/>
                        <a:pt x="1" y="9"/>
                        <a:pt x="2" y="10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6" y="8"/>
                        <a:pt x="16" y="8"/>
                        <a:pt x="16" y="8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3" name="Google Shape;3853;p20"/>
                <p:cNvSpPr/>
                <p:nvPr/>
              </p:nvSpPr>
              <p:spPr>
                <a:xfrm>
                  <a:off x="8155488" y="865750"/>
                  <a:ext cx="52388" cy="53975"/>
                </a:xfrm>
                <a:custGeom>
                  <a:rect b="b" l="l" r="r" t="t"/>
                  <a:pathLst>
                    <a:path extrusionOk="0" h="14" w="14">
                      <a:moveTo>
                        <a:pt x="4" y="14"/>
                      </a:move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3" y="1"/>
                        <a:pt x="12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4" name="Google Shape;3854;p20"/>
                <p:cNvSpPr/>
                <p:nvPr/>
              </p:nvSpPr>
              <p:spPr>
                <a:xfrm>
                  <a:off x="8193588" y="953063"/>
                  <a:ext cx="74613" cy="71437"/>
                </a:xfrm>
                <a:custGeom>
                  <a:rect b="b" l="l" r="r" t="t"/>
                  <a:pathLst>
                    <a:path extrusionOk="0" h="19" w="20">
                      <a:moveTo>
                        <a:pt x="9" y="19"/>
                      </a:move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8" y="7"/>
                        <a:pt x="16" y="3"/>
                        <a:pt x="14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5" name="Google Shape;3855;p20"/>
                <p:cNvSpPr/>
                <p:nvPr/>
              </p:nvSpPr>
              <p:spPr>
                <a:xfrm>
                  <a:off x="7828463" y="1183250"/>
                  <a:ext cx="63500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7"/>
                        <a:pt x="2" y="8"/>
                        <a:pt x="2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6" name="Google Shape;3856;p20"/>
                <p:cNvSpPr/>
                <p:nvPr/>
              </p:nvSpPr>
              <p:spPr>
                <a:xfrm>
                  <a:off x="7922125" y="1311838"/>
                  <a:ext cx="49213" cy="63500"/>
                </a:xfrm>
                <a:custGeom>
                  <a:rect b="b" l="l" r="r" t="t"/>
                  <a:pathLst>
                    <a:path extrusionOk="0" h="17" w="13">
                      <a:moveTo>
                        <a:pt x="8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13"/>
                        <a:pt x="2" y="14"/>
                        <a:pt x="3" y="15"/>
                      </a:cubicBezTo>
                      <a:cubicBezTo>
                        <a:pt x="4" y="16"/>
                        <a:pt x="4" y="17"/>
                        <a:pt x="5" y="17"/>
                      </a:cubicBezTo>
                      <a:cubicBezTo>
                        <a:pt x="13" y="9"/>
                        <a:pt x="13" y="9"/>
                        <a:pt x="13" y="9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7" name="Google Shape;3857;p20"/>
                <p:cNvSpPr/>
                <p:nvPr/>
              </p:nvSpPr>
              <p:spPr>
                <a:xfrm>
                  <a:off x="8284075" y="1088000"/>
                  <a:ext cx="71437" cy="53975"/>
                </a:xfrm>
                <a:custGeom>
                  <a:rect b="b" l="l" r="r" t="t"/>
                  <a:pathLst>
                    <a:path extrusionOk="0" h="14" w="19">
                      <a:moveTo>
                        <a:pt x="7" y="14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5"/>
                        <a:pt x="16" y="2"/>
                        <a:pt x="14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8" name="Google Shape;3858;p20"/>
                <p:cNvSpPr/>
                <p:nvPr/>
              </p:nvSpPr>
              <p:spPr>
                <a:xfrm>
                  <a:off x="8347575" y="1213413"/>
                  <a:ext cx="57150" cy="41275"/>
                </a:xfrm>
                <a:custGeom>
                  <a:rect b="b" l="l" r="r" t="t"/>
                  <a:pathLst>
                    <a:path extrusionOk="0" h="11" w="15">
                      <a:moveTo>
                        <a:pt x="0" y="10"/>
                      </a:move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5" y="10"/>
                        <a:pt x="15" y="9"/>
                      </a:cubicBezTo>
                      <a:cubicBezTo>
                        <a:pt x="15" y="7"/>
                        <a:pt x="15" y="6"/>
                        <a:pt x="14" y="5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9" name="Google Shape;3859;p20"/>
                <p:cNvSpPr/>
                <p:nvPr/>
              </p:nvSpPr>
              <p:spPr>
                <a:xfrm>
                  <a:off x="8257088" y="1043550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5" y="12"/>
                      </a:move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3" y="1"/>
                        <a:pt x="12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0" name="Google Shape;3860;p20"/>
                <p:cNvSpPr/>
                <p:nvPr/>
              </p:nvSpPr>
              <p:spPr>
                <a:xfrm>
                  <a:off x="7891963" y="1273738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12" y="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0"/>
                        <a:pt x="1" y="11"/>
                        <a:pt x="2" y="12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1" name="Google Shape;3861;p20"/>
                <p:cNvSpPr/>
                <p:nvPr/>
              </p:nvSpPr>
              <p:spPr>
                <a:xfrm>
                  <a:off x="7996738" y="1386450"/>
                  <a:ext cx="57150" cy="63500"/>
                </a:xfrm>
                <a:custGeom>
                  <a:rect b="b" l="l" r="r" t="t"/>
                  <a:pathLst>
                    <a:path extrusionOk="0" h="17" w="15">
                      <a:moveTo>
                        <a:pt x="6" y="0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2" y="14"/>
                        <a:pt x="4" y="15"/>
                        <a:pt x="6" y="17"/>
                      </a:cubicBezTo>
                      <a:cubicBezTo>
                        <a:pt x="15" y="5"/>
                        <a:pt x="15" y="5"/>
                        <a:pt x="15" y="5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2" name="Google Shape;3862;p20"/>
                <p:cNvSpPr/>
                <p:nvPr/>
              </p:nvSpPr>
              <p:spPr>
                <a:xfrm>
                  <a:off x="8068175" y="1432488"/>
                  <a:ext cx="34925" cy="47625"/>
                </a:xfrm>
                <a:custGeom>
                  <a:rect b="b" l="l" r="r" t="t"/>
                  <a:pathLst>
                    <a:path extrusionOk="0" h="13" w="9">
                      <a:moveTo>
                        <a:pt x="4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1" y="13"/>
                        <a:pt x="2" y="13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3" name="Google Shape;3863;p20"/>
                <p:cNvSpPr/>
                <p:nvPr/>
              </p:nvSpPr>
              <p:spPr>
                <a:xfrm>
                  <a:off x="8325350" y="1141975"/>
                  <a:ext cx="55563" cy="36513"/>
                </a:xfrm>
                <a:custGeom>
                  <a:rect b="b" l="l" r="r" t="t"/>
                  <a:pathLst>
                    <a:path extrusionOk="0" h="10" w="15">
                      <a:moveTo>
                        <a:pt x="2" y="10"/>
                      </a:move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4" y="3"/>
                        <a:pt x="13" y="2"/>
                        <a:pt x="12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4" name="Google Shape;3864;p20"/>
                <p:cNvSpPr/>
                <p:nvPr/>
              </p:nvSpPr>
              <p:spPr>
                <a:xfrm>
                  <a:off x="7710988" y="522850"/>
                  <a:ext cx="682625" cy="973137"/>
                </a:xfrm>
                <a:custGeom>
                  <a:rect b="b" l="l" r="r" t="t"/>
                  <a:pathLst>
                    <a:path extrusionOk="0" h="258" w="181">
                      <a:moveTo>
                        <a:pt x="69" y="218"/>
                      </a:moveTo>
                      <a:cubicBezTo>
                        <a:pt x="100" y="258"/>
                        <a:pt x="129" y="253"/>
                        <a:pt x="152" y="231"/>
                      </a:cubicBezTo>
                      <a:cubicBezTo>
                        <a:pt x="181" y="204"/>
                        <a:pt x="175" y="181"/>
                        <a:pt x="156" y="156"/>
                      </a:cubicBezTo>
                      <a:cubicBezTo>
                        <a:pt x="132" y="124"/>
                        <a:pt x="118" y="98"/>
                        <a:pt x="102" y="51"/>
                      </a:cubicBezTo>
                      <a:cubicBezTo>
                        <a:pt x="94" y="26"/>
                        <a:pt x="76" y="0"/>
                        <a:pt x="41" y="16"/>
                      </a:cubicBezTo>
                      <a:cubicBezTo>
                        <a:pt x="13" y="29"/>
                        <a:pt x="0" y="54"/>
                        <a:pt x="9" y="90"/>
                      </a:cubicBezTo>
                      <a:cubicBezTo>
                        <a:pt x="18" y="128"/>
                        <a:pt x="36" y="175"/>
                        <a:pt x="69" y="2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5" name="Google Shape;3865;p20"/>
                <p:cNvSpPr/>
                <p:nvPr/>
              </p:nvSpPr>
              <p:spPr>
                <a:xfrm>
                  <a:off x="7718925" y="624450"/>
                  <a:ext cx="674688" cy="871538"/>
                </a:xfrm>
                <a:custGeom>
                  <a:rect b="b" l="l" r="r" t="t"/>
                  <a:pathLst>
                    <a:path extrusionOk="0" h="231" w="179">
                      <a:moveTo>
                        <a:pt x="136" y="162"/>
                      </a:moveTo>
                      <a:cubicBezTo>
                        <a:pt x="118" y="178"/>
                        <a:pt x="91" y="176"/>
                        <a:pt x="63" y="131"/>
                      </a:cubicBezTo>
                      <a:cubicBezTo>
                        <a:pt x="33" y="83"/>
                        <a:pt x="17" y="33"/>
                        <a:pt x="23" y="0"/>
                      </a:cubicBezTo>
                      <a:cubicBezTo>
                        <a:pt x="7" y="14"/>
                        <a:pt x="0" y="35"/>
                        <a:pt x="7" y="63"/>
                      </a:cubicBezTo>
                      <a:cubicBezTo>
                        <a:pt x="16" y="101"/>
                        <a:pt x="34" y="148"/>
                        <a:pt x="67" y="191"/>
                      </a:cubicBezTo>
                      <a:cubicBezTo>
                        <a:pt x="98" y="231"/>
                        <a:pt x="127" y="226"/>
                        <a:pt x="150" y="204"/>
                      </a:cubicBezTo>
                      <a:cubicBezTo>
                        <a:pt x="179" y="177"/>
                        <a:pt x="173" y="154"/>
                        <a:pt x="154" y="129"/>
                      </a:cubicBezTo>
                      <a:cubicBezTo>
                        <a:pt x="150" y="123"/>
                        <a:pt x="145" y="117"/>
                        <a:pt x="141" y="111"/>
                      </a:cubicBezTo>
                      <a:cubicBezTo>
                        <a:pt x="147" y="128"/>
                        <a:pt x="150" y="150"/>
                        <a:pt x="136" y="16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6" name="Google Shape;3866;p20"/>
                <p:cNvSpPr/>
                <p:nvPr/>
              </p:nvSpPr>
              <p:spPr>
                <a:xfrm>
                  <a:off x="7930063" y="594288"/>
                  <a:ext cx="161925" cy="276225"/>
                </a:xfrm>
                <a:custGeom>
                  <a:rect b="b" l="l" r="r" t="t"/>
                  <a:pathLst>
                    <a:path extrusionOk="0" h="73" w="43">
                      <a:moveTo>
                        <a:pt x="35" y="31"/>
                      </a:moveTo>
                      <a:cubicBezTo>
                        <a:pt x="43" y="49"/>
                        <a:pt x="43" y="67"/>
                        <a:pt x="36" y="70"/>
                      </a:cubicBezTo>
                      <a:cubicBezTo>
                        <a:pt x="29" y="73"/>
                        <a:pt x="17" y="60"/>
                        <a:pt x="9" y="42"/>
                      </a:cubicBezTo>
                      <a:cubicBezTo>
                        <a:pt x="1" y="23"/>
                        <a:pt x="0" y="6"/>
                        <a:pt x="8" y="3"/>
                      </a:cubicBezTo>
                      <a:cubicBezTo>
                        <a:pt x="15" y="0"/>
                        <a:pt x="27" y="12"/>
                        <a:pt x="35" y="31"/>
                      </a:cubicBezTo>
                      <a:close/>
                    </a:path>
                  </a:pathLst>
                </a:custGeom>
                <a:solidFill>
                  <a:srgbClr val="F8F8F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867" name="Google Shape;3867;p20"/>
              <p:cNvGrpSpPr/>
              <p:nvPr/>
            </p:nvGrpSpPr>
            <p:grpSpPr>
              <a:xfrm flipH="1" rot="-3398839">
                <a:off x="8738952" y="2721697"/>
                <a:ext cx="546375" cy="757013"/>
                <a:chOff x="8260675" y="2995400"/>
                <a:chExt cx="811213" cy="1123950"/>
              </a:xfrm>
            </p:grpSpPr>
            <p:sp>
              <p:nvSpPr>
                <p:cNvPr id="3868" name="Google Shape;3868;p20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9" name="Google Shape;3869;p20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0" name="Google Shape;3870;p20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1" name="Google Shape;3871;p20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2" name="Google Shape;3872;p20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3" name="Google Shape;3873;p20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4" name="Google Shape;3874;p20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5" name="Google Shape;3875;p20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6" name="Google Shape;3876;p20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7" name="Google Shape;3877;p20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8" name="Google Shape;3878;p20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9" name="Google Shape;3879;p20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80" name="Google Shape;3880;p20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81" name="Google Shape;3881;p20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882" name="Google Shape;3882;p20"/>
              <p:cNvGrpSpPr/>
              <p:nvPr/>
            </p:nvGrpSpPr>
            <p:grpSpPr>
              <a:xfrm>
                <a:off x="8709443" y="3570075"/>
                <a:ext cx="909725" cy="776141"/>
                <a:chOff x="-469100" y="3905588"/>
                <a:chExt cx="1352550" cy="1154113"/>
              </a:xfrm>
            </p:grpSpPr>
            <p:grpSp>
              <p:nvGrpSpPr>
                <p:cNvPr id="3883" name="Google Shape;3883;p20"/>
                <p:cNvGrpSpPr/>
                <p:nvPr/>
              </p:nvGrpSpPr>
              <p:grpSpPr>
                <a:xfrm>
                  <a:off x="-469100" y="3905588"/>
                  <a:ext cx="1352550" cy="1154113"/>
                  <a:chOff x="-469100" y="3905588"/>
                  <a:chExt cx="1352550" cy="1154113"/>
                </a:xfrm>
              </p:grpSpPr>
              <p:sp>
                <p:nvSpPr>
                  <p:cNvPr id="3884" name="Google Shape;3884;p20"/>
                  <p:cNvSpPr/>
                  <p:nvPr/>
                </p:nvSpPr>
                <p:spPr>
                  <a:xfrm>
                    <a:off x="-469100" y="3905588"/>
                    <a:ext cx="1352550" cy="1154113"/>
                  </a:xfrm>
                  <a:custGeom>
                    <a:rect b="b" l="l" r="r" t="t"/>
                    <a:pathLst>
                      <a:path extrusionOk="0" h="306" w="359">
                        <a:moveTo>
                          <a:pt x="197" y="261"/>
                        </a:moveTo>
                        <a:cubicBezTo>
                          <a:pt x="197" y="261"/>
                          <a:pt x="197" y="261"/>
                          <a:pt x="197" y="261"/>
                        </a:cubicBezTo>
                        <a:cubicBezTo>
                          <a:pt x="200" y="261"/>
                          <a:pt x="203" y="262"/>
                          <a:pt x="205" y="264"/>
                        </a:cubicBezTo>
                        <a:cubicBezTo>
                          <a:pt x="207" y="265"/>
                          <a:pt x="208" y="267"/>
                          <a:pt x="208" y="269"/>
                        </a:cubicBezTo>
                        <a:cubicBezTo>
                          <a:pt x="208" y="273"/>
                          <a:pt x="202" y="277"/>
                          <a:pt x="197" y="277"/>
                        </a:cubicBezTo>
                        <a:cubicBezTo>
                          <a:pt x="197" y="277"/>
                          <a:pt x="197" y="277"/>
                          <a:pt x="197" y="277"/>
                        </a:cubicBezTo>
                        <a:cubicBezTo>
                          <a:pt x="196" y="277"/>
                          <a:pt x="196" y="277"/>
                          <a:pt x="196" y="277"/>
                        </a:cubicBezTo>
                        <a:cubicBezTo>
                          <a:pt x="191" y="277"/>
                          <a:pt x="188" y="274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8"/>
                          <a:pt x="188" y="267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90" y="263"/>
                          <a:pt x="193" y="261"/>
                          <a:pt x="196" y="261"/>
                        </a:cubicBezTo>
                        <a:cubicBezTo>
                          <a:pt x="196" y="261"/>
                          <a:pt x="196" y="261"/>
                          <a:pt x="197" y="261"/>
                        </a:cubicBezTo>
                        <a:moveTo>
                          <a:pt x="308" y="170"/>
                        </a:moveTo>
                        <a:cubicBezTo>
                          <a:pt x="308" y="170"/>
                          <a:pt x="308" y="170"/>
                          <a:pt x="309" y="170"/>
                        </a:cubicBezTo>
                        <a:cubicBezTo>
                          <a:pt x="313" y="170"/>
                          <a:pt x="318" y="172"/>
                          <a:pt x="321" y="175"/>
                        </a:cubicBezTo>
                        <a:cubicBezTo>
                          <a:pt x="324" y="177"/>
                          <a:pt x="325" y="179"/>
                          <a:pt x="325" y="182"/>
                        </a:cubicBezTo>
                        <a:cubicBezTo>
                          <a:pt x="325" y="189"/>
                          <a:pt x="317" y="196"/>
                          <a:pt x="309" y="196"/>
                        </a:cubicBezTo>
                        <a:cubicBezTo>
                          <a:pt x="308" y="196"/>
                          <a:pt x="308" y="196"/>
                          <a:pt x="308" y="196"/>
                        </a:cubicBezTo>
                        <a:cubicBezTo>
                          <a:pt x="307" y="196"/>
                          <a:pt x="307" y="196"/>
                          <a:pt x="307" y="196"/>
                        </a:cubicBezTo>
                        <a:cubicBezTo>
                          <a:pt x="300" y="196"/>
                          <a:pt x="294" y="190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1"/>
                          <a:pt x="294" y="179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7" y="173"/>
                          <a:pt x="302" y="170"/>
                          <a:pt x="307" y="170"/>
                        </a:cubicBezTo>
                        <a:cubicBezTo>
                          <a:pt x="307" y="170"/>
                          <a:pt x="307" y="170"/>
                          <a:pt x="308" y="170"/>
                        </a:cubicBezTo>
                        <a:moveTo>
                          <a:pt x="41" y="150"/>
                        </a:moveTo>
                        <a:cubicBezTo>
                          <a:pt x="42" y="150"/>
                          <a:pt x="42" y="150"/>
                          <a:pt x="42" y="150"/>
                        </a:cubicBezTo>
                        <a:cubicBezTo>
                          <a:pt x="46" y="150"/>
                          <a:pt x="51" y="151"/>
                          <a:pt x="53" y="154"/>
                        </a:cubicBezTo>
                        <a:cubicBezTo>
                          <a:pt x="56" y="156"/>
                          <a:pt x="57" y="158"/>
                          <a:pt x="57" y="161"/>
                        </a:cubicBezTo>
                        <a:cubicBezTo>
                          <a:pt x="57" y="167"/>
                          <a:pt x="50" y="173"/>
                          <a:pt x="42" y="173"/>
                        </a:cubicBezTo>
                        <a:cubicBezTo>
                          <a:pt x="42" y="173"/>
                          <a:pt x="42" y="173"/>
                          <a:pt x="41" y="173"/>
                        </a:cubicBezTo>
                        <a:cubicBezTo>
                          <a:pt x="41" y="173"/>
                          <a:pt x="41" y="173"/>
                          <a:pt x="40" y="173"/>
                        </a:cubicBezTo>
                        <a:cubicBezTo>
                          <a:pt x="34" y="173"/>
                          <a:pt x="29" y="168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59"/>
                          <a:pt x="29" y="158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2" y="152"/>
                          <a:pt x="36" y="150"/>
                          <a:pt x="40" y="150"/>
                        </a:cubicBezTo>
                        <a:cubicBezTo>
                          <a:pt x="41" y="150"/>
                          <a:pt x="41" y="150"/>
                          <a:pt x="41" y="150"/>
                        </a:cubicBezTo>
                        <a:moveTo>
                          <a:pt x="285" y="133"/>
                        </a:moveTo>
                        <a:cubicBezTo>
                          <a:pt x="285" y="133"/>
                          <a:pt x="285" y="133"/>
                          <a:pt x="285" y="133"/>
                        </a:cubicBezTo>
                        <a:cubicBezTo>
                          <a:pt x="287" y="133"/>
                          <a:pt x="289" y="133"/>
                          <a:pt x="290" y="134"/>
                        </a:cubicBezTo>
                        <a:cubicBezTo>
                          <a:pt x="291" y="135"/>
                          <a:pt x="291" y="136"/>
                          <a:pt x="291" y="137"/>
                        </a:cubicBezTo>
                        <a:cubicBezTo>
                          <a:pt x="291" y="139"/>
                          <a:pt x="288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2" y="142"/>
                          <a:pt x="280" y="140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6"/>
                          <a:pt x="280" y="136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4"/>
                          <a:pt x="283" y="133"/>
                          <a:pt x="285" y="133"/>
                        </a:cubicBezTo>
                        <a:cubicBezTo>
                          <a:pt x="285" y="133"/>
                          <a:pt x="285" y="133"/>
                          <a:pt x="285" y="133"/>
                        </a:cubicBezTo>
                        <a:moveTo>
                          <a:pt x="33" y="122"/>
                        </a:moveTo>
                        <a:cubicBezTo>
                          <a:pt x="34" y="122"/>
                          <a:pt x="34" y="122"/>
                          <a:pt x="34" y="122"/>
                        </a:cubicBezTo>
                        <a:cubicBezTo>
                          <a:pt x="37" y="122"/>
                          <a:pt x="40" y="123"/>
                          <a:pt x="42" y="125"/>
                        </a:cubicBezTo>
                        <a:cubicBezTo>
                          <a:pt x="43" y="126"/>
                          <a:pt x="44" y="127"/>
                          <a:pt x="44" y="129"/>
                        </a:cubicBezTo>
                        <a:cubicBezTo>
                          <a:pt x="44" y="134"/>
                          <a:pt x="39" y="138"/>
                          <a:pt x="34" y="138"/>
                        </a:cubicBezTo>
                        <a:cubicBezTo>
                          <a:pt x="34" y="138"/>
                          <a:pt x="34" y="138"/>
                          <a:pt x="33" y="138"/>
                        </a:cubicBezTo>
                        <a:cubicBezTo>
                          <a:pt x="33" y="138"/>
                          <a:pt x="33" y="138"/>
                          <a:pt x="33" y="138"/>
                        </a:cubicBezTo>
                        <a:cubicBezTo>
                          <a:pt x="28" y="138"/>
                          <a:pt x="25" y="134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28"/>
                          <a:pt x="25" y="127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7" y="124"/>
                          <a:pt x="30" y="122"/>
                          <a:pt x="33" y="122"/>
                        </a:cubicBezTo>
                        <a:cubicBezTo>
                          <a:pt x="33" y="122"/>
                          <a:pt x="33" y="122"/>
                          <a:pt x="33" y="122"/>
                        </a:cubicBezTo>
                        <a:moveTo>
                          <a:pt x="43" y="101"/>
                        </a:moveTo>
                        <a:cubicBezTo>
                          <a:pt x="43" y="101"/>
                          <a:pt x="44" y="101"/>
                          <a:pt x="44" y="101"/>
                        </a:cubicBezTo>
                        <a:cubicBezTo>
                          <a:pt x="45" y="101"/>
                          <a:pt x="47" y="102"/>
                          <a:pt x="48" y="103"/>
                        </a:cubicBezTo>
                        <a:cubicBezTo>
                          <a:pt x="49" y="104"/>
                          <a:pt x="49" y="105"/>
                          <a:pt x="49" y="106"/>
                        </a:cubicBezTo>
                        <a:cubicBezTo>
                          <a:pt x="49" y="108"/>
                          <a:pt x="47" y="110"/>
                          <a:pt x="44" y="110"/>
                        </a:cubicBezTo>
                        <a:cubicBezTo>
                          <a:pt x="44" y="110"/>
                          <a:pt x="43" y="110"/>
                          <a:pt x="43" y="110"/>
                        </a:cubicBezTo>
                        <a:cubicBezTo>
                          <a:pt x="43" y="110"/>
                          <a:pt x="43" y="110"/>
                          <a:pt x="43" y="110"/>
                        </a:cubicBezTo>
                        <a:cubicBezTo>
                          <a:pt x="40" y="110"/>
                          <a:pt x="38" y="108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5"/>
                          <a:pt x="39" y="105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40" y="102"/>
                          <a:pt x="41" y="101"/>
                          <a:pt x="43" y="101"/>
                        </a:cubicBezTo>
                        <a:cubicBezTo>
                          <a:pt x="43" y="101"/>
                          <a:pt x="43" y="101"/>
                          <a:pt x="43" y="101"/>
                        </a:cubicBezTo>
                        <a:moveTo>
                          <a:pt x="164" y="239"/>
                        </a:moveTo>
                        <a:cubicBezTo>
                          <a:pt x="106" y="239"/>
                          <a:pt x="66" y="217"/>
                          <a:pt x="66" y="166"/>
                        </a:cubicBezTo>
                        <a:cubicBezTo>
                          <a:pt x="66" y="137"/>
                          <a:pt x="67" y="111"/>
                          <a:pt x="89" y="89"/>
                        </a:cubicBezTo>
                        <a:cubicBezTo>
                          <a:pt x="105" y="71"/>
                          <a:pt x="138" y="63"/>
                          <a:pt x="164" y="53"/>
                        </a:cubicBezTo>
                        <a:cubicBezTo>
                          <a:pt x="169" y="52"/>
                          <a:pt x="174" y="51"/>
                          <a:pt x="179" y="51"/>
                        </a:cubicBezTo>
                        <a:cubicBezTo>
                          <a:pt x="203" y="51"/>
                          <a:pt x="225" y="73"/>
                          <a:pt x="242" y="93"/>
                        </a:cubicBezTo>
                        <a:cubicBezTo>
                          <a:pt x="258" y="111"/>
                          <a:pt x="269" y="118"/>
                          <a:pt x="269" y="140"/>
                        </a:cubicBezTo>
                        <a:cubicBezTo>
                          <a:pt x="269" y="167"/>
                          <a:pt x="250" y="190"/>
                          <a:pt x="229" y="208"/>
                        </a:cubicBezTo>
                        <a:cubicBezTo>
                          <a:pt x="210" y="225"/>
                          <a:pt x="191" y="239"/>
                          <a:pt x="164" y="239"/>
                        </a:cubicBezTo>
                        <a:moveTo>
                          <a:pt x="106" y="44"/>
                        </a:moveTo>
                        <a:cubicBezTo>
                          <a:pt x="106" y="44"/>
                          <a:pt x="106" y="44"/>
                          <a:pt x="107" y="44"/>
                        </a:cubicBezTo>
                        <a:cubicBezTo>
                          <a:pt x="109" y="44"/>
                          <a:pt x="112" y="45"/>
                          <a:pt x="114" y="47"/>
                        </a:cubicBezTo>
                        <a:cubicBezTo>
                          <a:pt x="115" y="48"/>
                          <a:pt x="116" y="49"/>
                          <a:pt x="116" y="51"/>
                        </a:cubicBezTo>
                        <a:cubicBezTo>
                          <a:pt x="116" y="55"/>
                          <a:pt x="111" y="59"/>
                          <a:pt x="107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1" y="59"/>
                          <a:pt x="98" y="56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0"/>
                          <a:pt x="99" y="49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100" y="46"/>
                          <a:pt x="103" y="44"/>
                          <a:pt x="106" y="44"/>
                        </a:cubicBezTo>
                        <a:cubicBezTo>
                          <a:pt x="106" y="44"/>
                          <a:pt x="106" y="44"/>
                          <a:pt x="106" y="44"/>
                        </a:cubicBezTo>
                        <a:moveTo>
                          <a:pt x="200" y="0"/>
                        </a:moveTo>
                        <a:cubicBezTo>
                          <a:pt x="197" y="0"/>
                          <a:pt x="195" y="0"/>
                          <a:pt x="192" y="0"/>
                        </a:cubicBezTo>
                        <a:cubicBezTo>
                          <a:pt x="188" y="0"/>
                          <a:pt x="183" y="1"/>
                          <a:pt x="179" y="2"/>
                        </a:cubicBezTo>
                        <a:cubicBezTo>
                          <a:pt x="177" y="3"/>
                          <a:pt x="175" y="4"/>
                          <a:pt x="173" y="4"/>
                        </a:cubicBezTo>
                        <a:cubicBezTo>
                          <a:pt x="170" y="6"/>
                          <a:pt x="166" y="7"/>
                          <a:pt x="162" y="9"/>
                        </a:cubicBezTo>
                        <a:cubicBezTo>
                          <a:pt x="161" y="9"/>
                          <a:pt x="161" y="9"/>
                          <a:pt x="161" y="9"/>
                        </a:cubicBezTo>
                        <a:cubicBezTo>
                          <a:pt x="92" y="34"/>
                          <a:pt x="0" y="60"/>
                          <a:pt x="0" y="144"/>
                        </a:cubicBezTo>
                        <a:cubicBezTo>
                          <a:pt x="0" y="169"/>
                          <a:pt x="7" y="19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22" y="218"/>
                          <a:pt x="27" y="224"/>
                          <a:pt x="32" y="229"/>
                        </a:cubicBezTo>
                        <a:cubicBezTo>
                          <a:pt x="51" y="250"/>
                          <a:pt x="78" y="263"/>
                          <a:pt x="112" y="266"/>
                        </a:cubicBezTo>
                        <a:cubicBezTo>
                          <a:pt x="137" y="269"/>
                          <a:pt x="153" y="299"/>
                          <a:pt x="180" y="305"/>
                        </a:cubicBezTo>
                        <a:cubicBezTo>
                          <a:pt x="183" y="306"/>
                          <a:pt x="187" y="306"/>
                          <a:pt x="191" y="306"/>
                        </a:cubicBezTo>
                        <a:cubicBezTo>
                          <a:pt x="219" y="306"/>
                          <a:pt x="270" y="291"/>
                          <a:pt x="297" y="251"/>
                        </a:cubicBezTo>
                        <a:cubicBezTo>
                          <a:pt x="314" y="226"/>
                          <a:pt x="359" y="175"/>
                          <a:pt x="359" y="144"/>
                        </a:cubicBezTo>
                        <a:cubicBezTo>
                          <a:pt x="359" y="129"/>
                          <a:pt x="353" y="119"/>
                          <a:pt x="344" y="109"/>
                        </a:cubicBezTo>
                        <a:cubicBezTo>
                          <a:pt x="339" y="104"/>
                          <a:pt x="333" y="99"/>
                          <a:pt x="327" y="94"/>
                        </a:cubicBezTo>
                        <a:cubicBezTo>
                          <a:pt x="312" y="82"/>
                          <a:pt x="296" y="71"/>
                          <a:pt x="286" y="53"/>
                        </a:cubicBezTo>
                        <a:cubicBezTo>
                          <a:pt x="266" y="19"/>
                          <a:pt x="233" y="1"/>
                          <a:pt x="202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01" y="0"/>
                          <a:pt x="201" y="0"/>
                          <a:pt x="200" y="0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5" name="Google Shape;3885;p20"/>
                  <p:cNvSpPr/>
                  <p:nvPr/>
                </p:nvSpPr>
                <p:spPr>
                  <a:xfrm>
                    <a:off x="-219862" y="4064338"/>
                    <a:ext cx="763588" cy="742950"/>
                  </a:xfrm>
                  <a:custGeom>
                    <a:rect b="b" l="l" r="r" t="t"/>
                    <a:pathLst>
                      <a:path extrusionOk="0" h="197" w="203">
                        <a:moveTo>
                          <a:pt x="203" y="98"/>
                        </a:moveTo>
                        <a:cubicBezTo>
                          <a:pt x="203" y="125"/>
                          <a:pt x="184" y="148"/>
                          <a:pt x="163" y="166"/>
                        </a:cubicBezTo>
                        <a:cubicBezTo>
                          <a:pt x="144" y="183"/>
                          <a:pt x="125" y="197"/>
                          <a:pt x="98" y="197"/>
                        </a:cubicBezTo>
                        <a:cubicBezTo>
                          <a:pt x="40" y="197"/>
                          <a:pt x="0" y="175"/>
                          <a:pt x="0" y="124"/>
                        </a:cubicBezTo>
                        <a:cubicBezTo>
                          <a:pt x="0" y="95"/>
                          <a:pt x="1" y="69"/>
                          <a:pt x="23" y="47"/>
                        </a:cubicBezTo>
                        <a:cubicBezTo>
                          <a:pt x="39" y="29"/>
                          <a:pt x="72" y="21"/>
                          <a:pt x="98" y="11"/>
                        </a:cubicBezTo>
                        <a:cubicBezTo>
                          <a:pt x="129" y="0"/>
                          <a:pt x="156" y="27"/>
                          <a:pt x="176" y="51"/>
                        </a:cubicBezTo>
                        <a:cubicBezTo>
                          <a:pt x="192" y="69"/>
                          <a:pt x="203" y="76"/>
                          <a:pt x="203" y="98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6" name="Google Shape;3886;p20"/>
                  <p:cNvSpPr/>
                  <p:nvPr/>
                </p:nvSpPr>
                <p:spPr>
                  <a:xfrm>
                    <a:off x="-130962" y="4259600"/>
                    <a:ext cx="523875" cy="403225"/>
                  </a:xfrm>
                  <a:custGeom>
                    <a:rect b="b" l="l" r="r" t="t"/>
                    <a:pathLst>
                      <a:path extrusionOk="0" h="107" w="139">
                        <a:moveTo>
                          <a:pt x="33" y="74"/>
                        </a:moveTo>
                        <a:cubicBezTo>
                          <a:pt x="33" y="74"/>
                          <a:pt x="33" y="74"/>
                          <a:pt x="33" y="74"/>
                        </a:cubicBezTo>
                        <a:cubicBezTo>
                          <a:pt x="35" y="74"/>
                          <a:pt x="37" y="75"/>
                          <a:pt x="38" y="76"/>
                        </a:cubicBezTo>
                        <a:cubicBezTo>
                          <a:pt x="39" y="77"/>
                          <a:pt x="39" y="78"/>
                          <a:pt x="39" y="79"/>
                        </a:cubicBezTo>
                        <a:cubicBezTo>
                          <a:pt x="39" y="82"/>
                          <a:pt x="36" y="84"/>
                          <a:pt x="33" y="84"/>
                        </a:cubicBezTo>
                        <a:cubicBezTo>
                          <a:pt x="33" y="84"/>
                          <a:pt x="33" y="84"/>
                          <a:pt x="33" y="84"/>
                        </a:cubicBezTo>
                        <a:cubicBezTo>
                          <a:pt x="33" y="84"/>
                          <a:pt x="32" y="84"/>
                          <a:pt x="32" y="84"/>
                        </a:cubicBezTo>
                        <a:cubicBezTo>
                          <a:pt x="30" y="84"/>
                          <a:pt x="27" y="82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8"/>
                          <a:pt x="27" y="78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9" y="75"/>
                          <a:pt x="30" y="74"/>
                          <a:pt x="32" y="74"/>
                        </a:cubicBezTo>
                        <a:cubicBezTo>
                          <a:pt x="32" y="74"/>
                          <a:pt x="33" y="74"/>
                          <a:pt x="33" y="74"/>
                        </a:cubicBezTo>
                        <a:moveTo>
                          <a:pt x="79" y="87"/>
                        </a:moveTo>
                        <a:cubicBezTo>
                          <a:pt x="56" y="87"/>
                          <a:pt x="30" y="80"/>
                          <a:pt x="30" y="55"/>
                        </a:cubicBezTo>
                        <a:cubicBezTo>
                          <a:pt x="30" y="30"/>
                          <a:pt x="60" y="11"/>
                          <a:pt x="83" y="11"/>
                        </a:cubicBezTo>
                        <a:cubicBezTo>
                          <a:pt x="105" y="11"/>
                          <a:pt x="126" y="15"/>
                          <a:pt x="126" y="40"/>
                        </a:cubicBezTo>
                        <a:cubicBezTo>
                          <a:pt x="126" y="65"/>
                          <a:pt x="101" y="87"/>
                          <a:pt x="79" y="87"/>
                        </a:cubicBezTo>
                        <a:moveTo>
                          <a:pt x="76" y="0"/>
                        </a:moveTo>
                        <a:cubicBezTo>
                          <a:pt x="44" y="0"/>
                          <a:pt x="0" y="27"/>
                          <a:pt x="0" y="62"/>
                        </a:cubicBezTo>
                        <a:cubicBezTo>
                          <a:pt x="0" y="98"/>
                          <a:pt x="38" y="107"/>
                          <a:pt x="70" y="107"/>
                        </a:cubicBezTo>
                        <a:cubicBezTo>
                          <a:pt x="102" y="107"/>
                          <a:pt x="139" y="76"/>
                          <a:pt x="139" y="41"/>
                        </a:cubicBezTo>
                        <a:cubicBezTo>
                          <a:pt x="139" y="5"/>
                          <a:pt x="108" y="0"/>
                          <a:pt x="76" y="0"/>
                        </a:cubicBezTo>
                      </a:path>
                    </a:pathLst>
                  </a:custGeom>
                  <a:solidFill>
                    <a:schemeClr val="accent3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7" name="Google Shape;3887;p20"/>
                  <p:cNvSpPr/>
                  <p:nvPr/>
                </p:nvSpPr>
                <p:spPr>
                  <a:xfrm>
                    <a:off x="-16662" y="4300875"/>
                    <a:ext cx="361950" cy="287338"/>
                  </a:xfrm>
                  <a:custGeom>
                    <a:rect b="b" l="l" r="r" t="t"/>
                    <a:pathLst>
                      <a:path extrusionOk="0" h="76" w="96">
                        <a:moveTo>
                          <a:pt x="74" y="31"/>
                        </a:moveTo>
                        <a:cubicBezTo>
                          <a:pt x="74" y="31"/>
                          <a:pt x="74" y="31"/>
                          <a:pt x="75" y="31"/>
                        </a:cubicBezTo>
                        <a:cubicBezTo>
                          <a:pt x="79" y="31"/>
                          <a:pt x="84" y="33"/>
                          <a:pt x="87" y="36"/>
                        </a:cubicBezTo>
                        <a:cubicBezTo>
                          <a:pt x="89" y="38"/>
                          <a:pt x="91" y="40"/>
                          <a:pt x="91" y="43"/>
                        </a:cubicBezTo>
                        <a:cubicBezTo>
                          <a:pt x="91" y="51"/>
                          <a:pt x="83" y="57"/>
                          <a:pt x="75" y="57"/>
                        </a:cubicBezTo>
                        <a:cubicBezTo>
                          <a:pt x="74" y="57"/>
                          <a:pt x="74" y="57"/>
                          <a:pt x="73" y="57"/>
                        </a:cubicBezTo>
                        <a:cubicBezTo>
                          <a:pt x="73" y="57"/>
                          <a:pt x="73" y="57"/>
                          <a:pt x="73" y="57"/>
                        </a:cubicBezTo>
                        <a:cubicBezTo>
                          <a:pt x="65" y="57"/>
                          <a:pt x="60" y="51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2"/>
                          <a:pt x="60" y="40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3" y="34"/>
                          <a:pt x="68" y="31"/>
                          <a:pt x="73" y="31"/>
                        </a:cubicBezTo>
                        <a:cubicBezTo>
                          <a:pt x="73" y="31"/>
                          <a:pt x="73" y="31"/>
                          <a:pt x="74" y="31"/>
                        </a:cubicBezTo>
                        <a:moveTo>
                          <a:pt x="25" y="24"/>
                        </a:moveTo>
                        <a:cubicBezTo>
                          <a:pt x="25" y="24"/>
                          <a:pt x="25" y="24"/>
                          <a:pt x="26" y="24"/>
                        </a:cubicBezTo>
                        <a:cubicBezTo>
                          <a:pt x="29" y="24"/>
                          <a:pt x="32" y="25"/>
                          <a:pt x="34" y="27"/>
                        </a:cubicBezTo>
                        <a:cubicBezTo>
                          <a:pt x="35" y="29"/>
                          <a:pt x="36" y="30"/>
                          <a:pt x="36" y="32"/>
                        </a:cubicBezTo>
                        <a:cubicBezTo>
                          <a:pt x="36" y="37"/>
                          <a:pt x="31" y="41"/>
                          <a:pt x="26" y="41"/>
                        </a:cubicBezTo>
                        <a:cubicBezTo>
                          <a:pt x="25" y="41"/>
                          <a:pt x="25" y="41"/>
                          <a:pt x="25" y="41"/>
                        </a:cubicBezTo>
                        <a:cubicBezTo>
                          <a:pt x="25" y="41"/>
                          <a:pt x="25" y="41"/>
                          <a:pt x="24" y="41"/>
                        </a:cubicBezTo>
                        <a:cubicBezTo>
                          <a:pt x="20" y="41"/>
                          <a:pt x="16" y="37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1"/>
                          <a:pt x="17" y="30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8" y="26"/>
                          <a:pt x="21" y="24"/>
                          <a:pt x="24" y="24"/>
                        </a:cubicBezTo>
                        <a:cubicBezTo>
                          <a:pt x="25" y="24"/>
                          <a:pt x="25" y="24"/>
                          <a:pt x="25" y="24"/>
                        </a:cubicBezTo>
                        <a:moveTo>
                          <a:pt x="53" y="0"/>
                        </a:moveTo>
                        <a:cubicBezTo>
                          <a:pt x="30" y="0"/>
                          <a:pt x="0" y="19"/>
                          <a:pt x="0" y="44"/>
                        </a:cubicBezTo>
                        <a:cubicBezTo>
                          <a:pt x="0" y="69"/>
                          <a:pt x="26" y="76"/>
                          <a:pt x="49" y="76"/>
                        </a:cubicBezTo>
                        <a:cubicBezTo>
                          <a:pt x="71" y="76"/>
                          <a:pt x="96" y="54"/>
                          <a:pt x="96" y="29"/>
                        </a:cubicBezTo>
                        <a:cubicBezTo>
                          <a:pt x="96" y="4"/>
                          <a:pt x="75" y="0"/>
                          <a:pt x="53" y="0"/>
                        </a:cubicBezTo>
                      </a:path>
                    </a:pathLst>
                  </a:custGeom>
                  <a:solidFill>
                    <a:srgbClr val="191919">
                      <a:alpha val="25000"/>
                    </a:srgbClr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88" name="Google Shape;3888;p20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89" name="Google Shape;3889;p20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rgbClr val="191919">
                    <a:alpha val="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0" name="Google Shape;3890;p20"/>
                <p:cNvSpPr/>
                <p:nvPr/>
              </p:nvSpPr>
              <p:spPr>
                <a:xfrm>
                  <a:off x="638975" y="4546938"/>
                  <a:ext cx="115888" cy="96838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4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19"/>
                        <a:pt x="31" y="12"/>
                      </a:cubicBezTo>
                      <a:cubicBezTo>
                        <a:pt x="31" y="9"/>
                        <a:pt x="30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1" name="Google Shape;3891;p20"/>
                <p:cNvSpPr/>
                <p:nvPr/>
              </p:nvSpPr>
              <p:spPr>
                <a:xfrm>
                  <a:off x="638975" y="4546938"/>
                  <a:ext cx="101600" cy="96838"/>
                </a:xfrm>
                <a:custGeom>
                  <a:rect b="b" l="l" r="r" t="t"/>
                  <a:pathLst>
                    <a:path extrusionOk="0" h="26" w="27">
                      <a:moveTo>
                        <a:pt x="27" y="12"/>
                      </a:moveTo>
                      <a:cubicBezTo>
                        <a:pt x="27" y="19"/>
                        <a:pt x="20" y="26"/>
                        <a:pt x="13" y="26"/>
                      </a:cubicBezTo>
                      <a:cubicBezTo>
                        <a:pt x="6" y="26"/>
                        <a:pt x="0" y="20"/>
                        <a:pt x="0" y="13"/>
                      </a:cubicBezTo>
                      <a:cubicBezTo>
                        <a:pt x="0" y="11"/>
                        <a:pt x="0" y="9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3" y="3"/>
                        <a:pt x="8" y="0"/>
                        <a:pt x="13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2" name="Google Shape;3892;p20"/>
                <p:cNvSpPr/>
                <p:nvPr/>
              </p:nvSpPr>
              <p:spPr>
                <a:xfrm>
                  <a:off x="642150" y="4546938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23" y="8"/>
                      </a:moveTo>
                      <a:cubicBezTo>
                        <a:pt x="23" y="14"/>
                        <a:pt x="17" y="19"/>
                        <a:pt x="11" y="19"/>
                      </a:cubicBezTo>
                      <a:cubicBezTo>
                        <a:pt x="5" y="19"/>
                        <a:pt x="0" y="14"/>
                        <a:pt x="0" y="8"/>
                      </a:cubicBezTo>
                      <a:cubicBezTo>
                        <a:pt x="0" y="8"/>
                        <a:pt x="0" y="8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3"/>
                        <a:pt x="7" y="0"/>
                        <a:pt x="12" y="0"/>
                      </a:cubicBezTo>
                      <a:cubicBezTo>
                        <a:pt x="16" y="0"/>
                        <a:pt x="20" y="2"/>
                        <a:pt x="23" y="5"/>
                      </a:cubicBezTo>
                      <a:cubicBezTo>
                        <a:pt x="23" y="6"/>
                        <a:pt x="23" y="7"/>
                        <a:pt x="23" y="8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3" name="Google Shape;3893;p20"/>
                <p:cNvSpPr/>
                <p:nvPr/>
              </p:nvSpPr>
              <p:spPr>
                <a:xfrm>
                  <a:off x="664375" y="4572338"/>
                  <a:ext cx="348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4" name="Google Shape;3894;p20"/>
                <p:cNvSpPr/>
                <p:nvPr/>
              </p:nvSpPr>
              <p:spPr>
                <a:xfrm>
                  <a:off x="604050" y="440723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0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2"/>
                        <a:pt x="5" y="3"/>
                        <a:pt x="5" y="4"/>
                      </a:cubicBezTo>
                      <a:cubicBezTo>
                        <a:pt x="5" y="6"/>
                        <a:pt x="2" y="8"/>
                        <a:pt x="0" y="9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3" y="9"/>
                        <a:pt x="6" y="6"/>
                        <a:pt x="6" y="4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5" name="Google Shape;3895;p20"/>
                <p:cNvSpPr/>
                <p:nvPr/>
              </p:nvSpPr>
              <p:spPr>
                <a:xfrm>
                  <a:off x="585000" y="440723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4"/>
                      </a:moveTo>
                      <a:cubicBezTo>
                        <a:pt x="10" y="6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4"/>
                      </a:cubicBezTo>
                      <a:cubicBezTo>
                        <a:pt x="0" y="3"/>
                        <a:pt x="0" y="3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3" y="0"/>
                        <a:pt x="5" y="0"/>
                      </a:cubicBezTo>
                      <a:cubicBezTo>
                        <a:pt x="6" y="0"/>
                        <a:pt x="8" y="0"/>
                        <a:pt x="8" y="1"/>
                      </a:cubicBezTo>
                      <a:cubicBezTo>
                        <a:pt x="9" y="2"/>
                        <a:pt x="10" y="3"/>
                        <a:pt x="10" y="4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6" name="Google Shape;3896;p20"/>
                <p:cNvSpPr/>
                <p:nvPr/>
              </p:nvSpPr>
              <p:spPr>
                <a:xfrm>
                  <a:off x="589763" y="4407238"/>
                  <a:ext cx="30163" cy="22225"/>
                </a:xfrm>
                <a:custGeom>
                  <a:rect b="b" l="l" r="r" t="t"/>
                  <a:pathLst>
                    <a:path extrusionOk="0" h="6" w="8">
                      <a:moveTo>
                        <a:pt x="8" y="2"/>
                      </a:moveTo>
                      <a:cubicBezTo>
                        <a:pt x="8" y="4"/>
                        <a:pt x="6" y="6"/>
                        <a:pt x="3" y="6"/>
                      </a:cubicBezTo>
                      <a:cubicBezTo>
                        <a:pt x="1" y="6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5" y="0"/>
                        <a:pt x="7" y="0"/>
                        <a:pt x="7" y="1"/>
                      </a:cubicBezTo>
                      <a:cubicBezTo>
                        <a:pt x="8" y="2"/>
                        <a:pt x="8" y="2"/>
                        <a:pt x="8" y="2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7" name="Google Shape;3897;p20"/>
                <p:cNvSpPr/>
                <p:nvPr/>
              </p:nvSpPr>
              <p:spPr>
                <a:xfrm>
                  <a:off x="597700" y="4415175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8" name="Google Shape;3898;p20"/>
                <p:cNvSpPr/>
                <p:nvPr/>
              </p:nvSpPr>
              <p:spPr>
                <a:xfrm>
                  <a:off x="272263" y="4889838"/>
                  <a:ext cx="42862" cy="60325"/>
                </a:xfrm>
                <a:custGeom>
                  <a:rect b="b" l="l" r="r" t="t"/>
                  <a:pathLst>
                    <a:path extrusionOk="0" h="16" w="1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5" y="16"/>
                        <a:pt x="11" y="12"/>
                        <a:pt x="11" y="8"/>
                      </a:cubicBezTo>
                      <a:cubicBezTo>
                        <a:pt x="11" y="6"/>
                        <a:pt x="10" y="4"/>
                        <a:pt x="8" y="3"/>
                      </a:cubicBezTo>
                      <a:cubicBezTo>
                        <a:pt x="6" y="1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9" name="Google Shape;3899;p20"/>
                <p:cNvSpPr/>
                <p:nvPr/>
              </p:nvSpPr>
              <p:spPr>
                <a:xfrm>
                  <a:off x="238925" y="4889838"/>
                  <a:ext cx="63500" cy="60325"/>
                </a:xfrm>
                <a:custGeom>
                  <a:rect b="b" l="l" r="r" t="t"/>
                  <a:pathLst>
                    <a:path extrusionOk="0" h="16" w="17">
                      <a:moveTo>
                        <a:pt x="17" y="8"/>
                      </a:moveTo>
                      <a:cubicBezTo>
                        <a:pt x="17" y="12"/>
                        <a:pt x="12" y="16"/>
                        <a:pt x="8" y="16"/>
                      </a:cubicBezTo>
                      <a:cubicBezTo>
                        <a:pt x="3" y="16"/>
                        <a:pt x="0" y="13"/>
                        <a:pt x="0" y="8"/>
                      </a:cubicBezTo>
                      <a:cubicBezTo>
                        <a:pt x="0" y="7"/>
                        <a:pt x="0" y="6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1" y="0"/>
                        <a:pt x="13" y="1"/>
                        <a:pt x="15" y="3"/>
                      </a:cubicBezTo>
                      <a:cubicBezTo>
                        <a:pt x="16" y="4"/>
                        <a:pt x="17" y="6"/>
                        <a:pt x="17" y="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0" name="Google Shape;3900;p20"/>
                <p:cNvSpPr/>
                <p:nvPr/>
              </p:nvSpPr>
              <p:spPr>
                <a:xfrm>
                  <a:off x="242100" y="4889838"/>
                  <a:ext cx="53975" cy="44450"/>
                </a:xfrm>
                <a:custGeom>
                  <a:rect b="b" l="l" r="r" t="t"/>
                  <a:pathLst>
                    <a:path extrusionOk="0" h="12" w="14">
                      <a:moveTo>
                        <a:pt x="14" y="5"/>
                      </a:moveTo>
                      <a:cubicBezTo>
                        <a:pt x="14" y="9"/>
                        <a:pt x="10" y="12"/>
                        <a:pt x="7" y="12"/>
                      </a:cubicBezTo>
                      <a:cubicBezTo>
                        <a:pt x="3" y="12"/>
                        <a:pt x="0" y="9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4" y="4"/>
                        <a:pt x="14" y="4"/>
                        <a:pt x="14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1" name="Google Shape;3901;p20"/>
                <p:cNvSpPr/>
                <p:nvPr/>
              </p:nvSpPr>
              <p:spPr>
                <a:xfrm>
                  <a:off x="254800" y="4904125"/>
                  <a:ext cx="22200" cy="237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2" name="Google Shape;3902;p20"/>
                <p:cNvSpPr/>
                <p:nvPr/>
              </p:nvSpPr>
              <p:spPr>
                <a:xfrm>
                  <a:off x="-315112" y="4470738"/>
                  <a:ext cx="60325" cy="87312"/>
                </a:xfrm>
                <a:custGeom>
                  <a:rect b="b" l="l" r="r" t="t"/>
                  <a:pathLst>
                    <a:path extrusionOk="0" h="23" w="16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4" y="0"/>
                        <a:pt x="7" y="1"/>
                        <a:pt x="9" y="4"/>
                      </a:cubicBezTo>
                      <a:cubicBezTo>
                        <a:pt x="9" y="4"/>
                        <a:pt x="9" y="4"/>
                        <a:pt x="9" y="4"/>
                      </a:cubicBezTo>
                      <a:cubicBezTo>
                        <a:pt x="11" y="6"/>
                        <a:pt x="12" y="8"/>
                        <a:pt x="12" y="11"/>
                      </a:cubicBezTo>
                      <a:cubicBezTo>
                        <a:pt x="12" y="17"/>
                        <a:pt x="6" y="22"/>
                        <a:pt x="0" y="23"/>
                      </a:cubicBezTo>
                      <a:cubicBezTo>
                        <a:pt x="1" y="23"/>
                        <a:pt x="1" y="23"/>
                        <a:pt x="1" y="23"/>
                      </a:cubicBezTo>
                      <a:cubicBezTo>
                        <a:pt x="9" y="23"/>
                        <a:pt x="16" y="17"/>
                        <a:pt x="16" y="11"/>
                      </a:cubicBezTo>
                      <a:cubicBezTo>
                        <a:pt x="16" y="8"/>
                        <a:pt x="15" y="6"/>
                        <a:pt x="12" y="4"/>
                      </a:cubicBezTo>
                      <a:cubicBezTo>
                        <a:pt x="10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3" name="Google Shape;3903;p20"/>
                <p:cNvSpPr/>
                <p:nvPr/>
              </p:nvSpPr>
              <p:spPr>
                <a:xfrm>
                  <a:off x="-359562" y="4470738"/>
                  <a:ext cx="90488" cy="87312"/>
                </a:xfrm>
                <a:custGeom>
                  <a:rect b="b" l="l" r="r" t="t"/>
                  <a:pathLst>
                    <a:path extrusionOk="0" h="23" w="24">
                      <a:moveTo>
                        <a:pt x="24" y="11"/>
                      </a:moveTo>
                      <a:cubicBezTo>
                        <a:pt x="24" y="17"/>
                        <a:pt x="18" y="23"/>
                        <a:pt x="11" y="23"/>
                      </a:cubicBezTo>
                      <a:cubicBezTo>
                        <a:pt x="5" y="23"/>
                        <a:pt x="0" y="18"/>
                        <a:pt x="0" y="11"/>
                      </a:cubicBezTo>
                      <a:cubicBezTo>
                        <a:pt x="0" y="9"/>
                        <a:pt x="0" y="8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3" y="2"/>
                        <a:pt x="7" y="0"/>
                        <a:pt x="11" y="0"/>
                      </a:cubicBezTo>
                      <a:cubicBezTo>
                        <a:pt x="15" y="0"/>
                        <a:pt x="19" y="1"/>
                        <a:pt x="21" y="4"/>
                      </a:cubicBezTo>
                      <a:cubicBezTo>
                        <a:pt x="23" y="6"/>
                        <a:pt x="24" y="8"/>
                        <a:pt x="24" y="1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4" name="Google Shape;3904;p20"/>
                <p:cNvSpPr/>
                <p:nvPr/>
              </p:nvSpPr>
              <p:spPr>
                <a:xfrm>
                  <a:off x="-356387" y="4470738"/>
                  <a:ext cx="79375" cy="65088"/>
                </a:xfrm>
                <a:custGeom>
                  <a:rect b="b" l="l" r="r" t="t"/>
                  <a:pathLst>
                    <a:path extrusionOk="0" h="17" w="21">
                      <a:moveTo>
                        <a:pt x="21" y="7"/>
                      </a:moveTo>
                      <a:cubicBezTo>
                        <a:pt x="21" y="12"/>
                        <a:pt x="15" y="17"/>
                        <a:pt x="10" y="17"/>
                      </a:cubicBezTo>
                      <a:cubicBezTo>
                        <a:pt x="5" y="17"/>
                        <a:pt x="0" y="12"/>
                        <a:pt x="0" y="7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2" y="2"/>
                        <a:pt x="6" y="0"/>
                        <a:pt x="10" y="0"/>
                      </a:cubicBezTo>
                      <a:cubicBezTo>
                        <a:pt x="14" y="0"/>
                        <a:pt x="18" y="1"/>
                        <a:pt x="20" y="4"/>
                      </a:cubicBezTo>
                      <a:cubicBezTo>
                        <a:pt x="21" y="5"/>
                        <a:pt x="21" y="6"/>
                        <a:pt x="21" y="7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5" name="Google Shape;3905;p20"/>
                <p:cNvSpPr/>
                <p:nvPr/>
              </p:nvSpPr>
              <p:spPr>
                <a:xfrm>
                  <a:off x="-337337" y="4492963"/>
                  <a:ext cx="33300" cy="270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6" name="Google Shape;3906;p20"/>
                <p:cNvSpPr/>
                <p:nvPr/>
              </p:nvSpPr>
              <p:spPr>
                <a:xfrm>
                  <a:off x="-345275" y="4365963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6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5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7" name="Google Shape;3907;p20"/>
                <p:cNvSpPr/>
                <p:nvPr/>
              </p:nvSpPr>
              <p:spPr>
                <a:xfrm>
                  <a:off x="-375437" y="4365963"/>
                  <a:ext cx="60325" cy="60325"/>
                </a:xfrm>
                <a:custGeom>
                  <a:rect b="b" l="l" r="r" t="t"/>
                  <a:pathLst>
                    <a:path extrusionOk="0" h="16" w="16">
                      <a:moveTo>
                        <a:pt x="16" y="7"/>
                      </a:moveTo>
                      <a:cubicBezTo>
                        <a:pt x="16" y="12"/>
                        <a:pt x="12" y="16"/>
                        <a:pt x="8" y="16"/>
                      </a:cubicBezTo>
                      <a:cubicBezTo>
                        <a:pt x="3" y="16"/>
                        <a:pt x="0" y="12"/>
                        <a:pt x="0" y="8"/>
                      </a:cubicBezTo>
                      <a:cubicBezTo>
                        <a:pt x="0" y="6"/>
                        <a:pt x="0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3" y="1"/>
                        <a:pt x="14" y="3"/>
                      </a:cubicBezTo>
                      <a:cubicBezTo>
                        <a:pt x="16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8" name="Google Shape;3908;p20"/>
                <p:cNvSpPr/>
                <p:nvPr/>
              </p:nvSpPr>
              <p:spPr>
                <a:xfrm>
                  <a:off x="-370675" y="4365963"/>
                  <a:ext cx="52388" cy="41275"/>
                </a:xfrm>
                <a:custGeom>
                  <a:rect b="b" l="l" r="r" t="t"/>
                  <a:pathLst>
                    <a:path extrusionOk="0" h="11" w="14">
                      <a:moveTo>
                        <a:pt x="14" y="4"/>
                      </a:moveTo>
                      <a:cubicBezTo>
                        <a:pt x="14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2" y="1"/>
                        <a:pt x="13" y="3"/>
                      </a:cubicBezTo>
                      <a:cubicBezTo>
                        <a:pt x="14" y="3"/>
                        <a:pt x="14" y="4"/>
                        <a:pt x="14" y="4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9" name="Google Shape;3909;p20"/>
                <p:cNvSpPr/>
                <p:nvPr/>
              </p:nvSpPr>
              <p:spPr>
                <a:xfrm>
                  <a:off x="-307175" y="428658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1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7"/>
                        <a:pt x="3" y="9"/>
                        <a:pt x="0" y="9"/>
                      </a:cubicBezTo>
                      <a:cubicBezTo>
                        <a:pt x="0" y="9"/>
                        <a:pt x="1" y="9"/>
                        <a:pt x="1" y="9"/>
                      </a:cubicBezTo>
                      <a:cubicBezTo>
                        <a:pt x="4" y="9"/>
                        <a:pt x="6" y="7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0" name="Google Shape;3910;p20"/>
                <p:cNvSpPr/>
                <p:nvPr/>
              </p:nvSpPr>
              <p:spPr>
                <a:xfrm>
                  <a:off x="-326225" y="428658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5"/>
                      </a:moveTo>
                      <a:cubicBezTo>
                        <a:pt x="10" y="7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5"/>
                      </a:cubicBezTo>
                      <a:cubicBezTo>
                        <a:pt x="0" y="4"/>
                        <a:pt x="1" y="4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1"/>
                        <a:pt x="3" y="0"/>
                        <a:pt x="5" y="0"/>
                      </a:cubicBezTo>
                      <a:cubicBezTo>
                        <a:pt x="6" y="0"/>
                        <a:pt x="8" y="1"/>
                        <a:pt x="9" y="2"/>
                      </a:cubicBezTo>
                      <a:cubicBezTo>
                        <a:pt x="9" y="3"/>
                        <a:pt x="10" y="4"/>
                        <a:pt x="10" y="5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1" name="Google Shape;3911;p20"/>
                <p:cNvSpPr/>
                <p:nvPr/>
              </p:nvSpPr>
              <p:spPr>
                <a:xfrm>
                  <a:off x="-323050" y="4286588"/>
                  <a:ext cx="30163" cy="25400"/>
                </a:xfrm>
                <a:custGeom>
                  <a:rect b="b" l="l" r="r" t="t"/>
                  <a:pathLst>
                    <a:path extrusionOk="0" h="7" w="8">
                      <a:moveTo>
                        <a:pt x="8" y="3"/>
                      </a:moveTo>
                      <a:cubicBezTo>
                        <a:pt x="8" y="5"/>
                        <a:pt x="6" y="7"/>
                        <a:pt x="4" y="7"/>
                      </a:cubicBezTo>
                      <a:cubicBezTo>
                        <a:pt x="2" y="7"/>
                        <a:pt x="0" y="5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5" y="0"/>
                        <a:pt x="7" y="1"/>
                        <a:pt x="8" y="2"/>
                      </a:cubicBezTo>
                      <a:cubicBezTo>
                        <a:pt x="8" y="2"/>
                        <a:pt x="8" y="3"/>
                        <a:pt x="8" y="3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2" name="Google Shape;3912;p20"/>
                <p:cNvSpPr/>
                <p:nvPr/>
              </p:nvSpPr>
              <p:spPr>
                <a:xfrm>
                  <a:off x="-315112" y="4297700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3" name="Google Shape;3913;p20"/>
                <p:cNvSpPr/>
                <p:nvPr/>
              </p:nvSpPr>
              <p:spPr>
                <a:xfrm>
                  <a:off x="-70637" y="4070688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5"/>
                      </a:cubicBezTo>
                      <a:cubicBezTo>
                        <a:pt x="0" y="15"/>
                        <a:pt x="0" y="15"/>
                        <a:pt x="1" y="15"/>
                      </a:cubicBezTo>
                      <a:cubicBezTo>
                        <a:pt x="5" y="15"/>
                        <a:pt x="10" y="11"/>
                        <a:pt x="10" y="7"/>
                      </a:cubicBezTo>
                      <a:cubicBezTo>
                        <a:pt x="10" y="5"/>
                        <a:pt x="9" y="4"/>
                        <a:pt x="8" y="3"/>
                      </a:cubicBezTo>
                      <a:cubicBezTo>
                        <a:pt x="6" y="1"/>
                        <a:pt x="3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4" name="Google Shape;3914;p20"/>
                <p:cNvSpPr/>
                <p:nvPr/>
              </p:nvSpPr>
              <p:spPr>
                <a:xfrm>
                  <a:off x="-100800" y="4070688"/>
                  <a:ext cx="60325" cy="57150"/>
                </a:xfrm>
                <a:custGeom>
                  <a:rect b="b" l="l" r="r" t="t"/>
                  <a:pathLst>
                    <a:path extrusionOk="0" h="15" w="16">
                      <a:moveTo>
                        <a:pt x="16" y="7"/>
                      </a:moveTo>
                      <a:cubicBezTo>
                        <a:pt x="16" y="11"/>
                        <a:pt x="12" y="15"/>
                        <a:pt x="8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ubicBezTo>
                        <a:pt x="0" y="6"/>
                        <a:pt x="1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5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5" name="Google Shape;3915;p20"/>
                <p:cNvSpPr/>
                <p:nvPr/>
              </p:nvSpPr>
              <p:spPr>
                <a:xfrm>
                  <a:off x="-96037" y="4070688"/>
                  <a:ext cx="49213" cy="42862"/>
                </a:xfrm>
                <a:custGeom>
                  <a:rect b="b" l="l" r="r" t="t"/>
                  <a:pathLst>
                    <a:path extrusionOk="0" h="11" w="13">
                      <a:moveTo>
                        <a:pt x="13" y="5"/>
                      </a:moveTo>
                      <a:cubicBezTo>
                        <a:pt x="13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1" y="1"/>
                        <a:pt x="13" y="3"/>
                      </a:cubicBezTo>
                      <a:cubicBezTo>
                        <a:pt x="13" y="3"/>
                        <a:pt x="13" y="4"/>
                        <a:pt x="13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6" name="Google Shape;3916;p20"/>
                <p:cNvSpPr/>
                <p:nvPr/>
              </p:nvSpPr>
              <p:spPr>
                <a:xfrm>
                  <a:off x="-84925" y="4086563"/>
                  <a:ext cx="19200" cy="192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7" name="Google Shape;3917;p20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8" name="Google Shape;3918;p20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9" name="Google Shape;3919;p20"/>
                <p:cNvSpPr/>
                <p:nvPr/>
              </p:nvSpPr>
              <p:spPr>
                <a:xfrm>
                  <a:off x="208763" y="4418350"/>
                  <a:ext cx="117475" cy="98425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3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20"/>
                        <a:pt x="31" y="12"/>
                      </a:cubicBezTo>
                      <a:cubicBezTo>
                        <a:pt x="31" y="9"/>
                        <a:pt x="29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0" name="Google Shape;3920;p20"/>
                <p:cNvSpPr/>
                <p:nvPr/>
              </p:nvSpPr>
              <p:spPr>
                <a:xfrm>
                  <a:off x="208763" y="4445338"/>
                  <a:ext cx="49213" cy="71437"/>
                </a:xfrm>
                <a:custGeom>
                  <a:rect b="b" l="l" r="r" t="t"/>
                  <a:pathLst>
                    <a:path extrusionOk="0" h="19" w="13">
                      <a:moveTo>
                        <a:pt x="0" y="6"/>
                      </a:moveTo>
                      <a:cubicBezTo>
                        <a:pt x="0" y="13"/>
                        <a:pt x="5" y="19"/>
                        <a:pt x="13" y="19"/>
                      </a:cubicBezTo>
                      <a:cubicBezTo>
                        <a:pt x="13" y="19"/>
                        <a:pt x="13" y="19"/>
                        <a:pt x="13" y="19"/>
                      </a:cubicBezTo>
                      <a:cubicBezTo>
                        <a:pt x="6" y="18"/>
                        <a:pt x="0" y="13"/>
                        <a:pt x="0" y="6"/>
                      </a:cubicBezTo>
                      <a:moveTo>
                        <a:pt x="1" y="0"/>
                      </a:moveTo>
                      <a:cubicBezTo>
                        <a:pt x="0" y="2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4"/>
                        <a:pt x="0" y="2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1" name="Google Shape;3921;p20"/>
                <p:cNvSpPr/>
                <p:nvPr/>
              </p:nvSpPr>
              <p:spPr>
                <a:xfrm>
                  <a:off x="208763" y="4437400"/>
                  <a:ext cx="101600" cy="79375"/>
                </a:xfrm>
                <a:custGeom>
                  <a:rect b="b" l="l" r="r" t="t"/>
                  <a:pathLst>
                    <a:path extrusionOk="0" h="21" w="27">
                      <a:moveTo>
                        <a:pt x="24" y="0"/>
                      </a:moveTo>
                      <a:cubicBezTo>
                        <a:pt x="24" y="1"/>
                        <a:pt x="24" y="2"/>
                        <a:pt x="24" y="3"/>
                      </a:cubicBezTo>
                      <a:cubicBezTo>
                        <a:pt x="24" y="9"/>
                        <a:pt x="18" y="14"/>
                        <a:pt x="12" y="14"/>
                      </a:cubicBezTo>
                      <a:cubicBezTo>
                        <a:pt x="6" y="14"/>
                        <a:pt x="1" y="9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4"/>
                        <a:pt x="0" y="6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5"/>
                        <a:pt x="6" y="20"/>
                        <a:pt x="13" y="21"/>
                      </a:cubicBezTo>
                      <a:cubicBezTo>
                        <a:pt x="20" y="20"/>
                        <a:pt x="27" y="14"/>
                        <a:pt x="27" y="7"/>
                      </a:cubicBezTo>
                      <a:cubicBezTo>
                        <a:pt x="27" y="4"/>
                        <a:pt x="26" y="2"/>
                        <a:pt x="24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2" name="Google Shape;3922;p20"/>
                <p:cNvSpPr/>
                <p:nvPr/>
              </p:nvSpPr>
              <p:spPr>
                <a:xfrm>
                  <a:off x="211938" y="4418350"/>
                  <a:ext cx="49213" cy="30163"/>
                </a:xfrm>
                <a:custGeom>
                  <a:rect b="b" l="l" r="r" t="t"/>
                  <a:pathLst>
                    <a:path extrusionOk="0" h="8" w="13">
                      <a:moveTo>
                        <a:pt x="12" y="0"/>
                      </a:moveTo>
                      <a:cubicBezTo>
                        <a:pt x="7" y="0"/>
                        <a:pt x="2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3" y="3"/>
                        <a:pt x="7" y="1"/>
                        <a:pt x="13" y="0"/>
                      </a:cubicBezTo>
                      <a:cubicBezTo>
                        <a:pt x="12" y="0"/>
                        <a:pt x="12" y="0"/>
                        <a:pt x="12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3" name="Google Shape;3923;p20"/>
                <p:cNvSpPr/>
                <p:nvPr/>
              </p:nvSpPr>
              <p:spPr>
                <a:xfrm>
                  <a:off x="211938" y="4418350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10" y="15"/>
                      </a:moveTo>
                      <a:cubicBezTo>
                        <a:pt x="8" y="15"/>
                        <a:pt x="5" y="13"/>
                        <a:pt x="5" y="11"/>
                      </a:cubicBezTo>
                      <a:cubicBezTo>
                        <a:pt x="5" y="9"/>
                        <a:pt x="8" y="7"/>
                        <a:pt x="10" y="7"/>
                      </a:cubicBezTo>
                      <a:cubicBezTo>
                        <a:pt x="13" y="7"/>
                        <a:pt x="15" y="9"/>
                        <a:pt x="15" y="11"/>
                      </a:cubicBezTo>
                      <a:cubicBezTo>
                        <a:pt x="15" y="13"/>
                        <a:pt x="13" y="15"/>
                        <a:pt x="10" y="15"/>
                      </a:cubicBezTo>
                      <a:moveTo>
                        <a:pt x="13" y="0"/>
                      </a:moveTo>
                      <a:cubicBezTo>
                        <a:pt x="7" y="1"/>
                        <a:pt x="3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4"/>
                        <a:pt x="5" y="19"/>
                        <a:pt x="11" y="19"/>
                      </a:cubicBezTo>
                      <a:cubicBezTo>
                        <a:pt x="17" y="19"/>
                        <a:pt x="23" y="14"/>
                        <a:pt x="23" y="8"/>
                      </a:cubicBezTo>
                      <a:cubicBezTo>
                        <a:pt x="23" y="7"/>
                        <a:pt x="23" y="6"/>
                        <a:pt x="23" y="5"/>
                      </a:cubicBezTo>
                      <a:cubicBezTo>
                        <a:pt x="23" y="5"/>
                        <a:pt x="23" y="5"/>
                        <a:pt x="23" y="5"/>
                      </a:cubicBezTo>
                      <a:cubicBezTo>
                        <a:pt x="20" y="2"/>
                        <a:pt x="16" y="0"/>
                        <a:pt x="13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4" name="Google Shape;3924;p20"/>
                <p:cNvSpPr/>
                <p:nvPr/>
              </p:nvSpPr>
              <p:spPr>
                <a:xfrm>
                  <a:off x="230988" y="4445338"/>
                  <a:ext cx="381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5" name="Google Shape;3925;p20"/>
                <p:cNvSpPr/>
                <p:nvPr/>
              </p:nvSpPr>
              <p:spPr>
                <a:xfrm>
                  <a:off x="77000" y="4391363"/>
                  <a:ext cx="41275" cy="65088"/>
                </a:xfrm>
                <a:custGeom>
                  <a:rect b="b" l="l" r="r" t="t"/>
                  <a:pathLst>
                    <a:path extrusionOk="0" h="17" w="1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1"/>
                        <a:pt x="5" y="2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5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7"/>
                      </a:cubicBezTo>
                      <a:cubicBezTo>
                        <a:pt x="0" y="17"/>
                        <a:pt x="0" y="17"/>
                        <a:pt x="1" y="17"/>
                      </a:cubicBezTo>
                      <a:cubicBezTo>
                        <a:pt x="6" y="17"/>
                        <a:pt x="11" y="13"/>
                        <a:pt x="11" y="8"/>
                      </a:cubicBezTo>
                      <a:cubicBezTo>
                        <a:pt x="11" y="6"/>
                        <a:pt x="10" y="5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6" name="Google Shape;3926;p20"/>
                <p:cNvSpPr/>
                <p:nvPr/>
              </p:nvSpPr>
              <p:spPr>
                <a:xfrm>
                  <a:off x="43663" y="4410413"/>
                  <a:ext cx="33338" cy="46037"/>
                </a:xfrm>
                <a:custGeom>
                  <a:rect b="b" l="l" r="r" t="t"/>
                  <a:pathLst>
                    <a:path extrusionOk="0" h="12" w="9">
                      <a:moveTo>
                        <a:pt x="0" y="4"/>
                      </a:moveTo>
                      <a:cubicBezTo>
                        <a:pt x="0" y="8"/>
                        <a:pt x="4" y="12"/>
                        <a:pt x="8" y="12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4" y="11"/>
                        <a:pt x="0" y="8"/>
                        <a:pt x="0" y="4"/>
                      </a:cubicBezTo>
                      <a:moveTo>
                        <a:pt x="1" y="0"/>
                      </a:moveTo>
                      <a:cubicBezTo>
                        <a:pt x="1" y="1"/>
                        <a:pt x="0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7" name="Google Shape;3927;p20"/>
                <p:cNvSpPr/>
                <p:nvPr/>
              </p:nvSpPr>
              <p:spPr>
                <a:xfrm>
                  <a:off x="43663" y="4402475"/>
                  <a:ext cx="63500" cy="53975"/>
                </a:xfrm>
                <a:custGeom>
                  <a:rect b="b" l="l" r="r" t="t"/>
                  <a:pathLst>
                    <a:path extrusionOk="0" h="14" w="17">
                      <a:moveTo>
                        <a:pt x="15" y="0"/>
                      </a:moveTo>
                      <a:cubicBezTo>
                        <a:pt x="16" y="1"/>
                        <a:pt x="16" y="2"/>
                        <a:pt x="16" y="2"/>
                      </a:cubicBezTo>
                      <a:cubicBezTo>
                        <a:pt x="16" y="6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0"/>
                        <a:pt x="4" y="13"/>
                        <a:pt x="9" y="14"/>
                      </a:cubicBezTo>
                      <a:cubicBezTo>
                        <a:pt x="13" y="13"/>
                        <a:pt x="17" y="9"/>
                        <a:pt x="17" y="5"/>
                      </a:cubicBezTo>
                      <a:cubicBezTo>
                        <a:pt x="17" y="3"/>
                        <a:pt x="17" y="2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8" name="Google Shape;3928;p20"/>
                <p:cNvSpPr/>
                <p:nvPr/>
              </p:nvSpPr>
              <p:spPr>
                <a:xfrm>
                  <a:off x="46838" y="4391363"/>
                  <a:ext cx="30163" cy="19050"/>
                </a:xfrm>
                <a:custGeom>
                  <a:rect b="b" l="l" r="r" t="t"/>
                  <a:pathLst>
                    <a:path extrusionOk="0" h="5" w="8">
                      <a:moveTo>
                        <a:pt x="7" y="0"/>
                      </a:moveTo>
                      <a:cubicBezTo>
                        <a:pt x="4" y="0"/>
                        <a:pt x="1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2" y="2"/>
                        <a:pt x="5" y="1"/>
                        <a:pt x="8" y="0"/>
                      </a:cubicBezTo>
                      <a:cubicBezTo>
                        <a:pt x="8" y="0"/>
                        <a:pt x="8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9" name="Google Shape;3929;p20"/>
                <p:cNvSpPr/>
                <p:nvPr/>
              </p:nvSpPr>
              <p:spPr>
                <a:xfrm>
                  <a:off x="46838" y="4391363"/>
                  <a:ext cx="57150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10"/>
                      </a:move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5"/>
                        <a:pt x="7" y="5"/>
                      </a:cubicBezTo>
                      <a:cubicBezTo>
                        <a:pt x="8" y="5"/>
                        <a:pt x="10" y="6"/>
                        <a:pt x="10" y="7"/>
                      </a:cubicBezTo>
                      <a:cubicBezTo>
                        <a:pt x="10" y="9"/>
                        <a:pt x="8" y="10"/>
                        <a:pt x="7" y="10"/>
                      </a:cubicBezTo>
                      <a:moveTo>
                        <a:pt x="8" y="0"/>
                      </a:moveTo>
                      <a:cubicBezTo>
                        <a:pt x="5" y="1"/>
                        <a:pt x="2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9"/>
                        <a:pt x="15" y="5"/>
                      </a:cubicBezTo>
                      <a:cubicBezTo>
                        <a:pt x="15" y="5"/>
                        <a:pt x="15" y="4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0" y="1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0" name="Google Shape;3930;p20"/>
                <p:cNvSpPr/>
                <p:nvPr/>
              </p:nvSpPr>
              <p:spPr>
                <a:xfrm>
                  <a:off x="62713" y="441041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1" name="Google Shape;3931;p20"/>
                <p:cNvSpPr/>
                <p:nvPr/>
              </p:nvSpPr>
              <p:spPr>
                <a:xfrm>
                  <a:off x="299250" y="4229438"/>
                  <a:ext cx="79375" cy="60325"/>
                </a:xfrm>
                <a:custGeom>
                  <a:rect b="b" l="l" r="r" t="t"/>
                  <a:pathLst>
                    <a:path extrusionOk="0" h="16" w="21">
                      <a:moveTo>
                        <a:pt x="19" y="0"/>
                      </a:moveTo>
                      <a:cubicBezTo>
                        <a:pt x="19" y="0"/>
                        <a:pt x="19" y="1"/>
                        <a:pt x="19" y="2"/>
                      </a:cubicBezTo>
                      <a:cubicBezTo>
                        <a:pt x="19" y="7"/>
                        <a:pt x="15" y="11"/>
                        <a:pt x="10" y="11"/>
                      </a:cubicBezTo>
                      <a:cubicBezTo>
                        <a:pt x="5" y="11"/>
                        <a:pt x="1" y="7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5" y="16"/>
                        <a:pt x="11" y="16"/>
                      </a:cubicBezTo>
                      <a:cubicBezTo>
                        <a:pt x="16" y="16"/>
                        <a:pt x="21" y="11"/>
                        <a:pt x="21" y="6"/>
                      </a:cubicBezTo>
                      <a:cubicBezTo>
                        <a:pt x="21" y="3"/>
                        <a:pt x="20" y="1"/>
                        <a:pt x="19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2" name="Google Shape;3932;p20"/>
                <p:cNvSpPr/>
                <p:nvPr/>
              </p:nvSpPr>
              <p:spPr>
                <a:xfrm>
                  <a:off x="302425" y="4215150"/>
                  <a:ext cx="68262" cy="55563"/>
                </a:xfrm>
                <a:custGeom>
                  <a:rect b="b" l="l" r="r" t="t"/>
                  <a:pathLst>
                    <a:path extrusionOk="0" h="15" w="18">
                      <a:moveTo>
                        <a:pt x="8" y="12"/>
                      </a:moveTo>
                      <a:cubicBezTo>
                        <a:pt x="6" y="12"/>
                        <a:pt x="4" y="10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0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6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8" y="11"/>
                        <a:pt x="18" y="6"/>
                      </a:cubicBezTo>
                      <a:cubicBezTo>
                        <a:pt x="18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2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3" name="Google Shape;3933;p20"/>
                <p:cNvSpPr/>
                <p:nvPr/>
              </p:nvSpPr>
              <p:spPr>
                <a:xfrm>
                  <a:off x="318300" y="4234200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4" name="Google Shape;3934;p20"/>
                <p:cNvSpPr/>
                <p:nvPr/>
              </p:nvSpPr>
              <p:spPr>
                <a:xfrm>
                  <a:off x="340525" y="4215150"/>
                  <a:ext cx="52388" cy="74613"/>
                </a:xfrm>
                <a:custGeom>
                  <a:rect b="b" l="l" r="r" t="t"/>
                  <a:pathLst>
                    <a:path extrusionOk="0" h="20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2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9" y="5"/>
                        <a:pt x="10" y="7"/>
                        <a:pt x="10" y="10"/>
                      </a:cubicBezTo>
                      <a:cubicBezTo>
                        <a:pt x="10" y="15"/>
                        <a:pt x="5" y="20"/>
                        <a:pt x="0" y="20"/>
                      </a:cubicBezTo>
                      <a:cubicBezTo>
                        <a:pt x="0" y="20"/>
                        <a:pt x="0" y="20"/>
                        <a:pt x="1" y="20"/>
                      </a:cubicBezTo>
                      <a:cubicBezTo>
                        <a:pt x="7" y="20"/>
                        <a:pt x="14" y="15"/>
                        <a:pt x="14" y="10"/>
                      </a:cubicBezTo>
                      <a:cubicBezTo>
                        <a:pt x="14" y="7"/>
                        <a:pt x="12" y="5"/>
                        <a:pt x="11" y="4"/>
                      </a:cubicBezTo>
                      <a:cubicBezTo>
                        <a:pt x="8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5" name="Google Shape;3935;p20"/>
                <p:cNvSpPr/>
                <p:nvPr/>
              </p:nvSpPr>
              <p:spPr>
                <a:xfrm>
                  <a:off x="-5550" y="4539000"/>
                  <a:ext cx="22225" cy="3810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8"/>
                        <a:pt x="2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3" y="10"/>
                        <a:pt x="6" y="8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6" name="Google Shape;3936;p20"/>
                <p:cNvSpPr/>
                <p:nvPr/>
              </p:nvSpPr>
              <p:spPr>
                <a:xfrm>
                  <a:off x="-27775" y="4546938"/>
                  <a:ext cx="41275" cy="30163"/>
                </a:xfrm>
                <a:custGeom>
                  <a:rect b="b" l="l" r="r" t="t"/>
                  <a:pathLst>
                    <a:path extrusionOk="0" h="8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7" y="6"/>
                        <a:pt x="5" y="6"/>
                      </a:cubicBezTo>
                      <a:cubicBezTo>
                        <a:pt x="3" y="6"/>
                        <a:pt x="1" y="4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3" y="8"/>
                        <a:pt x="6" y="8"/>
                      </a:cubicBezTo>
                      <a:cubicBezTo>
                        <a:pt x="8" y="8"/>
                        <a:pt x="11" y="6"/>
                        <a:pt x="11" y="3"/>
                      </a:cubicBezTo>
                      <a:cubicBezTo>
                        <a:pt x="11" y="2"/>
                        <a:pt x="10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7" name="Google Shape;3937;p20"/>
                <p:cNvSpPr/>
                <p:nvPr/>
              </p:nvSpPr>
              <p:spPr>
                <a:xfrm>
                  <a:off x="-24600" y="4539000"/>
                  <a:ext cx="33338" cy="30163"/>
                </a:xfrm>
                <a:custGeom>
                  <a:rect b="b" l="l" r="r" t="t"/>
                  <a:pathLst>
                    <a:path extrusionOk="0" h="8" w="9">
                      <a:moveTo>
                        <a:pt x="4" y="6"/>
                      </a:moveTo>
                      <a:cubicBezTo>
                        <a:pt x="3" y="6"/>
                        <a:pt x="2" y="5"/>
                        <a:pt x="2" y="4"/>
                      </a:cubicBezTo>
                      <a:cubicBezTo>
                        <a:pt x="2" y="4"/>
                        <a:pt x="3" y="3"/>
                        <a:pt x="4" y="3"/>
                      </a:cubicBezTo>
                      <a:cubicBezTo>
                        <a:pt x="5" y="3"/>
                        <a:pt x="6" y="4"/>
                        <a:pt x="6" y="4"/>
                      </a:cubicBezTo>
                      <a:cubicBezTo>
                        <a:pt x="6" y="5"/>
                        <a:pt x="5" y="6"/>
                        <a:pt x="4" y="6"/>
                      </a:cubicBezTo>
                      <a:moveTo>
                        <a:pt x="5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6" y="8"/>
                        <a:pt x="9" y="6"/>
                        <a:pt x="9" y="3"/>
                      </a:cubicBezTo>
                      <a:cubicBezTo>
                        <a:pt x="9" y="3"/>
                        <a:pt x="9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8" y="1"/>
                        <a:pt x="6" y="0"/>
                        <a:pt x="5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8" name="Google Shape;3938;p20"/>
                <p:cNvSpPr/>
                <p:nvPr/>
              </p:nvSpPr>
              <p:spPr>
                <a:xfrm>
                  <a:off x="-16662" y="455011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9" name="Google Shape;3939;p20"/>
                <p:cNvSpPr/>
                <p:nvPr/>
              </p:nvSpPr>
              <p:spPr>
                <a:xfrm>
                  <a:off x="-107150" y="4311988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9" y="6"/>
                        <a:pt x="9" y="7"/>
                      </a:cubicBezTo>
                      <a:cubicBezTo>
                        <a:pt x="9" y="12"/>
                        <a:pt x="4" y="16"/>
                        <a:pt x="0" y="16"/>
                      </a:cubicBezTo>
                      <a:cubicBezTo>
                        <a:pt x="0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6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0" name="Google Shape;3940;p20"/>
                <p:cNvSpPr/>
                <p:nvPr/>
              </p:nvSpPr>
              <p:spPr>
                <a:xfrm>
                  <a:off x="-142075" y="4324688"/>
                  <a:ext cx="68262" cy="47625"/>
                </a:xfrm>
                <a:custGeom>
                  <a:rect b="b" l="l" r="r" t="t"/>
                  <a:pathLst>
                    <a:path extrusionOk="0" h="13" w="18">
                      <a:moveTo>
                        <a:pt x="15" y="0"/>
                      </a:moveTo>
                      <a:cubicBezTo>
                        <a:pt x="16" y="0"/>
                        <a:pt x="16" y="1"/>
                        <a:pt x="16" y="1"/>
                      </a:cubicBezTo>
                      <a:cubicBezTo>
                        <a:pt x="16" y="5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0" y="4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4" y="13"/>
                        <a:pt x="9" y="13"/>
                      </a:cubicBezTo>
                      <a:cubicBezTo>
                        <a:pt x="13" y="13"/>
                        <a:pt x="18" y="9"/>
                        <a:pt x="18" y="4"/>
                      </a:cubicBezTo>
                      <a:cubicBezTo>
                        <a:pt x="18" y="3"/>
                        <a:pt x="17" y="1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1" name="Google Shape;3941;p20"/>
                <p:cNvSpPr/>
                <p:nvPr/>
              </p:nvSpPr>
              <p:spPr>
                <a:xfrm>
                  <a:off x="-137312" y="4311988"/>
                  <a:ext cx="55563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9"/>
                      </a:moveTo>
                      <a:cubicBezTo>
                        <a:pt x="5" y="9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8" y="4"/>
                        <a:pt x="10" y="5"/>
                        <a:pt x="10" y="7"/>
                      </a:cubicBezTo>
                      <a:cubicBezTo>
                        <a:pt x="10" y="8"/>
                        <a:pt x="8" y="9"/>
                        <a:pt x="7" y="9"/>
                      </a:cubicBezTo>
                      <a:moveTo>
                        <a:pt x="8" y="0"/>
                      </a:moveTo>
                      <a:cubicBezTo>
                        <a:pt x="5" y="0"/>
                        <a:pt x="2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8"/>
                        <a:pt x="15" y="4"/>
                      </a:cubicBezTo>
                      <a:cubicBezTo>
                        <a:pt x="15" y="4"/>
                        <a:pt x="15" y="3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1"/>
                        <a:pt x="11" y="0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2" name="Google Shape;3942;p20"/>
                <p:cNvSpPr/>
                <p:nvPr/>
              </p:nvSpPr>
              <p:spPr>
                <a:xfrm>
                  <a:off x="-123025" y="432786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3" name="Google Shape;3943;p20"/>
                <p:cNvSpPr/>
                <p:nvPr/>
              </p:nvSpPr>
              <p:spPr>
                <a:xfrm>
                  <a:off x="-24600" y="4215150"/>
                  <a:ext cx="26988" cy="41275"/>
                </a:xfrm>
                <a:custGeom>
                  <a:rect b="b" l="l" r="r" t="t"/>
                  <a:pathLst>
                    <a:path extrusionOk="0" h="11" w="7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3"/>
                        <a:pt x="5" y="4"/>
                        <a:pt x="5" y="5"/>
                      </a:cubicBezTo>
                      <a:cubicBezTo>
                        <a:pt x="5" y="8"/>
                        <a:pt x="2" y="11"/>
                        <a:pt x="0" y="1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4" y="11"/>
                        <a:pt x="7" y="8"/>
                        <a:pt x="7" y="5"/>
                      </a:cubicBezTo>
                      <a:cubicBezTo>
                        <a:pt x="7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4" name="Google Shape;3944;p20"/>
                <p:cNvSpPr/>
                <p:nvPr/>
              </p:nvSpPr>
              <p:spPr>
                <a:xfrm>
                  <a:off x="-46825" y="4221500"/>
                  <a:ext cx="41275" cy="34925"/>
                </a:xfrm>
                <a:custGeom>
                  <a:rect b="b" l="l" r="r" t="t"/>
                  <a:pathLst>
                    <a:path extrusionOk="0" h="9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8" y="6"/>
                        <a:pt x="5" y="6"/>
                      </a:cubicBezTo>
                      <a:cubicBezTo>
                        <a:pt x="2" y="6"/>
                        <a:pt x="0" y="4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9"/>
                        <a:pt x="6" y="9"/>
                      </a:cubicBezTo>
                      <a:cubicBezTo>
                        <a:pt x="8" y="9"/>
                        <a:pt x="11" y="6"/>
                        <a:pt x="11" y="3"/>
                      </a:cubicBezTo>
                      <a:cubicBezTo>
                        <a:pt x="11" y="2"/>
                        <a:pt x="11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5" name="Google Shape;3945;p20"/>
                <p:cNvSpPr/>
                <p:nvPr/>
              </p:nvSpPr>
              <p:spPr>
                <a:xfrm>
                  <a:off x="-46825" y="4215150"/>
                  <a:ext cx="36513" cy="30163"/>
                </a:xfrm>
                <a:custGeom>
                  <a:rect b="b" l="l" r="r" t="t"/>
                  <a:pathLst>
                    <a:path extrusionOk="0" h="8" w="10">
                      <a:moveTo>
                        <a:pt x="5" y="6"/>
                      </a:moveTo>
                      <a:cubicBezTo>
                        <a:pt x="4" y="6"/>
                        <a:pt x="3" y="5"/>
                        <a:pt x="3" y="4"/>
                      </a:cubicBezTo>
                      <a:cubicBezTo>
                        <a:pt x="3" y="4"/>
                        <a:pt x="4" y="3"/>
                        <a:pt x="5" y="3"/>
                      </a:cubicBezTo>
                      <a:cubicBezTo>
                        <a:pt x="6" y="3"/>
                        <a:pt x="7" y="4"/>
                        <a:pt x="7" y="4"/>
                      </a:cubicBezTo>
                      <a:cubicBezTo>
                        <a:pt x="7" y="5"/>
                        <a:pt x="6" y="6"/>
                        <a:pt x="5" y="6"/>
                      </a:cubicBezTo>
                      <a:moveTo>
                        <a:pt x="6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5" y="8"/>
                      </a:cubicBezTo>
                      <a:cubicBezTo>
                        <a:pt x="8" y="8"/>
                        <a:pt x="10" y="6"/>
                        <a:pt x="10" y="3"/>
                      </a:cubicBezTo>
                      <a:cubicBezTo>
                        <a:pt x="10" y="3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9" y="1"/>
                        <a:pt x="7" y="0"/>
                        <a:pt x="6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6" name="Google Shape;3946;p20"/>
                <p:cNvSpPr/>
                <p:nvPr/>
              </p:nvSpPr>
              <p:spPr>
                <a:xfrm>
                  <a:off x="-35712" y="422626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7" name="Google Shape;3947;p20"/>
                <p:cNvSpPr/>
                <p:nvPr/>
              </p:nvSpPr>
              <p:spPr>
                <a:xfrm>
                  <a:off x="219875" y="4154825"/>
                  <a:ext cx="34925" cy="49213"/>
                </a:xfrm>
                <a:custGeom>
                  <a:rect b="b" l="l" r="r" t="t"/>
                  <a:pathLst>
                    <a:path extrusionOk="0" h="13" w="9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3"/>
                        <a:pt x="7" y="4"/>
                        <a:pt x="7" y="6"/>
                      </a:cubicBezTo>
                      <a:cubicBezTo>
                        <a:pt x="7" y="10"/>
                        <a:pt x="3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5" y="13"/>
                        <a:pt x="9" y="10"/>
                        <a:pt x="9" y="6"/>
                      </a:cubicBezTo>
                      <a:cubicBezTo>
                        <a:pt x="9" y="4"/>
                        <a:pt x="8" y="3"/>
                        <a:pt x="7" y="2"/>
                      </a:cubicBezTo>
                      <a:cubicBezTo>
                        <a:pt x="5" y="0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8" name="Google Shape;3948;p20"/>
                <p:cNvSpPr/>
                <p:nvPr/>
              </p:nvSpPr>
              <p:spPr>
                <a:xfrm>
                  <a:off x="194475" y="4161175"/>
                  <a:ext cx="52388" cy="42862"/>
                </a:xfrm>
                <a:custGeom>
                  <a:rect b="b" l="l" r="r" t="t"/>
                  <a:pathLst>
                    <a:path extrusionOk="0" h="11" w="14">
                      <a:moveTo>
                        <a:pt x="12" y="0"/>
                      </a:moveTo>
                      <a:cubicBezTo>
                        <a:pt x="12" y="0"/>
                        <a:pt x="12" y="1"/>
                        <a:pt x="12" y="2"/>
                      </a:cubicBezTo>
                      <a:cubicBezTo>
                        <a:pt x="12" y="5"/>
                        <a:pt x="9" y="8"/>
                        <a:pt x="6" y="8"/>
                      </a:cubicBezTo>
                      <a:cubicBezTo>
                        <a:pt x="3" y="8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8"/>
                        <a:pt x="3" y="11"/>
                        <a:pt x="7" y="11"/>
                      </a:cubicBezTo>
                      <a:cubicBezTo>
                        <a:pt x="10" y="11"/>
                        <a:pt x="14" y="8"/>
                        <a:pt x="14" y="4"/>
                      </a:cubicBezTo>
                      <a:cubicBezTo>
                        <a:pt x="14" y="2"/>
                        <a:pt x="13" y="1"/>
                        <a:pt x="12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9" name="Google Shape;3949;p20"/>
                <p:cNvSpPr/>
                <p:nvPr/>
              </p:nvSpPr>
              <p:spPr>
                <a:xfrm>
                  <a:off x="194475" y="4154825"/>
                  <a:ext cx="44450" cy="36513"/>
                </a:xfrm>
                <a:custGeom>
                  <a:rect b="b" l="l" r="r" t="t"/>
                  <a:pathLst>
                    <a:path extrusionOk="0" h="10" w="12">
                      <a:moveTo>
                        <a:pt x="6" y="7"/>
                      </a:moveTo>
                      <a:cubicBezTo>
                        <a:pt x="4" y="7"/>
                        <a:pt x="3" y="6"/>
                        <a:pt x="3" y="5"/>
                      </a:cubicBezTo>
                      <a:cubicBezTo>
                        <a:pt x="3" y="4"/>
                        <a:pt x="4" y="3"/>
                        <a:pt x="6" y="3"/>
                      </a:cubicBezTo>
                      <a:cubicBezTo>
                        <a:pt x="7" y="3"/>
                        <a:pt x="8" y="4"/>
                        <a:pt x="8" y="5"/>
                      </a:cubicBezTo>
                      <a:cubicBezTo>
                        <a:pt x="8" y="6"/>
                        <a:pt x="7" y="7"/>
                        <a:pt x="6" y="7"/>
                      </a:cubicBezTo>
                      <a:moveTo>
                        <a:pt x="7" y="0"/>
                      </a:moveTo>
                      <a:cubicBezTo>
                        <a:pt x="4" y="0"/>
                        <a:pt x="2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7"/>
                        <a:pt x="3" y="10"/>
                        <a:pt x="6" y="10"/>
                      </a:cubicBezTo>
                      <a:cubicBezTo>
                        <a:pt x="9" y="10"/>
                        <a:pt x="12" y="7"/>
                        <a:pt x="12" y="4"/>
                      </a:cubicBezTo>
                      <a:cubicBezTo>
                        <a:pt x="12" y="3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1" y="1"/>
                        <a:pt x="9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0" name="Google Shape;3950;p20"/>
                <p:cNvSpPr/>
                <p:nvPr/>
              </p:nvSpPr>
              <p:spPr>
                <a:xfrm>
                  <a:off x="205588" y="4165938"/>
                  <a:ext cx="19200" cy="144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1" name="Google Shape;3951;p20"/>
                <p:cNvSpPr/>
                <p:nvPr/>
              </p:nvSpPr>
              <p:spPr>
                <a:xfrm>
                  <a:off x="189713" y="4667588"/>
                  <a:ext cx="52388" cy="79375"/>
                </a:xfrm>
                <a:custGeom>
                  <a:rect b="b" l="l" r="r" t="t"/>
                  <a:pathLst>
                    <a:path extrusionOk="0" h="21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1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10" y="5"/>
                        <a:pt x="11" y="7"/>
                        <a:pt x="11" y="10"/>
                      </a:cubicBezTo>
                      <a:cubicBezTo>
                        <a:pt x="11" y="16"/>
                        <a:pt x="5" y="21"/>
                        <a:pt x="0" y="21"/>
                      </a:cubicBezTo>
                      <a:cubicBezTo>
                        <a:pt x="0" y="21"/>
                        <a:pt x="0" y="21"/>
                        <a:pt x="1" y="21"/>
                      </a:cubicBezTo>
                      <a:cubicBezTo>
                        <a:pt x="7" y="21"/>
                        <a:pt x="14" y="16"/>
                        <a:pt x="14" y="10"/>
                      </a:cubicBezTo>
                      <a:cubicBezTo>
                        <a:pt x="14" y="7"/>
                        <a:pt x="13" y="5"/>
                        <a:pt x="11" y="4"/>
                      </a:cubicBezTo>
                      <a:cubicBezTo>
                        <a:pt x="8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2" name="Google Shape;3952;p20"/>
                <p:cNvSpPr/>
                <p:nvPr/>
              </p:nvSpPr>
              <p:spPr>
                <a:xfrm>
                  <a:off x="145263" y="4681875"/>
                  <a:ext cx="85725" cy="65088"/>
                </a:xfrm>
                <a:custGeom>
                  <a:rect b="b" l="l" r="r" t="t"/>
                  <a:pathLst>
                    <a:path extrusionOk="0" h="17" w="23">
                      <a:moveTo>
                        <a:pt x="20" y="0"/>
                      </a:moveTo>
                      <a:cubicBezTo>
                        <a:pt x="20" y="0"/>
                        <a:pt x="21" y="1"/>
                        <a:pt x="21" y="2"/>
                      </a:cubicBezTo>
                      <a:cubicBezTo>
                        <a:pt x="21" y="7"/>
                        <a:pt x="16" y="11"/>
                        <a:pt x="11" y="11"/>
                      </a:cubicBezTo>
                      <a:cubicBezTo>
                        <a:pt x="6" y="11"/>
                        <a:pt x="2" y="7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2"/>
                        <a:pt x="5" y="17"/>
                        <a:pt x="12" y="17"/>
                      </a:cubicBezTo>
                      <a:cubicBezTo>
                        <a:pt x="17" y="17"/>
                        <a:pt x="23" y="12"/>
                        <a:pt x="23" y="6"/>
                      </a:cubicBezTo>
                      <a:cubicBezTo>
                        <a:pt x="23" y="3"/>
                        <a:pt x="22" y="1"/>
                        <a:pt x="2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3" name="Google Shape;3953;p20"/>
                <p:cNvSpPr/>
                <p:nvPr/>
              </p:nvSpPr>
              <p:spPr>
                <a:xfrm>
                  <a:off x="151613" y="4667588"/>
                  <a:ext cx="73025" cy="55563"/>
                </a:xfrm>
                <a:custGeom>
                  <a:rect b="b" l="l" r="r" t="t"/>
                  <a:pathLst>
                    <a:path extrusionOk="0" h="15" w="19">
                      <a:moveTo>
                        <a:pt x="8" y="12"/>
                      </a:moveTo>
                      <a:cubicBezTo>
                        <a:pt x="6" y="12"/>
                        <a:pt x="4" y="11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1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5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9" y="11"/>
                        <a:pt x="19" y="6"/>
                      </a:cubicBezTo>
                      <a:cubicBezTo>
                        <a:pt x="19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1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4" name="Google Shape;3954;p20"/>
                <p:cNvSpPr/>
                <p:nvPr/>
              </p:nvSpPr>
              <p:spPr>
                <a:xfrm>
                  <a:off x="167488" y="4686638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955" name="Google Shape;3955;p20"/>
              <p:cNvGrpSpPr/>
              <p:nvPr/>
            </p:nvGrpSpPr>
            <p:grpSpPr>
              <a:xfrm flipH="1" rot="3439475">
                <a:off x="8433687" y="4471929"/>
                <a:ext cx="546339" cy="756962"/>
                <a:chOff x="8260675" y="2995400"/>
                <a:chExt cx="811213" cy="1123950"/>
              </a:xfrm>
            </p:grpSpPr>
            <p:sp>
              <p:nvSpPr>
                <p:cNvPr id="3956" name="Google Shape;3956;p20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7" name="Google Shape;3957;p20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8" name="Google Shape;3958;p20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9" name="Google Shape;3959;p20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0" name="Google Shape;3960;p20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1" name="Google Shape;3961;p20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2" name="Google Shape;3962;p20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3" name="Google Shape;3963;p20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4" name="Google Shape;3964;p20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5" name="Google Shape;3965;p20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6" name="Google Shape;3966;p20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7" name="Google Shape;3967;p20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8" name="Google Shape;3968;p20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9" name="Google Shape;3969;p20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3970" name="Shape 3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1" name="Google Shape;3971;p21"/>
          <p:cNvSpPr txBox="1"/>
          <p:nvPr>
            <p:ph type="ctrTitle"/>
          </p:nvPr>
        </p:nvSpPr>
        <p:spPr>
          <a:xfrm>
            <a:off x="715100" y="535000"/>
            <a:ext cx="35136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72" name="Google Shape;3972;p21"/>
          <p:cNvSpPr txBox="1"/>
          <p:nvPr>
            <p:ph idx="1" type="subTitle"/>
          </p:nvPr>
        </p:nvSpPr>
        <p:spPr>
          <a:xfrm>
            <a:off x="715100" y="1532800"/>
            <a:ext cx="3513600" cy="10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73" name="Google Shape;3973;p21"/>
          <p:cNvSpPr/>
          <p:nvPr/>
        </p:nvSpPr>
        <p:spPr>
          <a:xfrm>
            <a:off x="6579675" y="-16650"/>
            <a:ext cx="2564400" cy="517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974" name="Google Shape;3974;p21"/>
          <p:cNvGrpSpPr/>
          <p:nvPr/>
        </p:nvGrpSpPr>
        <p:grpSpPr>
          <a:xfrm>
            <a:off x="5515256" y="-309041"/>
            <a:ext cx="4292469" cy="5629525"/>
            <a:chOff x="5515256" y="-309041"/>
            <a:chExt cx="4292469" cy="5629525"/>
          </a:xfrm>
        </p:grpSpPr>
        <p:grpSp>
          <p:nvGrpSpPr>
            <p:cNvPr id="3975" name="Google Shape;3975;p21"/>
            <p:cNvGrpSpPr/>
            <p:nvPr/>
          </p:nvGrpSpPr>
          <p:grpSpPr>
            <a:xfrm rot="-9588325">
              <a:off x="8297585" y="-111064"/>
              <a:ext cx="1352513" cy="1154081"/>
              <a:chOff x="-469100" y="3905588"/>
              <a:chExt cx="1352550" cy="1154113"/>
            </a:xfrm>
          </p:grpSpPr>
          <p:grpSp>
            <p:nvGrpSpPr>
              <p:cNvPr id="3976" name="Google Shape;3976;p21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3977" name="Google Shape;3977;p21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8" name="Google Shape;3978;p21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9" name="Google Shape;3979;p21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0" name="Google Shape;3980;p21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81" name="Google Shape;3981;p21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2" name="Google Shape;3982;p21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3" name="Google Shape;3983;p21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4" name="Google Shape;3984;p21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5" name="Google Shape;3985;p21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6" name="Google Shape;3986;p21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7" name="Google Shape;3987;p21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8" name="Google Shape;3988;p21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9" name="Google Shape;3989;p21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0" name="Google Shape;3990;p21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1" name="Google Shape;3991;p21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2" name="Google Shape;3992;p21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3" name="Google Shape;3993;p21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4" name="Google Shape;3994;p21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5" name="Google Shape;3995;p21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6" name="Google Shape;3996;p21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7" name="Google Shape;3997;p21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8" name="Google Shape;3998;p21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9" name="Google Shape;3999;p21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0" name="Google Shape;4000;p21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1" name="Google Shape;4001;p21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2" name="Google Shape;4002;p21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3" name="Google Shape;4003;p21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4" name="Google Shape;4004;p21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5" name="Google Shape;4005;p21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6" name="Google Shape;4006;p21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7" name="Google Shape;4007;p21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8" name="Google Shape;4008;p21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9" name="Google Shape;4009;p21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0" name="Google Shape;4010;p21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1" name="Google Shape;4011;p21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2" name="Google Shape;4012;p21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3" name="Google Shape;4013;p21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4" name="Google Shape;4014;p21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5" name="Google Shape;4015;p21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6" name="Google Shape;4016;p21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7" name="Google Shape;4017;p21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8" name="Google Shape;4018;p21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9" name="Google Shape;4019;p21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0" name="Google Shape;4020;p21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1" name="Google Shape;4021;p21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2" name="Google Shape;4022;p21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3" name="Google Shape;4023;p21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4" name="Google Shape;4024;p21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5" name="Google Shape;4025;p21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6" name="Google Shape;4026;p21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7" name="Google Shape;4027;p21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8" name="Google Shape;4028;p21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9" name="Google Shape;4029;p21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0" name="Google Shape;4030;p21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1" name="Google Shape;4031;p21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2" name="Google Shape;4032;p21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3" name="Google Shape;4033;p21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4" name="Google Shape;4034;p21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5" name="Google Shape;4035;p21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6" name="Google Shape;4036;p21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7" name="Google Shape;4037;p21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8" name="Google Shape;4038;p21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9" name="Google Shape;4039;p21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0" name="Google Shape;4040;p21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1" name="Google Shape;4041;p21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2" name="Google Shape;4042;p21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3" name="Google Shape;4043;p21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4" name="Google Shape;4044;p21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5" name="Google Shape;4045;p21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6" name="Google Shape;4046;p21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7" name="Google Shape;4047;p21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48" name="Google Shape;4048;p21"/>
            <p:cNvGrpSpPr/>
            <p:nvPr/>
          </p:nvGrpSpPr>
          <p:grpSpPr>
            <a:xfrm rot="-5827294">
              <a:off x="6226335" y="426691"/>
              <a:ext cx="834605" cy="712157"/>
              <a:chOff x="-469100" y="3905588"/>
              <a:chExt cx="1352550" cy="1154113"/>
            </a:xfrm>
          </p:grpSpPr>
          <p:grpSp>
            <p:nvGrpSpPr>
              <p:cNvPr id="4049" name="Google Shape;4049;p21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4050" name="Google Shape;4050;p21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1" name="Google Shape;4051;p21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2" name="Google Shape;4052;p21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3" name="Google Shape;4053;p21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54" name="Google Shape;4054;p21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5" name="Google Shape;4055;p21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6" name="Google Shape;4056;p21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7" name="Google Shape;4057;p21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8" name="Google Shape;4058;p21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9" name="Google Shape;4059;p21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0" name="Google Shape;4060;p21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1" name="Google Shape;4061;p21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2" name="Google Shape;4062;p21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3" name="Google Shape;4063;p21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4" name="Google Shape;4064;p21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5" name="Google Shape;4065;p21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6" name="Google Shape;4066;p21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7" name="Google Shape;4067;p21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8" name="Google Shape;4068;p21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9" name="Google Shape;4069;p21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0" name="Google Shape;4070;p21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1" name="Google Shape;4071;p21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2" name="Google Shape;4072;p21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3" name="Google Shape;4073;p21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4" name="Google Shape;4074;p21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5" name="Google Shape;4075;p21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6" name="Google Shape;4076;p21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7" name="Google Shape;4077;p21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8" name="Google Shape;4078;p21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9" name="Google Shape;4079;p21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0" name="Google Shape;4080;p21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1" name="Google Shape;4081;p21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2" name="Google Shape;4082;p21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3" name="Google Shape;4083;p21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4" name="Google Shape;4084;p21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5" name="Google Shape;4085;p21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6" name="Google Shape;4086;p21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7" name="Google Shape;4087;p21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8" name="Google Shape;4088;p21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9" name="Google Shape;4089;p21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0" name="Google Shape;4090;p21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1" name="Google Shape;4091;p21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2" name="Google Shape;4092;p21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3" name="Google Shape;4093;p21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4" name="Google Shape;4094;p21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5" name="Google Shape;4095;p21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6" name="Google Shape;4096;p21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7" name="Google Shape;4097;p21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8" name="Google Shape;4098;p21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9" name="Google Shape;4099;p21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0" name="Google Shape;4100;p21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1" name="Google Shape;4101;p21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2" name="Google Shape;4102;p21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3" name="Google Shape;4103;p21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4" name="Google Shape;4104;p21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5" name="Google Shape;4105;p21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6" name="Google Shape;4106;p21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7" name="Google Shape;4107;p21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8" name="Google Shape;4108;p21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9" name="Google Shape;4109;p21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0" name="Google Shape;4110;p21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1" name="Google Shape;4111;p21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2" name="Google Shape;4112;p21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3" name="Google Shape;4113;p21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4" name="Google Shape;4114;p21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5" name="Google Shape;4115;p21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6" name="Google Shape;4116;p21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7" name="Google Shape;4117;p21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8" name="Google Shape;4118;p21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9" name="Google Shape;4119;p21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0" name="Google Shape;4120;p21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21" name="Google Shape;4121;p21"/>
            <p:cNvGrpSpPr/>
            <p:nvPr/>
          </p:nvGrpSpPr>
          <p:grpSpPr>
            <a:xfrm flipH="1" rot="1367661">
              <a:off x="7793668" y="3871640"/>
              <a:ext cx="1063229" cy="1293390"/>
              <a:chOff x="7491913" y="372038"/>
              <a:chExt cx="1503363" cy="1828800"/>
            </a:xfrm>
          </p:grpSpPr>
          <p:sp>
            <p:nvSpPr>
              <p:cNvPr id="4122" name="Google Shape;4122;p21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3" name="Google Shape;4123;p21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4" name="Google Shape;4124;p21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5" name="Google Shape;4125;p21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6" name="Google Shape;4126;p21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7" name="Google Shape;4127;p21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8" name="Google Shape;4128;p21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9" name="Google Shape;4129;p21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0" name="Google Shape;4130;p21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1" name="Google Shape;4131;p21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2" name="Google Shape;4132;p21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3" name="Google Shape;4133;p21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4" name="Google Shape;4134;p21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5" name="Google Shape;4135;p21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6" name="Google Shape;4136;p21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7" name="Google Shape;4137;p21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8" name="Google Shape;4138;p21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9" name="Google Shape;4139;p21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0" name="Google Shape;4140;p21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1" name="Google Shape;4141;p21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2" name="Google Shape;4142;p21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3" name="Google Shape;4143;p21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4" name="Google Shape;4144;p21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5" name="Google Shape;4145;p21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6" name="Google Shape;4146;p21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7" name="Google Shape;4147;p21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8" name="Google Shape;4148;p21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9" name="Google Shape;4149;p21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0" name="Google Shape;4150;p21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1" name="Google Shape;4151;p21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2" name="Google Shape;4152;p21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3" name="Google Shape;4153;p21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4" name="Google Shape;4154;p21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5" name="Google Shape;4155;p21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6" name="Google Shape;4156;p21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7" name="Google Shape;4157;p21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8" name="Google Shape;4158;p21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9" name="Google Shape;4159;p21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0" name="Google Shape;4160;p21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1" name="Google Shape;4161;p21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2" name="Google Shape;4162;p21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3" name="Google Shape;4163;p21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4" name="Google Shape;4164;p21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5" name="Google Shape;4165;p21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6" name="Google Shape;4166;p21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7" name="Google Shape;4167;p21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8" name="Google Shape;4168;p21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9" name="Google Shape;4169;p21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0" name="Google Shape;4170;p21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1" name="Google Shape;4171;p21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2" name="Google Shape;4172;p21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3" name="Google Shape;4173;p21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4" name="Google Shape;4174;p21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5" name="Google Shape;4175;p21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6" name="Google Shape;4176;p21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7" name="Google Shape;4177;p21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8" name="Google Shape;4178;p21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79" name="Google Shape;4179;p21"/>
            <p:cNvGrpSpPr/>
            <p:nvPr/>
          </p:nvGrpSpPr>
          <p:grpSpPr>
            <a:xfrm flipH="1" rot="2403461">
              <a:off x="7645644" y="1138106"/>
              <a:ext cx="835593" cy="1157729"/>
              <a:chOff x="8260675" y="2995400"/>
              <a:chExt cx="811213" cy="1123950"/>
            </a:xfrm>
          </p:grpSpPr>
          <p:sp>
            <p:nvSpPr>
              <p:cNvPr id="4180" name="Google Shape;4180;p21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1" name="Google Shape;4181;p21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2" name="Google Shape;4182;p21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3" name="Google Shape;4183;p21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4" name="Google Shape;4184;p21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5" name="Google Shape;4185;p21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6" name="Google Shape;4186;p21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7" name="Google Shape;4187;p21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8" name="Google Shape;4188;p21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9" name="Google Shape;4189;p21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0" name="Google Shape;4190;p21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1" name="Google Shape;4191;p21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2" name="Google Shape;4192;p21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3" name="Google Shape;4193;p21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94" name="Google Shape;4194;p21"/>
            <p:cNvGrpSpPr/>
            <p:nvPr/>
          </p:nvGrpSpPr>
          <p:grpSpPr>
            <a:xfrm flipH="1" rot="7724939">
              <a:off x="5927039" y="3301593"/>
              <a:ext cx="1433205" cy="1743455"/>
              <a:chOff x="7491913" y="372038"/>
              <a:chExt cx="1503363" cy="1828800"/>
            </a:xfrm>
          </p:grpSpPr>
          <p:sp>
            <p:nvSpPr>
              <p:cNvPr id="4195" name="Google Shape;4195;p21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6" name="Google Shape;4196;p21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7" name="Google Shape;4197;p21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8" name="Google Shape;4198;p21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9" name="Google Shape;4199;p21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0" name="Google Shape;4200;p21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1" name="Google Shape;4201;p21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2" name="Google Shape;4202;p21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3" name="Google Shape;4203;p21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4" name="Google Shape;4204;p21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5" name="Google Shape;4205;p21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6" name="Google Shape;4206;p21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7" name="Google Shape;4207;p21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8" name="Google Shape;4208;p21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9" name="Google Shape;4209;p21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0" name="Google Shape;4210;p21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1" name="Google Shape;4211;p21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2" name="Google Shape;4212;p21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3" name="Google Shape;4213;p21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4" name="Google Shape;4214;p21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5" name="Google Shape;4215;p21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6" name="Google Shape;4216;p21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7" name="Google Shape;4217;p21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8" name="Google Shape;4218;p21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9" name="Google Shape;4219;p21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0" name="Google Shape;4220;p21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1" name="Google Shape;4221;p21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2" name="Google Shape;4222;p21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3" name="Google Shape;4223;p21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4" name="Google Shape;4224;p21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5" name="Google Shape;4225;p21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6" name="Google Shape;4226;p21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7" name="Google Shape;4227;p21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8" name="Google Shape;4228;p21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9" name="Google Shape;4229;p21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0" name="Google Shape;4230;p21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1" name="Google Shape;4231;p21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2" name="Google Shape;4232;p21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3" name="Google Shape;4233;p21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4" name="Google Shape;4234;p21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5" name="Google Shape;4235;p21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6" name="Google Shape;4236;p21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7" name="Google Shape;4237;p21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8" name="Google Shape;4238;p21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9" name="Google Shape;4239;p21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0" name="Google Shape;4240;p21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1" name="Google Shape;4241;p21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2" name="Google Shape;4242;p21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3" name="Google Shape;4243;p21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4" name="Google Shape;4244;p21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5" name="Google Shape;4245;p21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6" name="Google Shape;4246;p21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7" name="Google Shape;4247;p21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8" name="Google Shape;4248;p21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9" name="Google Shape;4249;p21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0" name="Google Shape;4250;p21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1" name="Google Shape;4251;p21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52" name="Google Shape;4252;p21"/>
            <p:cNvGrpSpPr/>
            <p:nvPr/>
          </p:nvGrpSpPr>
          <p:grpSpPr>
            <a:xfrm flipH="1" rot="9575917">
              <a:off x="8321390" y="2643815"/>
              <a:ext cx="488922" cy="677411"/>
              <a:chOff x="8260675" y="2995400"/>
              <a:chExt cx="811213" cy="1123950"/>
            </a:xfrm>
          </p:grpSpPr>
          <p:sp>
            <p:nvSpPr>
              <p:cNvPr id="4253" name="Google Shape;4253;p21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4" name="Google Shape;4254;p21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5" name="Google Shape;4255;p21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6" name="Google Shape;4256;p21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7" name="Google Shape;4257;p21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8" name="Google Shape;4258;p21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9" name="Google Shape;4259;p21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0" name="Google Shape;4260;p21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1" name="Google Shape;4261;p21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2" name="Google Shape;4262;p21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3" name="Google Shape;4263;p21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4" name="Google Shape;4264;p21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5" name="Google Shape;4265;p21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6" name="Google Shape;4266;p21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7" name="Google Shape;4267;p21"/>
            <p:cNvGrpSpPr/>
            <p:nvPr/>
          </p:nvGrpSpPr>
          <p:grpSpPr>
            <a:xfrm flipH="1" rot="-1484981">
              <a:off x="6085923" y="1600827"/>
              <a:ext cx="1063277" cy="1293447"/>
              <a:chOff x="7491913" y="372038"/>
              <a:chExt cx="1503363" cy="1828800"/>
            </a:xfrm>
          </p:grpSpPr>
          <p:sp>
            <p:nvSpPr>
              <p:cNvPr id="4268" name="Google Shape;4268;p21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9" name="Google Shape;4269;p21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0" name="Google Shape;4270;p21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1" name="Google Shape;4271;p21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2" name="Google Shape;4272;p21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3" name="Google Shape;4273;p21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4" name="Google Shape;4274;p21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5" name="Google Shape;4275;p21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6" name="Google Shape;4276;p21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7" name="Google Shape;4277;p21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8" name="Google Shape;4278;p21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9" name="Google Shape;4279;p21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0" name="Google Shape;4280;p21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1" name="Google Shape;4281;p21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2" name="Google Shape;4282;p21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3" name="Google Shape;4283;p21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4" name="Google Shape;4284;p21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5" name="Google Shape;4285;p21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6" name="Google Shape;4286;p21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7" name="Google Shape;4287;p21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8" name="Google Shape;4288;p21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9" name="Google Shape;4289;p21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0" name="Google Shape;4290;p21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1" name="Google Shape;4291;p21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2" name="Google Shape;4292;p21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3" name="Google Shape;4293;p21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4" name="Google Shape;4294;p21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5" name="Google Shape;4295;p21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6" name="Google Shape;4296;p21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7" name="Google Shape;4297;p21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8" name="Google Shape;4298;p21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9" name="Google Shape;4299;p21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0" name="Google Shape;4300;p21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1" name="Google Shape;4301;p21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2" name="Google Shape;4302;p21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3" name="Google Shape;4303;p21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4" name="Google Shape;4304;p21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5" name="Google Shape;4305;p21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6" name="Google Shape;4306;p21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7" name="Google Shape;4307;p21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8" name="Google Shape;4308;p21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9" name="Google Shape;4309;p21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0" name="Google Shape;4310;p21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1" name="Google Shape;4311;p21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2" name="Google Shape;4312;p21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3" name="Google Shape;4313;p21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4" name="Google Shape;4314;p21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5" name="Google Shape;4315;p21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6" name="Google Shape;4316;p21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7" name="Google Shape;4317;p21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8" name="Google Shape;4318;p21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9" name="Google Shape;4319;p21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0" name="Google Shape;4320;p21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1" name="Google Shape;4321;p21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2" name="Google Shape;4322;p21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3" name="Google Shape;4323;p21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4" name="Google Shape;4324;p21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25" name="Google Shape;4325;p21"/>
            <p:cNvGrpSpPr/>
            <p:nvPr/>
          </p:nvGrpSpPr>
          <p:grpSpPr>
            <a:xfrm flipH="1" rot="3646050">
              <a:off x="7378303" y="2508013"/>
              <a:ext cx="347671" cy="481705"/>
              <a:chOff x="8260675" y="2995400"/>
              <a:chExt cx="811213" cy="1123950"/>
            </a:xfrm>
          </p:grpSpPr>
          <p:sp>
            <p:nvSpPr>
              <p:cNvPr id="4326" name="Google Shape;4326;p21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7" name="Google Shape;4327;p21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8" name="Google Shape;4328;p21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9" name="Google Shape;4329;p21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0" name="Google Shape;4330;p21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1" name="Google Shape;4331;p21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2" name="Google Shape;4332;p21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3" name="Google Shape;4333;p21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4" name="Google Shape;4334;p21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5" name="Google Shape;4335;p21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6" name="Google Shape;4336;p21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7" name="Google Shape;4337;p21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8" name="Google Shape;4338;p21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9" name="Google Shape;4339;p21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40" name="Google Shape;4340;p21"/>
            <p:cNvGrpSpPr/>
            <p:nvPr/>
          </p:nvGrpSpPr>
          <p:grpSpPr>
            <a:xfrm rot="-887846">
              <a:off x="7228223" y="3265010"/>
              <a:ext cx="834611" cy="712163"/>
              <a:chOff x="-469100" y="3905588"/>
              <a:chExt cx="1352550" cy="1154113"/>
            </a:xfrm>
          </p:grpSpPr>
          <p:grpSp>
            <p:nvGrpSpPr>
              <p:cNvPr id="4341" name="Google Shape;4341;p21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4342" name="Google Shape;4342;p21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43" name="Google Shape;4343;p21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44" name="Google Shape;4344;p21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45" name="Google Shape;4345;p21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346" name="Google Shape;4346;p21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7" name="Google Shape;4347;p21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8" name="Google Shape;4348;p21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9" name="Google Shape;4349;p21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0" name="Google Shape;4350;p21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1" name="Google Shape;4351;p21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2" name="Google Shape;4352;p21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3" name="Google Shape;4353;p21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4" name="Google Shape;4354;p21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5" name="Google Shape;4355;p21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6" name="Google Shape;4356;p21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7" name="Google Shape;4357;p21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8" name="Google Shape;4358;p21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9" name="Google Shape;4359;p21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0" name="Google Shape;4360;p21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1" name="Google Shape;4361;p21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2" name="Google Shape;4362;p21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3" name="Google Shape;4363;p21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4" name="Google Shape;4364;p21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5" name="Google Shape;4365;p21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6" name="Google Shape;4366;p21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7" name="Google Shape;4367;p21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8" name="Google Shape;4368;p21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9" name="Google Shape;4369;p21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0" name="Google Shape;4370;p21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1" name="Google Shape;4371;p21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2" name="Google Shape;4372;p21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3" name="Google Shape;4373;p21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4" name="Google Shape;4374;p21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5" name="Google Shape;4375;p21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6" name="Google Shape;4376;p21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7" name="Google Shape;4377;p21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8" name="Google Shape;4378;p21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9" name="Google Shape;4379;p21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0" name="Google Shape;4380;p21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1" name="Google Shape;4381;p21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2" name="Google Shape;4382;p21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3" name="Google Shape;4383;p21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4" name="Google Shape;4384;p21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5" name="Google Shape;4385;p21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6" name="Google Shape;4386;p21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7" name="Google Shape;4387;p21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8" name="Google Shape;4388;p21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9" name="Google Shape;4389;p21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0" name="Google Shape;4390;p21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1" name="Google Shape;4391;p21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2" name="Google Shape;4392;p21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3" name="Google Shape;4393;p21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4" name="Google Shape;4394;p21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5" name="Google Shape;4395;p21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6" name="Google Shape;4396;p21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7" name="Google Shape;4397;p21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8" name="Google Shape;4398;p21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9" name="Google Shape;4399;p21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0" name="Google Shape;4400;p21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1" name="Google Shape;4401;p21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2" name="Google Shape;4402;p21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3" name="Google Shape;4403;p21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4" name="Google Shape;4404;p21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5" name="Google Shape;4405;p21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6" name="Google Shape;4406;p21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7" name="Google Shape;4407;p21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8" name="Google Shape;4408;p21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9" name="Google Shape;4409;p21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0" name="Google Shape;4410;p21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1" name="Google Shape;4411;p21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2" name="Google Shape;4412;p21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13" name="Google Shape;4413;p21"/>
            <p:cNvGrpSpPr/>
            <p:nvPr/>
          </p:nvGrpSpPr>
          <p:grpSpPr>
            <a:xfrm flipH="1" rot="9997597">
              <a:off x="7450455" y="52395"/>
              <a:ext cx="540818" cy="749313"/>
              <a:chOff x="8260675" y="2995400"/>
              <a:chExt cx="811213" cy="1123950"/>
            </a:xfrm>
          </p:grpSpPr>
          <p:sp>
            <p:nvSpPr>
              <p:cNvPr id="4414" name="Google Shape;4414;p21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5" name="Google Shape;4415;p21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6" name="Google Shape;4416;p21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7" name="Google Shape;4417;p21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8" name="Google Shape;4418;p21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9" name="Google Shape;4419;p21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0" name="Google Shape;4420;p21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1" name="Google Shape;4421;p21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2" name="Google Shape;4422;p21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3" name="Google Shape;4423;p21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4" name="Google Shape;4424;p21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5" name="Google Shape;4425;p21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6" name="Google Shape;4426;p21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7" name="Google Shape;4427;p21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4428" name="Shape 4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9" name="Google Shape;4429;p22"/>
          <p:cNvGrpSpPr/>
          <p:nvPr/>
        </p:nvGrpSpPr>
        <p:grpSpPr>
          <a:xfrm>
            <a:off x="0" y="-16650"/>
            <a:ext cx="9144000" cy="5176800"/>
            <a:chOff x="0" y="-16650"/>
            <a:chExt cx="9144000" cy="5176800"/>
          </a:xfrm>
        </p:grpSpPr>
        <p:sp>
          <p:nvSpPr>
            <p:cNvPr id="4430" name="Google Shape;4430;p22"/>
            <p:cNvSpPr/>
            <p:nvPr/>
          </p:nvSpPr>
          <p:spPr>
            <a:xfrm>
              <a:off x="8602800" y="-16650"/>
              <a:ext cx="541200" cy="517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31" name="Google Shape;4431;p22"/>
            <p:cNvSpPr/>
            <p:nvPr/>
          </p:nvSpPr>
          <p:spPr>
            <a:xfrm>
              <a:off x="0" y="-16650"/>
              <a:ext cx="541200" cy="517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32" name="Google Shape;4432;p22"/>
          <p:cNvGrpSpPr/>
          <p:nvPr/>
        </p:nvGrpSpPr>
        <p:grpSpPr>
          <a:xfrm>
            <a:off x="-578148" y="-381481"/>
            <a:ext cx="10426739" cy="5812840"/>
            <a:chOff x="-578148" y="-381481"/>
            <a:chExt cx="10426739" cy="5812840"/>
          </a:xfrm>
        </p:grpSpPr>
        <p:grpSp>
          <p:nvGrpSpPr>
            <p:cNvPr id="4433" name="Google Shape;4433;p22"/>
            <p:cNvGrpSpPr/>
            <p:nvPr/>
          </p:nvGrpSpPr>
          <p:grpSpPr>
            <a:xfrm>
              <a:off x="-578148" y="-381481"/>
              <a:ext cx="1261674" cy="5812840"/>
              <a:chOff x="-578148" y="-381481"/>
              <a:chExt cx="1261674" cy="5812840"/>
            </a:xfrm>
          </p:grpSpPr>
          <p:grpSp>
            <p:nvGrpSpPr>
              <p:cNvPr id="4434" name="Google Shape;4434;p22"/>
              <p:cNvGrpSpPr/>
              <p:nvPr/>
            </p:nvGrpSpPr>
            <p:grpSpPr>
              <a:xfrm>
                <a:off x="-466694" y="1170123"/>
                <a:ext cx="927308" cy="791260"/>
                <a:chOff x="-469100" y="3905588"/>
                <a:chExt cx="1352550" cy="1154113"/>
              </a:xfrm>
            </p:grpSpPr>
            <p:grpSp>
              <p:nvGrpSpPr>
                <p:cNvPr id="4435" name="Google Shape;4435;p22"/>
                <p:cNvGrpSpPr/>
                <p:nvPr/>
              </p:nvGrpSpPr>
              <p:grpSpPr>
                <a:xfrm>
                  <a:off x="-469100" y="3905588"/>
                  <a:ext cx="1352550" cy="1154113"/>
                  <a:chOff x="-469100" y="3905588"/>
                  <a:chExt cx="1352550" cy="1154113"/>
                </a:xfrm>
              </p:grpSpPr>
              <p:sp>
                <p:nvSpPr>
                  <p:cNvPr id="4436" name="Google Shape;4436;p22"/>
                  <p:cNvSpPr/>
                  <p:nvPr/>
                </p:nvSpPr>
                <p:spPr>
                  <a:xfrm>
                    <a:off x="-469100" y="3905588"/>
                    <a:ext cx="1352550" cy="1154113"/>
                  </a:xfrm>
                  <a:custGeom>
                    <a:rect b="b" l="l" r="r" t="t"/>
                    <a:pathLst>
                      <a:path extrusionOk="0" h="306" w="359">
                        <a:moveTo>
                          <a:pt x="197" y="261"/>
                        </a:moveTo>
                        <a:cubicBezTo>
                          <a:pt x="197" y="261"/>
                          <a:pt x="197" y="261"/>
                          <a:pt x="197" y="261"/>
                        </a:cubicBezTo>
                        <a:cubicBezTo>
                          <a:pt x="200" y="261"/>
                          <a:pt x="203" y="262"/>
                          <a:pt x="205" y="264"/>
                        </a:cubicBezTo>
                        <a:cubicBezTo>
                          <a:pt x="207" y="265"/>
                          <a:pt x="208" y="267"/>
                          <a:pt x="208" y="269"/>
                        </a:cubicBezTo>
                        <a:cubicBezTo>
                          <a:pt x="208" y="273"/>
                          <a:pt x="202" y="277"/>
                          <a:pt x="197" y="277"/>
                        </a:cubicBezTo>
                        <a:cubicBezTo>
                          <a:pt x="197" y="277"/>
                          <a:pt x="197" y="277"/>
                          <a:pt x="197" y="277"/>
                        </a:cubicBezTo>
                        <a:cubicBezTo>
                          <a:pt x="196" y="277"/>
                          <a:pt x="196" y="277"/>
                          <a:pt x="196" y="277"/>
                        </a:cubicBezTo>
                        <a:cubicBezTo>
                          <a:pt x="191" y="277"/>
                          <a:pt x="188" y="274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8"/>
                          <a:pt x="188" y="267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90" y="263"/>
                          <a:pt x="193" y="261"/>
                          <a:pt x="196" y="261"/>
                        </a:cubicBezTo>
                        <a:cubicBezTo>
                          <a:pt x="196" y="261"/>
                          <a:pt x="196" y="261"/>
                          <a:pt x="197" y="261"/>
                        </a:cubicBezTo>
                        <a:moveTo>
                          <a:pt x="308" y="170"/>
                        </a:moveTo>
                        <a:cubicBezTo>
                          <a:pt x="308" y="170"/>
                          <a:pt x="308" y="170"/>
                          <a:pt x="309" y="170"/>
                        </a:cubicBezTo>
                        <a:cubicBezTo>
                          <a:pt x="313" y="170"/>
                          <a:pt x="318" y="172"/>
                          <a:pt x="321" y="175"/>
                        </a:cubicBezTo>
                        <a:cubicBezTo>
                          <a:pt x="324" y="177"/>
                          <a:pt x="325" y="179"/>
                          <a:pt x="325" y="182"/>
                        </a:cubicBezTo>
                        <a:cubicBezTo>
                          <a:pt x="325" y="189"/>
                          <a:pt x="317" y="196"/>
                          <a:pt x="309" y="196"/>
                        </a:cubicBezTo>
                        <a:cubicBezTo>
                          <a:pt x="308" y="196"/>
                          <a:pt x="308" y="196"/>
                          <a:pt x="308" y="196"/>
                        </a:cubicBezTo>
                        <a:cubicBezTo>
                          <a:pt x="307" y="196"/>
                          <a:pt x="307" y="196"/>
                          <a:pt x="307" y="196"/>
                        </a:cubicBezTo>
                        <a:cubicBezTo>
                          <a:pt x="300" y="196"/>
                          <a:pt x="294" y="190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1"/>
                          <a:pt x="294" y="179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7" y="173"/>
                          <a:pt x="302" y="170"/>
                          <a:pt x="307" y="170"/>
                        </a:cubicBezTo>
                        <a:cubicBezTo>
                          <a:pt x="307" y="170"/>
                          <a:pt x="307" y="170"/>
                          <a:pt x="308" y="170"/>
                        </a:cubicBezTo>
                        <a:moveTo>
                          <a:pt x="41" y="150"/>
                        </a:moveTo>
                        <a:cubicBezTo>
                          <a:pt x="42" y="150"/>
                          <a:pt x="42" y="150"/>
                          <a:pt x="42" y="150"/>
                        </a:cubicBezTo>
                        <a:cubicBezTo>
                          <a:pt x="46" y="150"/>
                          <a:pt x="51" y="151"/>
                          <a:pt x="53" y="154"/>
                        </a:cubicBezTo>
                        <a:cubicBezTo>
                          <a:pt x="56" y="156"/>
                          <a:pt x="57" y="158"/>
                          <a:pt x="57" y="161"/>
                        </a:cubicBezTo>
                        <a:cubicBezTo>
                          <a:pt x="57" y="167"/>
                          <a:pt x="50" y="173"/>
                          <a:pt x="42" y="173"/>
                        </a:cubicBezTo>
                        <a:cubicBezTo>
                          <a:pt x="42" y="173"/>
                          <a:pt x="42" y="173"/>
                          <a:pt x="41" y="173"/>
                        </a:cubicBezTo>
                        <a:cubicBezTo>
                          <a:pt x="41" y="173"/>
                          <a:pt x="41" y="173"/>
                          <a:pt x="40" y="173"/>
                        </a:cubicBezTo>
                        <a:cubicBezTo>
                          <a:pt x="34" y="173"/>
                          <a:pt x="29" y="168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59"/>
                          <a:pt x="29" y="158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2" y="152"/>
                          <a:pt x="36" y="150"/>
                          <a:pt x="40" y="150"/>
                        </a:cubicBezTo>
                        <a:cubicBezTo>
                          <a:pt x="41" y="150"/>
                          <a:pt x="41" y="150"/>
                          <a:pt x="41" y="150"/>
                        </a:cubicBezTo>
                        <a:moveTo>
                          <a:pt x="285" y="133"/>
                        </a:moveTo>
                        <a:cubicBezTo>
                          <a:pt x="285" y="133"/>
                          <a:pt x="285" y="133"/>
                          <a:pt x="285" y="133"/>
                        </a:cubicBezTo>
                        <a:cubicBezTo>
                          <a:pt x="287" y="133"/>
                          <a:pt x="289" y="133"/>
                          <a:pt x="290" y="134"/>
                        </a:cubicBezTo>
                        <a:cubicBezTo>
                          <a:pt x="291" y="135"/>
                          <a:pt x="291" y="136"/>
                          <a:pt x="291" y="137"/>
                        </a:cubicBezTo>
                        <a:cubicBezTo>
                          <a:pt x="291" y="139"/>
                          <a:pt x="288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2" y="142"/>
                          <a:pt x="280" y="140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6"/>
                          <a:pt x="280" y="136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4"/>
                          <a:pt x="283" y="133"/>
                          <a:pt x="285" y="133"/>
                        </a:cubicBezTo>
                        <a:cubicBezTo>
                          <a:pt x="285" y="133"/>
                          <a:pt x="285" y="133"/>
                          <a:pt x="285" y="133"/>
                        </a:cubicBezTo>
                        <a:moveTo>
                          <a:pt x="33" y="122"/>
                        </a:moveTo>
                        <a:cubicBezTo>
                          <a:pt x="34" y="122"/>
                          <a:pt x="34" y="122"/>
                          <a:pt x="34" y="122"/>
                        </a:cubicBezTo>
                        <a:cubicBezTo>
                          <a:pt x="37" y="122"/>
                          <a:pt x="40" y="123"/>
                          <a:pt x="42" y="125"/>
                        </a:cubicBezTo>
                        <a:cubicBezTo>
                          <a:pt x="43" y="126"/>
                          <a:pt x="44" y="127"/>
                          <a:pt x="44" y="129"/>
                        </a:cubicBezTo>
                        <a:cubicBezTo>
                          <a:pt x="44" y="134"/>
                          <a:pt x="39" y="138"/>
                          <a:pt x="34" y="138"/>
                        </a:cubicBezTo>
                        <a:cubicBezTo>
                          <a:pt x="34" y="138"/>
                          <a:pt x="34" y="138"/>
                          <a:pt x="33" y="138"/>
                        </a:cubicBezTo>
                        <a:cubicBezTo>
                          <a:pt x="33" y="138"/>
                          <a:pt x="33" y="138"/>
                          <a:pt x="33" y="138"/>
                        </a:cubicBezTo>
                        <a:cubicBezTo>
                          <a:pt x="28" y="138"/>
                          <a:pt x="25" y="134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28"/>
                          <a:pt x="25" y="127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7" y="124"/>
                          <a:pt x="30" y="122"/>
                          <a:pt x="33" y="122"/>
                        </a:cubicBezTo>
                        <a:cubicBezTo>
                          <a:pt x="33" y="122"/>
                          <a:pt x="33" y="122"/>
                          <a:pt x="33" y="122"/>
                        </a:cubicBezTo>
                        <a:moveTo>
                          <a:pt x="43" y="101"/>
                        </a:moveTo>
                        <a:cubicBezTo>
                          <a:pt x="43" y="101"/>
                          <a:pt x="44" y="101"/>
                          <a:pt x="44" y="101"/>
                        </a:cubicBezTo>
                        <a:cubicBezTo>
                          <a:pt x="45" y="101"/>
                          <a:pt x="47" y="102"/>
                          <a:pt x="48" y="103"/>
                        </a:cubicBezTo>
                        <a:cubicBezTo>
                          <a:pt x="49" y="104"/>
                          <a:pt x="49" y="105"/>
                          <a:pt x="49" y="106"/>
                        </a:cubicBezTo>
                        <a:cubicBezTo>
                          <a:pt x="49" y="108"/>
                          <a:pt x="47" y="110"/>
                          <a:pt x="44" y="110"/>
                        </a:cubicBezTo>
                        <a:cubicBezTo>
                          <a:pt x="44" y="110"/>
                          <a:pt x="43" y="110"/>
                          <a:pt x="43" y="110"/>
                        </a:cubicBezTo>
                        <a:cubicBezTo>
                          <a:pt x="43" y="110"/>
                          <a:pt x="43" y="110"/>
                          <a:pt x="43" y="110"/>
                        </a:cubicBezTo>
                        <a:cubicBezTo>
                          <a:pt x="40" y="110"/>
                          <a:pt x="38" y="108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5"/>
                          <a:pt x="39" y="105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40" y="102"/>
                          <a:pt x="41" y="101"/>
                          <a:pt x="43" y="101"/>
                        </a:cubicBezTo>
                        <a:cubicBezTo>
                          <a:pt x="43" y="101"/>
                          <a:pt x="43" y="101"/>
                          <a:pt x="43" y="101"/>
                        </a:cubicBezTo>
                        <a:moveTo>
                          <a:pt x="164" y="239"/>
                        </a:moveTo>
                        <a:cubicBezTo>
                          <a:pt x="106" y="239"/>
                          <a:pt x="66" y="217"/>
                          <a:pt x="66" y="166"/>
                        </a:cubicBezTo>
                        <a:cubicBezTo>
                          <a:pt x="66" y="137"/>
                          <a:pt x="67" y="111"/>
                          <a:pt x="89" y="89"/>
                        </a:cubicBezTo>
                        <a:cubicBezTo>
                          <a:pt x="105" y="71"/>
                          <a:pt x="138" y="63"/>
                          <a:pt x="164" y="53"/>
                        </a:cubicBezTo>
                        <a:cubicBezTo>
                          <a:pt x="169" y="52"/>
                          <a:pt x="174" y="51"/>
                          <a:pt x="179" y="51"/>
                        </a:cubicBezTo>
                        <a:cubicBezTo>
                          <a:pt x="203" y="51"/>
                          <a:pt x="225" y="73"/>
                          <a:pt x="242" y="93"/>
                        </a:cubicBezTo>
                        <a:cubicBezTo>
                          <a:pt x="258" y="111"/>
                          <a:pt x="269" y="118"/>
                          <a:pt x="269" y="140"/>
                        </a:cubicBezTo>
                        <a:cubicBezTo>
                          <a:pt x="269" y="167"/>
                          <a:pt x="250" y="190"/>
                          <a:pt x="229" y="208"/>
                        </a:cubicBezTo>
                        <a:cubicBezTo>
                          <a:pt x="210" y="225"/>
                          <a:pt x="191" y="239"/>
                          <a:pt x="164" y="239"/>
                        </a:cubicBezTo>
                        <a:moveTo>
                          <a:pt x="106" y="44"/>
                        </a:moveTo>
                        <a:cubicBezTo>
                          <a:pt x="106" y="44"/>
                          <a:pt x="106" y="44"/>
                          <a:pt x="107" y="44"/>
                        </a:cubicBezTo>
                        <a:cubicBezTo>
                          <a:pt x="109" y="44"/>
                          <a:pt x="112" y="45"/>
                          <a:pt x="114" y="47"/>
                        </a:cubicBezTo>
                        <a:cubicBezTo>
                          <a:pt x="115" y="48"/>
                          <a:pt x="116" y="49"/>
                          <a:pt x="116" y="51"/>
                        </a:cubicBezTo>
                        <a:cubicBezTo>
                          <a:pt x="116" y="55"/>
                          <a:pt x="111" y="59"/>
                          <a:pt x="107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1" y="59"/>
                          <a:pt x="98" y="56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0"/>
                          <a:pt x="99" y="49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100" y="46"/>
                          <a:pt x="103" y="44"/>
                          <a:pt x="106" y="44"/>
                        </a:cubicBezTo>
                        <a:cubicBezTo>
                          <a:pt x="106" y="44"/>
                          <a:pt x="106" y="44"/>
                          <a:pt x="106" y="44"/>
                        </a:cubicBezTo>
                        <a:moveTo>
                          <a:pt x="200" y="0"/>
                        </a:moveTo>
                        <a:cubicBezTo>
                          <a:pt x="197" y="0"/>
                          <a:pt x="195" y="0"/>
                          <a:pt x="192" y="0"/>
                        </a:cubicBezTo>
                        <a:cubicBezTo>
                          <a:pt x="188" y="0"/>
                          <a:pt x="183" y="1"/>
                          <a:pt x="179" y="2"/>
                        </a:cubicBezTo>
                        <a:cubicBezTo>
                          <a:pt x="177" y="3"/>
                          <a:pt x="175" y="4"/>
                          <a:pt x="173" y="4"/>
                        </a:cubicBezTo>
                        <a:cubicBezTo>
                          <a:pt x="170" y="6"/>
                          <a:pt x="166" y="7"/>
                          <a:pt x="162" y="9"/>
                        </a:cubicBezTo>
                        <a:cubicBezTo>
                          <a:pt x="161" y="9"/>
                          <a:pt x="161" y="9"/>
                          <a:pt x="161" y="9"/>
                        </a:cubicBezTo>
                        <a:cubicBezTo>
                          <a:pt x="92" y="34"/>
                          <a:pt x="0" y="60"/>
                          <a:pt x="0" y="144"/>
                        </a:cubicBezTo>
                        <a:cubicBezTo>
                          <a:pt x="0" y="169"/>
                          <a:pt x="7" y="19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22" y="218"/>
                          <a:pt x="27" y="224"/>
                          <a:pt x="32" y="229"/>
                        </a:cubicBezTo>
                        <a:cubicBezTo>
                          <a:pt x="51" y="250"/>
                          <a:pt x="78" y="263"/>
                          <a:pt x="112" y="266"/>
                        </a:cubicBezTo>
                        <a:cubicBezTo>
                          <a:pt x="137" y="269"/>
                          <a:pt x="153" y="299"/>
                          <a:pt x="180" y="305"/>
                        </a:cubicBezTo>
                        <a:cubicBezTo>
                          <a:pt x="183" y="306"/>
                          <a:pt x="187" y="306"/>
                          <a:pt x="191" y="306"/>
                        </a:cubicBezTo>
                        <a:cubicBezTo>
                          <a:pt x="219" y="306"/>
                          <a:pt x="270" y="291"/>
                          <a:pt x="297" y="251"/>
                        </a:cubicBezTo>
                        <a:cubicBezTo>
                          <a:pt x="314" y="226"/>
                          <a:pt x="359" y="175"/>
                          <a:pt x="359" y="144"/>
                        </a:cubicBezTo>
                        <a:cubicBezTo>
                          <a:pt x="359" y="129"/>
                          <a:pt x="353" y="119"/>
                          <a:pt x="344" y="109"/>
                        </a:cubicBezTo>
                        <a:cubicBezTo>
                          <a:pt x="339" y="104"/>
                          <a:pt x="333" y="99"/>
                          <a:pt x="327" y="94"/>
                        </a:cubicBezTo>
                        <a:cubicBezTo>
                          <a:pt x="312" y="82"/>
                          <a:pt x="296" y="71"/>
                          <a:pt x="286" y="53"/>
                        </a:cubicBezTo>
                        <a:cubicBezTo>
                          <a:pt x="266" y="19"/>
                          <a:pt x="233" y="1"/>
                          <a:pt x="202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01" y="0"/>
                          <a:pt x="201" y="0"/>
                          <a:pt x="200" y="0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37" name="Google Shape;4437;p22"/>
                  <p:cNvSpPr/>
                  <p:nvPr/>
                </p:nvSpPr>
                <p:spPr>
                  <a:xfrm>
                    <a:off x="-219862" y="4064338"/>
                    <a:ext cx="763588" cy="742950"/>
                  </a:xfrm>
                  <a:custGeom>
                    <a:rect b="b" l="l" r="r" t="t"/>
                    <a:pathLst>
                      <a:path extrusionOk="0" h="197" w="203">
                        <a:moveTo>
                          <a:pt x="203" y="98"/>
                        </a:moveTo>
                        <a:cubicBezTo>
                          <a:pt x="203" y="125"/>
                          <a:pt x="184" y="148"/>
                          <a:pt x="163" y="166"/>
                        </a:cubicBezTo>
                        <a:cubicBezTo>
                          <a:pt x="144" y="183"/>
                          <a:pt x="125" y="197"/>
                          <a:pt x="98" y="197"/>
                        </a:cubicBezTo>
                        <a:cubicBezTo>
                          <a:pt x="40" y="197"/>
                          <a:pt x="0" y="175"/>
                          <a:pt x="0" y="124"/>
                        </a:cubicBezTo>
                        <a:cubicBezTo>
                          <a:pt x="0" y="95"/>
                          <a:pt x="1" y="69"/>
                          <a:pt x="23" y="47"/>
                        </a:cubicBezTo>
                        <a:cubicBezTo>
                          <a:pt x="39" y="29"/>
                          <a:pt x="72" y="21"/>
                          <a:pt x="98" y="11"/>
                        </a:cubicBezTo>
                        <a:cubicBezTo>
                          <a:pt x="129" y="0"/>
                          <a:pt x="156" y="27"/>
                          <a:pt x="176" y="51"/>
                        </a:cubicBezTo>
                        <a:cubicBezTo>
                          <a:pt x="192" y="69"/>
                          <a:pt x="203" y="76"/>
                          <a:pt x="203" y="98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38" name="Google Shape;4438;p22"/>
                  <p:cNvSpPr/>
                  <p:nvPr/>
                </p:nvSpPr>
                <p:spPr>
                  <a:xfrm>
                    <a:off x="-130962" y="4259600"/>
                    <a:ext cx="523875" cy="403225"/>
                  </a:xfrm>
                  <a:custGeom>
                    <a:rect b="b" l="l" r="r" t="t"/>
                    <a:pathLst>
                      <a:path extrusionOk="0" h="107" w="139">
                        <a:moveTo>
                          <a:pt x="33" y="74"/>
                        </a:moveTo>
                        <a:cubicBezTo>
                          <a:pt x="33" y="74"/>
                          <a:pt x="33" y="74"/>
                          <a:pt x="33" y="74"/>
                        </a:cubicBezTo>
                        <a:cubicBezTo>
                          <a:pt x="35" y="74"/>
                          <a:pt x="37" y="75"/>
                          <a:pt x="38" y="76"/>
                        </a:cubicBezTo>
                        <a:cubicBezTo>
                          <a:pt x="39" y="77"/>
                          <a:pt x="39" y="78"/>
                          <a:pt x="39" y="79"/>
                        </a:cubicBezTo>
                        <a:cubicBezTo>
                          <a:pt x="39" y="82"/>
                          <a:pt x="36" y="84"/>
                          <a:pt x="33" y="84"/>
                        </a:cubicBezTo>
                        <a:cubicBezTo>
                          <a:pt x="33" y="84"/>
                          <a:pt x="33" y="84"/>
                          <a:pt x="33" y="84"/>
                        </a:cubicBezTo>
                        <a:cubicBezTo>
                          <a:pt x="33" y="84"/>
                          <a:pt x="32" y="84"/>
                          <a:pt x="32" y="84"/>
                        </a:cubicBezTo>
                        <a:cubicBezTo>
                          <a:pt x="30" y="84"/>
                          <a:pt x="27" y="82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8"/>
                          <a:pt x="27" y="78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9" y="75"/>
                          <a:pt x="30" y="74"/>
                          <a:pt x="32" y="74"/>
                        </a:cubicBezTo>
                        <a:cubicBezTo>
                          <a:pt x="32" y="74"/>
                          <a:pt x="33" y="74"/>
                          <a:pt x="33" y="74"/>
                        </a:cubicBezTo>
                        <a:moveTo>
                          <a:pt x="79" y="87"/>
                        </a:moveTo>
                        <a:cubicBezTo>
                          <a:pt x="56" y="87"/>
                          <a:pt x="30" y="80"/>
                          <a:pt x="30" y="55"/>
                        </a:cubicBezTo>
                        <a:cubicBezTo>
                          <a:pt x="30" y="30"/>
                          <a:pt x="60" y="11"/>
                          <a:pt x="83" y="11"/>
                        </a:cubicBezTo>
                        <a:cubicBezTo>
                          <a:pt x="105" y="11"/>
                          <a:pt x="126" y="15"/>
                          <a:pt x="126" y="40"/>
                        </a:cubicBezTo>
                        <a:cubicBezTo>
                          <a:pt x="126" y="65"/>
                          <a:pt x="101" y="87"/>
                          <a:pt x="79" y="87"/>
                        </a:cubicBezTo>
                        <a:moveTo>
                          <a:pt x="76" y="0"/>
                        </a:moveTo>
                        <a:cubicBezTo>
                          <a:pt x="44" y="0"/>
                          <a:pt x="0" y="27"/>
                          <a:pt x="0" y="62"/>
                        </a:cubicBezTo>
                        <a:cubicBezTo>
                          <a:pt x="0" y="98"/>
                          <a:pt x="38" y="107"/>
                          <a:pt x="70" y="107"/>
                        </a:cubicBezTo>
                        <a:cubicBezTo>
                          <a:pt x="102" y="107"/>
                          <a:pt x="139" y="76"/>
                          <a:pt x="139" y="41"/>
                        </a:cubicBezTo>
                        <a:cubicBezTo>
                          <a:pt x="139" y="5"/>
                          <a:pt x="108" y="0"/>
                          <a:pt x="76" y="0"/>
                        </a:cubicBezTo>
                      </a:path>
                    </a:pathLst>
                  </a:custGeom>
                  <a:solidFill>
                    <a:schemeClr val="accent3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39" name="Google Shape;4439;p22"/>
                  <p:cNvSpPr/>
                  <p:nvPr/>
                </p:nvSpPr>
                <p:spPr>
                  <a:xfrm>
                    <a:off x="-16662" y="4300875"/>
                    <a:ext cx="361950" cy="287338"/>
                  </a:xfrm>
                  <a:custGeom>
                    <a:rect b="b" l="l" r="r" t="t"/>
                    <a:pathLst>
                      <a:path extrusionOk="0" h="76" w="96">
                        <a:moveTo>
                          <a:pt x="74" y="31"/>
                        </a:moveTo>
                        <a:cubicBezTo>
                          <a:pt x="74" y="31"/>
                          <a:pt x="74" y="31"/>
                          <a:pt x="75" y="31"/>
                        </a:cubicBezTo>
                        <a:cubicBezTo>
                          <a:pt x="79" y="31"/>
                          <a:pt x="84" y="33"/>
                          <a:pt x="87" y="36"/>
                        </a:cubicBezTo>
                        <a:cubicBezTo>
                          <a:pt x="89" y="38"/>
                          <a:pt x="91" y="40"/>
                          <a:pt x="91" y="43"/>
                        </a:cubicBezTo>
                        <a:cubicBezTo>
                          <a:pt x="91" y="51"/>
                          <a:pt x="83" y="57"/>
                          <a:pt x="75" y="57"/>
                        </a:cubicBezTo>
                        <a:cubicBezTo>
                          <a:pt x="74" y="57"/>
                          <a:pt x="74" y="57"/>
                          <a:pt x="73" y="57"/>
                        </a:cubicBezTo>
                        <a:cubicBezTo>
                          <a:pt x="73" y="57"/>
                          <a:pt x="73" y="57"/>
                          <a:pt x="73" y="57"/>
                        </a:cubicBezTo>
                        <a:cubicBezTo>
                          <a:pt x="65" y="57"/>
                          <a:pt x="60" y="51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2"/>
                          <a:pt x="60" y="40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3" y="34"/>
                          <a:pt x="68" y="31"/>
                          <a:pt x="73" y="31"/>
                        </a:cubicBezTo>
                        <a:cubicBezTo>
                          <a:pt x="73" y="31"/>
                          <a:pt x="73" y="31"/>
                          <a:pt x="74" y="31"/>
                        </a:cubicBezTo>
                        <a:moveTo>
                          <a:pt x="25" y="24"/>
                        </a:moveTo>
                        <a:cubicBezTo>
                          <a:pt x="25" y="24"/>
                          <a:pt x="25" y="24"/>
                          <a:pt x="26" y="24"/>
                        </a:cubicBezTo>
                        <a:cubicBezTo>
                          <a:pt x="29" y="24"/>
                          <a:pt x="32" y="25"/>
                          <a:pt x="34" y="27"/>
                        </a:cubicBezTo>
                        <a:cubicBezTo>
                          <a:pt x="35" y="29"/>
                          <a:pt x="36" y="30"/>
                          <a:pt x="36" y="32"/>
                        </a:cubicBezTo>
                        <a:cubicBezTo>
                          <a:pt x="36" y="37"/>
                          <a:pt x="31" y="41"/>
                          <a:pt x="26" y="41"/>
                        </a:cubicBezTo>
                        <a:cubicBezTo>
                          <a:pt x="25" y="41"/>
                          <a:pt x="25" y="41"/>
                          <a:pt x="25" y="41"/>
                        </a:cubicBezTo>
                        <a:cubicBezTo>
                          <a:pt x="25" y="41"/>
                          <a:pt x="25" y="41"/>
                          <a:pt x="24" y="41"/>
                        </a:cubicBezTo>
                        <a:cubicBezTo>
                          <a:pt x="20" y="41"/>
                          <a:pt x="16" y="37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1"/>
                          <a:pt x="17" y="30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8" y="26"/>
                          <a:pt x="21" y="24"/>
                          <a:pt x="24" y="24"/>
                        </a:cubicBezTo>
                        <a:cubicBezTo>
                          <a:pt x="25" y="24"/>
                          <a:pt x="25" y="24"/>
                          <a:pt x="25" y="24"/>
                        </a:cubicBezTo>
                        <a:moveTo>
                          <a:pt x="53" y="0"/>
                        </a:moveTo>
                        <a:cubicBezTo>
                          <a:pt x="30" y="0"/>
                          <a:pt x="0" y="19"/>
                          <a:pt x="0" y="44"/>
                        </a:cubicBezTo>
                        <a:cubicBezTo>
                          <a:pt x="0" y="69"/>
                          <a:pt x="26" y="76"/>
                          <a:pt x="49" y="76"/>
                        </a:cubicBezTo>
                        <a:cubicBezTo>
                          <a:pt x="71" y="76"/>
                          <a:pt x="96" y="54"/>
                          <a:pt x="96" y="29"/>
                        </a:cubicBezTo>
                        <a:cubicBezTo>
                          <a:pt x="96" y="4"/>
                          <a:pt x="75" y="0"/>
                          <a:pt x="53" y="0"/>
                        </a:cubicBezTo>
                      </a:path>
                    </a:pathLst>
                  </a:custGeom>
                  <a:solidFill>
                    <a:srgbClr val="191919">
                      <a:alpha val="25000"/>
                    </a:srgbClr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440" name="Google Shape;4440;p22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1" name="Google Shape;4441;p22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rgbClr val="191919">
                    <a:alpha val="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2" name="Google Shape;4442;p22"/>
                <p:cNvSpPr/>
                <p:nvPr/>
              </p:nvSpPr>
              <p:spPr>
                <a:xfrm>
                  <a:off x="638975" y="4546938"/>
                  <a:ext cx="115888" cy="96838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4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19"/>
                        <a:pt x="31" y="12"/>
                      </a:cubicBezTo>
                      <a:cubicBezTo>
                        <a:pt x="31" y="9"/>
                        <a:pt x="30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3" name="Google Shape;4443;p22"/>
                <p:cNvSpPr/>
                <p:nvPr/>
              </p:nvSpPr>
              <p:spPr>
                <a:xfrm>
                  <a:off x="638975" y="4546938"/>
                  <a:ext cx="101600" cy="96838"/>
                </a:xfrm>
                <a:custGeom>
                  <a:rect b="b" l="l" r="r" t="t"/>
                  <a:pathLst>
                    <a:path extrusionOk="0" h="26" w="27">
                      <a:moveTo>
                        <a:pt x="27" y="12"/>
                      </a:moveTo>
                      <a:cubicBezTo>
                        <a:pt x="27" y="19"/>
                        <a:pt x="20" y="26"/>
                        <a:pt x="13" y="26"/>
                      </a:cubicBezTo>
                      <a:cubicBezTo>
                        <a:pt x="6" y="26"/>
                        <a:pt x="0" y="20"/>
                        <a:pt x="0" y="13"/>
                      </a:cubicBezTo>
                      <a:cubicBezTo>
                        <a:pt x="0" y="11"/>
                        <a:pt x="0" y="9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3" y="3"/>
                        <a:pt x="8" y="0"/>
                        <a:pt x="13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4" name="Google Shape;4444;p22"/>
                <p:cNvSpPr/>
                <p:nvPr/>
              </p:nvSpPr>
              <p:spPr>
                <a:xfrm>
                  <a:off x="642150" y="4546938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23" y="8"/>
                      </a:moveTo>
                      <a:cubicBezTo>
                        <a:pt x="23" y="14"/>
                        <a:pt x="17" y="19"/>
                        <a:pt x="11" y="19"/>
                      </a:cubicBezTo>
                      <a:cubicBezTo>
                        <a:pt x="5" y="19"/>
                        <a:pt x="0" y="14"/>
                        <a:pt x="0" y="8"/>
                      </a:cubicBezTo>
                      <a:cubicBezTo>
                        <a:pt x="0" y="8"/>
                        <a:pt x="0" y="8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3"/>
                        <a:pt x="7" y="0"/>
                        <a:pt x="12" y="0"/>
                      </a:cubicBezTo>
                      <a:cubicBezTo>
                        <a:pt x="16" y="0"/>
                        <a:pt x="20" y="2"/>
                        <a:pt x="23" y="5"/>
                      </a:cubicBezTo>
                      <a:cubicBezTo>
                        <a:pt x="23" y="6"/>
                        <a:pt x="23" y="7"/>
                        <a:pt x="23" y="8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5" name="Google Shape;4445;p22"/>
                <p:cNvSpPr/>
                <p:nvPr/>
              </p:nvSpPr>
              <p:spPr>
                <a:xfrm>
                  <a:off x="664375" y="4572338"/>
                  <a:ext cx="348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6" name="Google Shape;4446;p22"/>
                <p:cNvSpPr/>
                <p:nvPr/>
              </p:nvSpPr>
              <p:spPr>
                <a:xfrm>
                  <a:off x="604050" y="440723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0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2"/>
                        <a:pt x="5" y="3"/>
                        <a:pt x="5" y="4"/>
                      </a:cubicBezTo>
                      <a:cubicBezTo>
                        <a:pt x="5" y="6"/>
                        <a:pt x="2" y="8"/>
                        <a:pt x="0" y="9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3" y="9"/>
                        <a:pt x="6" y="6"/>
                        <a:pt x="6" y="4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7" name="Google Shape;4447;p22"/>
                <p:cNvSpPr/>
                <p:nvPr/>
              </p:nvSpPr>
              <p:spPr>
                <a:xfrm>
                  <a:off x="585000" y="440723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4"/>
                      </a:moveTo>
                      <a:cubicBezTo>
                        <a:pt x="10" y="6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4"/>
                      </a:cubicBezTo>
                      <a:cubicBezTo>
                        <a:pt x="0" y="3"/>
                        <a:pt x="0" y="3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3" y="0"/>
                        <a:pt x="5" y="0"/>
                      </a:cubicBezTo>
                      <a:cubicBezTo>
                        <a:pt x="6" y="0"/>
                        <a:pt x="8" y="0"/>
                        <a:pt x="8" y="1"/>
                      </a:cubicBezTo>
                      <a:cubicBezTo>
                        <a:pt x="9" y="2"/>
                        <a:pt x="10" y="3"/>
                        <a:pt x="10" y="4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8" name="Google Shape;4448;p22"/>
                <p:cNvSpPr/>
                <p:nvPr/>
              </p:nvSpPr>
              <p:spPr>
                <a:xfrm>
                  <a:off x="589763" y="4407238"/>
                  <a:ext cx="30163" cy="22225"/>
                </a:xfrm>
                <a:custGeom>
                  <a:rect b="b" l="l" r="r" t="t"/>
                  <a:pathLst>
                    <a:path extrusionOk="0" h="6" w="8">
                      <a:moveTo>
                        <a:pt x="8" y="2"/>
                      </a:moveTo>
                      <a:cubicBezTo>
                        <a:pt x="8" y="4"/>
                        <a:pt x="6" y="6"/>
                        <a:pt x="3" y="6"/>
                      </a:cubicBezTo>
                      <a:cubicBezTo>
                        <a:pt x="1" y="6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5" y="0"/>
                        <a:pt x="7" y="0"/>
                        <a:pt x="7" y="1"/>
                      </a:cubicBezTo>
                      <a:cubicBezTo>
                        <a:pt x="8" y="2"/>
                        <a:pt x="8" y="2"/>
                        <a:pt x="8" y="2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9" name="Google Shape;4449;p22"/>
                <p:cNvSpPr/>
                <p:nvPr/>
              </p:nvSpPr>
              <p:spPr>
                <a:xfrm>
                  <a:off x="597700" y="4415175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0" name="Google Shape;4450;p22"/>
                <p:cNvSpPr/>
                <p:nvPr/>
              </p:nvSpPr>
              <p:spPr>
                <a:xfrm>
                  <a:off x="272263" y="4889838"/>
                  <a:ext cx="42862" cy="60325"/>
                </a:xfrm>
                <a:custGeom>
                  <a:rect b="b" l="l" r="r" t="t"/>
                  <a:pathLst>
                    <a:path extrusionOk="0" h="16" w="1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5" y="16"/>
                        <a:pt x="11" y="12"/>
                        <a:pt x="11" y="8"/>
                      </a:cubicBezTo>
                      <a:cubicBezTo>
                        <a:pt x="11" y="6"/>
                        <a:pt x="10" y="4"/>
                        <a:pt x="8" y="3"/>
                      </a:cubicBezTo>
                      <a:cubicBezTo>
                        <a:pt x="6" y="1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1" name="Google Shape;4451;p22"/>
                <p:cNvSpPr/>
                <p:nvPr/>
              </p:nvSpPr>
              <p:spPr>
                <a:xfrm>
                  <a:off x="238925" y="4889838"/>
                  <a:ext cx="63500" cy="60325"/>
                </a:xfrm>
                <a:custGeom>
                  <a:rect b="b" l="l" r="r" t="t"/>
                  <a:pathLst>
                    <a:path extrusionOk="0" h="16" w="17">
                      <a:moveTo>
                        <a:pt x="17" y="8"/>
                      </a:moveTo>
                      <a:cubicBezTo>
                        <a:pt x="17" y="12"/>
                        <a:pt x="12" y="16"/>
                        <a:pt x="8" y="16"/>
                      </a:cubicBezTo>
                      <a:cubicBezTo>
                        <a:pt x="3" y="16"/>
                        <a:pt x="0" y="13"/>
                        <a:pt x="0" y="8"/>
                      </a:cubicBezTo>
                      <a:cubicBezTo>
                        <a:pt x="0" y="7"/>
                        <a:pt x="0" y="6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1" y="0"/>
                        <a:pt x="13" y="1"/>
                        <a:pt x="15" y="3"/>
                      </a:cubicBezTo>
                      <a:cubicBezTo>
                        <a:pt x="16" y="4"/>
                        <a:pt x="17" y="6"/>
                        <a:pt x="17" y="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2" name="Google Shape;4452;p22"/>
                <p:cNvSpPr/>
                <p:nvPr/>
              </p:nvSpPr>
              <p:spPr>
                <a:xfrm>
                  <a:off x="242100" y="4889838"/>
                  <a:ext cx="53975" cy="44450"/>
                </a:xfrm>
                <a:custGeom>
                  <a:rect b="b" l="l" r="r" t="t"/>
                  <a:pathLst>
                    <a:path extrusionOk="0" h="12" w="14">
                      <a:moveTo>
                        <a:pt x="14" y="5"/>
                      </a:moveTo>
                      <a:cubicBezTo>
                        <a:pt x="14" y="9"/>
                        <a:pt x="10" y="12"/>
                        <a:pt x="7" y="12"/>
                      </a:cubicBezTo>
                      <a:cubicBezTo>
                        <a:pt x="3" y="12"/>
                        <a:pt x="0" y="9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4" y="4"/>
                        <a:pt x="14" y="4"/>
                        <a:pt x="14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3" name="Google Shape;4453;p22"/>
                <p:cNvSpPr/>
                <p:nvPr/>
              </p:nvSpPr>
              <p:spPr>
                <a:xfrm>
                  <a:off x="254800" y="4904125"/>
                  <a:ext cx="22200" cy="237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4" name="Google Shape;4454;p22"/>
                <p:cNvSpPr/>
                <p:nvPr/>
              </p:nvSpPr>
              <p:spPr>
                <a:xfrm>
                  <a:off x="-315112" y="4470738"/>
                  <a:ext cx="60325" cy="87312"/>
                </a:xfrm>
                <a:custGeom>
                  <a:rect b="b" l="l" r="r" t="t"/>
                  <a:pathLst>
                    <a:path extrusionOk="0" h="23" w="16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4" y="0"/>
                        <a:pt x="7" y="1"/>
                        <a:pt x="9" y="4"/>
                      </a:cubicBezTo>
                      <a:cubicBezTo>
                        <a:pt x="9" y="4"/>
                        <a:pt x="9" y="4"/>
                        <a:pt x="9" y="4"/>
                      </a:cubicBezTo>
                      <a:cubicBezTo>
                        <a:pt x="11" y="6"/>
                        <a:pt x="12" y="8"/>
                        <a:pt x="12" y="11"/>
                      </a:cubicBezTo>
                      <a:cubicBezTo>
                        <a:pt x="12" y="17"/>
                        <a:pt x="6" y="22"/>
                        <a:pt x="0" y="23"/>
                      </a:cubicBezTo>
                      <a:cubicBezTo>
                        <a:pt x="1" y="23"/>
                        <a:pt x="1" y="23"/>
                        <a:pt x="1" y="23"/>
                      </a:cubicBezTo>
                      <a:cubicBezTo>
                        <a:pt x="9" y="23"/>
                        <a:pt x="16" y="17"/>
                        <a:pt x="16" y="11"/>
                      </a:cubicBezTo>
                      <a:cubicBezTo>
                        <a:pt x="16" y="8"/>
                        <a:pt x="15" y="6"/>
                        <a:pt x="12" y="4"/>
                      </a:cubicBezTo>
                      <a:cubicBezTo>
                        <a:pt x="10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5" name="Google Shape;4455;p22"/>
                <p:cNvSpPr/>
                <p:nvPr/>
              </p:nvSpPr>
              <p:spPr>
                <a:xfrm>
                  <a:off x="-359562" y="4470738"/>
                  <a:ext cx="90488" cy="87312"/>
                </a:xfrm>
                <a:custGeom>
                  <a:rect b="b" l="l" r="r" t="t"/>
                  <a:pathLst>
                    <a:path extrusionOk="0" h="23" w="24">
                      <a:moveTo>
                        <a:pt x="24" y="11"/>
                      </a:moveTo>
                      <a:cubicBezTo>
                        <a:pt x="24" y="17"/>
                        <a:pt x="18" y="23"/>
                        <a:pt x="11" y="23"/>
                      </a:cubicBezTo>
                      <a:cubicBezTo>
                        <a:pt x="5" y="23"/>
                        <a:pt x="0" y="18"/>
                        <a:pt x="0" y="11"/>
                      </a:cubicBezTo>
                      <a:cubicBezTo>
                        <a:pt x="0" y="9"/>
                        <a:pt x="0" y="8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3" y="2"/>
                        <a:pt x="7" y="0"/>
                        <a:pt x="11" y="0"/>
                      </a:cubicBezTo>
                      <a:cubicBezTo>
                        <a:pt x="15" y="0"/>
                        <a:pt x="19" y="1"/>
                        <a:pt x="21" y="4"/>
                      </a:cubicBezTo>
                      <a:cubicBezTo>
                        <a:pt x="23" y="6"/>
                        <a:pt x="24" y="8"/>
                        <a:pt x="24" y="1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6" name="Google Shape;4456;p22"/>
                <p:cNvSpPr/>
                <p:nvPr/>
              </p:nvSpPr>
              <p:spPr>
                <a:xfrm>
                  <a:off x="-356387" y="4470738"/>
                  <a:ext cx="79375" cy="65088"/>
                </a:xfrm>
                <a:custGeom>
                  <a:rect b="b" l="l" r="r" t="t"/>
                  <a:pathLst>
                    <a:path extrusionOk="0" h="17" w="21">
                      <a:moveTo>
                        <a:pt x="21" y="7"/>
                      </a:moveTo>
                      <a:cubicBezTo>
                        <a:pt x="21" y="12"/>
                        <a:pt x="15" y="17"/>
                        <a:pt x="10" y="17"/>
                      </a:cubicBezTo>
                      <a:cubicBezTo>
                        <a:pt x="5" y="17"/>
                        <a:pt x="0" y="12"/>
                        <a:pt x="0" y="7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2" y="2"/>
                        <a:pt x="6" y="0"/>
                        <a:pt x="10" y="0"/>
                      </a:cubicBezTo>
                      <a:cubicBezTo>
                        <a:pt x="14" y="0"/>
                        <a:pt x="18" y="1"/>
                        <a:pt x="20" y="4"/>
                      </a:cubicBezTo>
                      <a:cubicBezTo>
                        <a:pt x="21" y="5"/>
                        <a:pt x="21" y="6"/>
                        <a:pt x="21" y="7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7" name="Google Shape;4457;p22"/>
                <p:cNvSpPr/>
                <p:nvPr/>
              </p:nvSpPr>
              <p:spPr>
                <a:xfrm>
                  <a:off x="-337337" y="4492963"/>
                  <a:ext cx="33300" cy="270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8" name="Google Shape;4458;p22"/>
                <p:cNvSpPr/>
                <p:nvPr/>
              </p:nvSpPr>
              <p:spPr>
                <a:xfrm>
                  <a:off x="-345275" y="4365963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6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5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9" name="Google Shape;4459;p22"/>
                <p:cNvSpPr/>
                <p:nvPr/>
              </p:nvSpPr>
              <p:spPr>
                <a:xfrm>
                  <a:off x="-375437" y="4365963"/>
                  <a:ext cx="60325" cy="60325"/>
                </a:xfrm>
                <a:custGeom>
                  <a:rect b="b" l="l" r="r" t="t"/>
                  <a:pathLst>
                    <a:path extrusionOk="0" h="16" w="16">
                      <a:moveTo>
                        <a:pt x="16" y="7"/>
                      </a:moveTo>
                      <a:cubicBezTo>
                        <a:pt x="16" y="12"/>
                        <a:pt x="12" y="16"/>
                        <a:pt x="8" y="16"/>
                      </a:cubicBezTo>
                      <a:cubicBezTo>
                        <a:pt x="3" y="16"/>
                        <a:pt x="0" y="12"/>
                        <a:pt x="0" y="8"/>
                      </a:cubicBezTo>
                      <a:cubicBezTo>
                        <a:pt x="0" y="6"/>
                        <a:pt x="0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3" y="1"/>
                        <a:pt x="14" y="3"/>
                      </a:cubicBezTo>
                      <a:cubicBezTo>
                        <a:pt x="16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0" name="Google Shape;4460;p22"/>
                <p:cNvSpPr/>
                <p:nvPr/>
              </p:nvSpPr>
              <p:spPr>
                <a:xfrm>
                  <a:off x="-370675" y="4365963"/>
                  <a:ext cx="52388" cy="41275"/>
                </a:xfrm>
                <a:custGeom>
                  <a:rect b="b" l="l" r="r" t="t"/>
                  <a:pathLst>
                    <a:path extrusionOk="0" h="11" w="14">
                      <a:moveTo>
                        <a:pt x="14" y="4"/>
                      </a:moveTo>
                      <a:cubicBezTo>
                        <a:pt x="14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2" y="1"/>
                        <a:pt x="13" y="3"/>
                      </a:cubicBezTo>
                      <a:cubicBezTo>
                        <a:pt x="14" y="3"/>
                        <a:pt x="14" y="4"/>
                        <a:pt x="14" y="4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1" name="Google Shape;4461;p22"/>
                <p:cNvSpPr/>
                <p:nvPr/>
              </p:nvSpPr>
              <p:spPr>
                <a:xfrm>
                  <a:off x="-307175" y="428658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1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7"/>
                        <a:pt x="3" y="9"/>
                        <a:pt x="0" y="9"/>
                      </a:cubicBezTo>
                      <a:cubicBezTo>
                        <a:pt x="0" y="9"/>
                        <a:pt x="1" y="9"/>
                        <a:pt x="1" y="9"/>
                      </a:cubicBezTo>
                      <a:cubicBezTo>
                        <a:pt x="4" y="9"/>
                        <a:pt x="6" y="7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2" name="Google Shape;4462;p22"/>
                <p:cNvSpPr/>
                <p:nvPr/>
              </p:nvSpPr>
              <p:spPr>
                <a:xfrm>
                  <a:off x="-326225" y="428658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5"/>
                      </a:moveTo>
                      <a:cubicBezTo>
                        <a:pt x="10" y="7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5"/>
                      </a:cubicBezTo>
                      <a:cubicBezTo>
                        <a:pt x="0" y="4"/>
                        <a:pt x="1" y="4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1"/>
                        <a:pt x="3" y="0"/>
                        <a:pt x="5" y="0"/>
                      </a:cubicBezTo>
                      <a:cubicBezTo>
                        <a:pt x="6" y="0"/>
                        <a:pt x="8" y="1"/>
                        <a:pt x="9" y="2"/>
                      </a:cubicBezTo>
                      <a:cubicBezTo>
                        <a:pt x="9" y="3"/>
                        <a:pt x="10" y="4"/>
                        <a:pt x="10" y="5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3" name="Google Shape;4463;p22"/>
                <p:cNvSpPr/>
                <p:nvPr/>
              </p:nvSpPr>
              <p:spPr>
                <a:xfrm>
                  <a:off x="-323050" y="4286588"/>
                  <a:ext cx="30163" cy="25400"/>
                </a:xfrm>
                <a:custGeom>
                  <a:rect b="b" l="l" r="r" t="t"/>
                  <a:pathLst>
                    <a:path extrusionOk="0" h="7" w="8">
                      <a:moveTo>
                        <a:pt x="8" y="3"/>
                      </a:moveTo>
                      <a:cubicBezTo>
                        <a:pt x="8" y="5"/>
                        <a:pt x="6" y="7"/>
                        <a:pt x="4" y="7"/>
                      </a:cubicBezTo>
                      <a:cubicBezTo>
                        <a:pt x="2" y="7"/>
                        <a:pt x="0" y="5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5" y="0"/>
                        <a:pt x="7" y="1"/>
                        <a:pt x="8" y="2"/>
                      </a:cubicBezTo>
                      <a:cubicBezTo>
                        <a:pt x="8" y="2"/>
                        <a:pt x="8" y="3"/>
                        <a:pt x="8" y="3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4" name="Google Shape;4464;p22"/>
                <p:cNvSpPr/>
                <p:nvPr/>
              </p:nvSpPr>
              <p:spPr>
                <a:xfrm>
                  <a:off x="-315112" y="4297700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5" name="Google Shape;4465;p22"/>
                <p:cNvSpPr/>
                <p:nvPr/>
              </p:nvSpPr>
              <p:spPr>
                <a:xfrm>
                  <a:off x="-70637" y="4070688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5"/>
                      </a:cubicBezTo>
                      <a:cubicBezTo>
                        <a:pt x="0" y="15"/>
                        <a:pt x="0" y="15"/>
                        <a:pt x="1" y="15"/>
                      </a:cubicBezTo>
                      <a:cubicBezTo>
                        <a:pt x="5" y="15"/>
                        <a:pt x="10" y="11"/>
                        <a:pt x="10" y="7"/>
                      </a:cubicBezTo>
                      <a:cubicBezTo>
                        <a:pt x="10" y="5"/>
                        <a:pt x="9" y="4"/>
                        <a:pt x="8" y="3"/>
                      </a:cubicBezTo>
                      <a:cubicBezTo>
                        <a:pt x="6" y="1"/>
                        <a:pt x="3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6" name="Google Shape;4466;p22"/>
                <p:cNvSpPr/>
                <p:nvPr/>
              </p:nvSpPr>
              <p:spPr>
                <a:xfrm>
                  <a:off x="-100800" y="4070688"/>
                  <a:ext cx="60325" cy="57150"/>
                </a:xfrm>
                <a:custGeom>
                  <a:rect b="b" l="l" r="r" t="t"/>
                  <a:pathLst>
                    <a:path extrusionOk="0" h="15" w="16">
                      <a:moveTo>
                        <a:pt x="16" y="7"/>
                      </a:moveTo>
                      <a:cubicBezTo>
                        <a:pt x="16" y="11"/>
                        <a:pt x="12" y="15"/>
                        <a:pt x="8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ubicBezTo>
                        <a:pt x="0" y="6"/>
                        <a:pt x="1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5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7" name="Google Shape;4467;p22"/>
                <p:cNvSpPr/>
                <p:nvPr/>
              </p:nvSpPr>
              <p:spPr>
                <a:xfrm>
                  <a:off x="-96037" y="4070688"/>
                  <a:ext cx="49213" cy="42862"/>
                </a:xfrm>
                <a:custGeom>
                  <a:rect b="b" l="l" r="r" t="t"/>
                  <a:pathLst>
                    <a:path extrusionOk="0" h="11" w="13">
                      <a:moveTo>
                        <a:pt x="13" y="5"/>
                      </a:moveTo>
                      <a:cubicBezTo>
                        <a:pt x="13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1" y="1"/>
                        <a:pt x="13" y="3"/>
                      </a:cubicBezTo>
                      <a:cubicBezTo>
                        <a:pt x="13" y="3"/>
                        <a:pt x="13" y="4"/>
                        <a:pt x="13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8" name="Google Shape;4468;p22"/>
                <p:cNvSpPr/>
                <p:nvPr/>
              </p:nvSpPr>
              <p:spPr>
                <a:xfrm>
                  <a:off x="-84925" y="4086563"/>
                  <a:ext cx="19200" cy="192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9" name="Google Shape;4469;p22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0" name="Google Shape;4470;p22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1" name="Google Shape;4471;p22"/>
                <p:cNvSpPr/>
                <p:nvPr/>
              </p:nvSpPr>
              <p:spPr>
                <a:xfrm>
                  <a:off x="208763" y="4418350"/>
                  <a:ext cx="117475" cy="98425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3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20"/>
                        <a:pt x="31" y="12"/>
                      </a:cubicBezTo>
                      <a:cubicBezTo>
                        <a:pt x="31" y="9"/>
                        <a:pt x="29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2" name="Google Shape;4472;p22"/>
                <p:cNvSpPr/>
                <p:nvPr/>
              </p:nvSpPr>
              <p:spPr>
                <a:xfrm>
                  <a:off x="208763" y="4445338"/>
                  <a:ext cx="49213" cy="71437"/>
                </a:xfrm>
                <a:custGeom>
                  <a:rect b="b" l="l" r="r" t="t"/>
                  <a:pathLst>
                    <a:path extrusionOk="0" h="19" w="13">
                      <a:moveTo>
                        <a:pt x="0" y="6"/>
                      </a:moveTo>
                      <a:cubicBezTo>
                        <a:pt x="0" y="13"/>
                        <a:pt x="5" y="19"/>
                        <a:pt x="13" y="19"/>
                      </a:cubicBezTo>
                      <a:cubicBezTo>
                        <a:pt x="13" y="19"/>
                        <a:pt x="13" y="19"/>
                        <a:pt x="13" y="19"/>
                      </a:cubicBezTo>
                      <a:cubicBezTo>
                        <a:pt x="6" y="18"/>
                        <a:pt x="0" y="13"/>
                        <a:pt x="0" y="6"/>
                      </a:cubicBezTo>
                      <a:moveTo>
                        <a:pt x="1" y="0"/>
                      </a:moveTo>
                      <a:cubicBezTo>
                        <a:pt x="0" y="2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4"/>
                        <a:pt x="0" y="2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3" name="Google Shape;4473;p22"/>
                <p:cNvSpPr/>
                <p:nvPr/>
              </p:nvSpPr>
              <p:spPr>
                <a:xfrm>
                  <a:off x="208763" y="4437400"/>
                  <a:ext cx="101600" cy="79375"/>
                </a:xfrm>
                <a:custGeom>
                  <a:rect b="b" l="l" r="r" t="t"/>
                  <a:pathLst>
                    <a:path extrusionOk="0" h="21" w="27">
                      <a:moveTo>
                        <a:pt x="24" y="0"/>
                      </a:moveTo>
                      <a:cubicBezTo>
                        <a:pt x="24" y="1"/>
                        <a:pt x="24" y="2"/>
                        <a:pt x="24" y="3"/>
                      </a:cubicBezTo>
                      <a:cubicBezTo>
                        <a:pt x="24" y="9"/>
                        <a:pt x="18" y="14"/>
                        <a:pt x="12" y="14"/>
                      </a:cubicBezTo>
                      <a:cubicBezTo>
                        <a:pt x="6" y="14"/>
                        <a:pt x="1" y="9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4"/>
                        <a:pt x="0" y="6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5"/>
                        <a:pt x="6" y="20"/>
                        <a:pt x="13" y="21"/>
                      </a:cubicBezTo>
                      <a:cubicBezTo>
                        <a:pt x="20" y="20"/>
                        <a:pt x="27" y="14"/>
                        <a:pt x="27" y="7"/>
                      </a:cubicBezTo>
                      <a:cubicBezTo>
                        <a:pt x="27" y="4"/>
                        <a:pt x="26" y="2"/>
                        <a:pt x="24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4" name="Google Shape;4474;p22"/>
                <p:cNvSpPr/>
                <p:nvPr/>
              </p:nvSpPr>
              <p:spPr>
                <a:xfrm>
                  <a:off x="211938" y="4418350"/>
                  <a:ext cx="49213" cy="30163"/>
                </a:xfrm>
                <a:custGeom>
                  <a:rect b="b" l="l" r="r" t="t"/>
                  <a:pathLst>
                    <a:path extrusionOk="0" h="8" w="13">
                      <a:moveTo>
                        <a:pt x="12" y="0"/>
                      </a:moveTo>
                      <a:cubicBezTo>
                        <a:pt x="7" y="0"/>
                        <a:pt x="2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3" y="3"/>
                        <a:pt x="7" y="1"/>
                        <a:pt x="13" y="0"/>
                      </a:cubicBezTo>
                      <a:cubicBezTo>
                        <a:pt x="12" y="0"/>
                        <a:pt x="12" y="0"/>
                        <a:pt x="12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5" name="Google Shape;4475;p22"/>
                <p:cNvSpPr/>
                <p:nvPr/>
              </p:nvSpPr>
              <p:spPr>
                <a:xfrm>
                  <a:off x="211938" y="4418350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10" y="15"/>
                      </a:moveTo>
                      <a:cubicBezTo>
                        <a:pt x="8" y="15"/>
                        <a:pt x="5" y="13"/>
                        <a:pt x="5" y="11"/>
                      </a:cubicBezTo>
                      <a:cubicBezTo>
                        <a:pt x="5" y="9"/>
                        <a:pt x="8" y="7"/>
                        <a:pt x="10" y="7"/>
                      </a:cubicBezTo>
                      <a:cubicBezTo>
                        <a:pt x="13" y="7"/>
                        <a:pt x="15" y="9"/>
                        <a:pt x="15" y="11"/>
                      </a:cubicBezTo>
                      <a:cubicBezTo>
                        <a:pt x="15" y="13"/>
                        <a:pt x="13" y="15"/>
                        <a:pt x="10" y="15"/>
                      </a:cubicBezTo>
                      <a:moveTo>
                        <a:pt x="13" y="0"/>
                      </a:moveTo>
                      <a:cubicBezTo>
                        <a:pt x="7" y="1"/>
                        <a:pt x="3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4"/>
                        <a:pt x="5" y="19"/>
                        <a:pt x="11" y="19"/>
                      </a:cubicBezTo>
                      <a:cubicBezTo>
                        <a:pt x="17" y="19"/>
                        <a:pt x="23" y="14"/>
                        <a:pt x="23" y="8"/>
                      </a:cubicBezTo>
                      <a:cubicBezTo>
                        <a:pt x="23" y="7"/>
                        <a:pt x="23" y="6"/>
                        <a:pt x="23" y="5"/>
                      </a:cubicBezTo>
                      <a:cubicBezTo>
                        <a:pt x="23" y="5"/>
                        <a:pt x="23" y="5"/>
                        <a:pt x="23" y="5"/>
                      </a:cubicBezTo>
                      <a:cubicBezTo>
                        <a:pt x="20" y="2"/>
                        <a:pt x="16" y="0"/>
                        <a:pt x="13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6" name="Google Shape;4476;p22"/>
                <p:cNvSpPr/>
                <p:nvPr/>
              </p:nvSpPr>
              <p:spPr>
                <a:xfrm>
                  <a:off x="230988" y="4445338"/>
                  <a:ext cx="381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7" name="Google Shape;4477;p22"/>
                <p:cNvSpPr/>
                <p:nvPr/>
              </p:nvSpPr>
              <p:spPr>
                <a:xfrm>
                  <a:off x="77000" y="4391363"/>
                  <a:ext cx="41275" cy="65088"/>
                </a:xfrm>
                <a:custGeom>
                  <a:rect b="b" l="l" r="r" t="t"/>
                  <a:pathLst>
                    <a:path extrusionOk="0" h="17" w="1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1"/>
                        <a:pt x="5" y="2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5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7"/>
                      </a:cubicBezTo>
                      <a:cubicBezTo>
                        <a:pt x="0" y="17"/>
                        <a:pt x="0" y="17"/>
                        <a:pt x="1" y="17"/>
                      </a:cubicBezTo>
                      <a:cubicBezTo>
                        <a:pt x="6" y="17"/>
                        <a:pt x="11" y="13"/>
                        <a:pt x="11" y="8"/>
                      </a:cubicBezTo>
                      <a:cubicBezTo>
                        <a:pt x="11" y="6"/>
                        <a:pt x="10" y="5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8" name="Google Shape;4478;p22"/>
                <p:cNvSpPr/>
                <p:nvPr/>
              </p:nvSpPr>
              <p:spPr>
                <a:xfrm>
                  <a:off x="43663" y="4410413"/>
                  <a:ext cx="33338" cy="46037"/>
                </a:xfrm>
                <a:custGeom>
                  <a:rect b="b" l="l" r="r" t="t"/>
                  <a:pathLst>
                    <a:path extrusionOk="0" h="12" w="9">
                      <a:moveTo>
                        <a:pt x="0" y="4"/>
                      </a:moveTo>
                      <a:cubicBezTo>
                        <a:pt x="0" y="8"/>
                        <a:pt x="4" y="12"/>
                        <a:pt x="8" y="12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4" y="11"/>
                        <a:pt x="0" y="8"/>
                        <a:pt x="0" y="4"/>
                      </a:cubicBezTo>
                      <a:moveTo>
                        <a:pt x="1" y="0"/>
                      </a:moveTo>
                      <a:cubicBezTo>
                        <a:pt x="1" y="1"/>
                        <a:pt x="0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9" name="Google Shape;4479;p22"/>
                <p:cNvSpPr/>
                <p:nvPr/>
              </p:nvSpPr>
              <p:spPr>
                <a:xfrm>
                  <a:off x="43663" y="4402475"/>
                  <a:ext cx="63500" cy="53975"/>
                </a:xfrm>
                <a:custGeom>
                  <a:rect b="b" l="l" r="r" t="t"/>
                  <a:pathLst>
                    <a:path extrusionOk="0" h="14" w="17">
                      <a:moveTo>
                        <a:pt x="15" y="0"/>
                      </a:moveTo>
                      <a:cubicBezTo>
                        <a:pt x="16" y="1"/>
                        <a:pt x="16" y="2"/>
                        <a:pt x="16" y="2"/>
                      </a:cubicBezTo>
                      <a:cubicBezTo>
                        <a:pt x="16" y="6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0"/>
                        <a:pt x="4" y="13"/>
                        <a:pt x="9" y="14"/>
                      </a:cubicBezTo>
                      <a:cubicBezTo>
                        <a:pt x="13" y="13"/>
                        <a:pt x="17" y="9"/>
                        <a:pt x="17" y="5"/>
                      </a:cubicBezTo>
                      <a:cubicBezTo>
                        <a:pt x="17" y="3"/>
                        <a:pt x="17" y="2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0" name="Google Shape;4480;p22"/>
                <p:cNvSpPr/>
                <p:nvPr/>
              </p:nvSpPr>
              <p:spPr>
                <a:xfrm>
                  <a:off x="46838" y="4391363"/>
                  <a:ext cx="30163" cy="19050"/>
                </a:xfrm>
                <a:custGeom>
                  <a:rect b="b" l="l" r="r" t="t"/>
                  <a:pathLst>
                    <a:path extrusionOk="0" h="5" w="8">
                      <a:moveTo>
                        <a:pt x="7" y="0"/>
                      </a:moveTo>
                      <a:cubicBezTo>
                        <a:pt x="4" y="0"/>
                        <a:pt x="1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2" y="2"/>
                        <a:pt x="5" y="1"/>
                        <a:pt x="8" y="0"/>
                      </a:cubicBezTo>
                      <a:cubicBezTo>
                        <a:pt x="8" y="0"/>
                        <a:pt x="8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1" name="Google Shape;4481;p22"/>
                <p:cNvSpPr/>
                <p:nvPr/>
              </p:nvSpPr>
              <p:spPr>
                <a:xfrm>
                  <a:off x="46838" y="4391363"/>
                  <a:ext cx="57150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10"/>
                      </a:move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5"/>
                        <a:pt x="7" y="5"/>
                      </a:cubicBezTo>
                      <a:cubicBezTo>
                        <a:pt x="8" y="5"/>
                        <a:pt x="10" y="6"/>
                        <a:pt x="10" y="7"/>
                      </a:cubicBezTo>
                      <a:cubicBezTo>
                        <a:pt x="10" y="9"/>
                        <a:pt x="8" y="10"/>
                        <a:pt x="7" y="10"/>
                      </a:cubicBezTo>
                      <a:moveTo>
                        <a:pt x="8" y="0"/>
                      </a:moveTo>
                      <a:cubicBezTo>
                        <a:pt x="5" y="1"/>
                        <a:pt x="2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9"/>
                        <a:pt x="15" y="5"/>
                      </a:cubicBezTo>
                      <a:cubicBezTo>
                        <a:pt x="15" y="5"/>
                        <a:pt x="15" y="4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0" y="1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2" name="Google Shape;4482;p22"/>
                <p:cNvSpPr/>
                <p:nvPr/>
              </p:nvSpPr>
              <p:spPr>
                <a:xfrm>
                  <a:off x="62713" y="441041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3" name="Google Shape;4483;p22"/>
                <p:cNvSpPr/>
                <p:nvPr/>
              </p:nvSpPr>
              <p:spPr>
                <a:xfrm>
                  <a:off x="299250" y="4229438"/>
                  <a:ext cx="79375" cy="60325"/>
                </a:xfrm>
                <a:custGeom>
                  <a:rect b="b" l="l" r="r" t="t"/>
                  <a:pathLst>
                    <a:path extrusionOk="0" h="16" w="21">
                      <a:moveTo>
                        <a:pt x="19" y="0"/>
                      </a:moveTo>
                      <a:cubicBezTo>
                        <a:pt x="19" y="0"/>
                        <a:pt x="19" y="1"/>
                        <a:pt x="19" y="2"/>
                      </a:cubicBezTo>
                      <a:cubicBezTo>
                        <a:pt x="19" y="7"/>
                        <a:pt x="15" y="11"/>
                        <a:pt x="10" y="11"/>
                      </a:cubicBezTo>
                      <a:cubicBezTo>
                        <a:pt x="5" y="11"/>
                        <a:pt x="1" y="7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5" y="16"/>
                        <a:pt x="11" y="16"/>
                      </a:cubicBezTo>
                      <a:cubicBezTo>
                        <a:pt x="16" y="16"/>
                        <a:pt x="21" y="11"/>
                        <a:pt x="21" y="6"/>
                      </a:cubicBezTo>
                      <a:cubicBezTo>
                        <a:pt x="21" y="3"/>
                        <a:pt x="20" y="1"/>
                        <a:pt x="19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4" name="Google Shape;4484;p22"/>
                <p:cNvSpPr/>
                <p:nvPr/>
              </p:nvSpPr>
              <p:spPr>
                <a:xfrm>
                  <a:off x="302425" y="4215150"/>
                  <a:ext cx="68262" cy="55563"/>
                </a:xfrm>
                <a:custGeom>
                  <a:rect b="b" l="l" r="r" t="t"/>
                  <a:pathLst>
                    <a:path extrusionOk="0" h="15" w="18">
                      <a:moveTo>
                        <a:pt x="8" y="12"/>
                      </a:moveTo>
                      <a:cubicBezTo>
                        <a:pt x="6" y="12"/>
                        <a:pt x="4" y="10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0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6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8" y="11"/>
                        <a:pt x="18" y="6"/>
                      </a:cubicBezTo>
                      <a:cubicBezTo>
                        <a:pt x="18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2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5" name="Google Shape;4485;p22"/>
                <p:cNvSpPr/>
                <p:nvPr/>
              </p:nvSpPr>
              <p:spPr>
                <a:xfrm>
                  <a:off x="318300" y="4234200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6" name="Google Shape;4486;p22"/>
                <p:cNvSpPr/>
                <p:nvPr/>
              </p:nvSpPr>
              <p:spPr>
                <a:xfrm>
                  <a:off x="340525" y="4215150"/>
                  <a:ext cx="52388" cy="74613"/>
                </a:xfrm>
                <a:custGeom>
                  <a:rect b="b" l="l" r="r" t="t"/>
                  <a:pathLst>
                    <a:path extrusionOk="0" h="20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2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9" y="5"/>
                        <a:pt x="10" y="7"/>
                        <a:pt x="10" y="10"/>
                      </a:cubicBezTo>
                      <a:cubicBezTo>
                        <a:pt x="10" y="15"/>
                        <a:pt x="5" y="20"/>
                        <a:pt x="0" y="20"/>
                      </a:cubicBezTo>
                      <a:cubicBezTo>
                        <a:pt x="0" y="20"/>
                        <a:pt x="0" y="20"/>
                        <a:pt x="1" y="20"/>
                      </a:cubicBezTo>
                      <a:cubicBezTo>
                        <a:pt x="7" y="20"/>
                        <a:pt x="14" y="15"/>
                        <a:pt x="14" y="10"/>
                      </a:cubicBezTo>
                      <a:cubicBezTo>
                        <a:pt x="14" y="7"/>
                        <a:pt x="12" y="5"/>
                        <a:pt x="11" y="4"/>
                      </a:cubicBezTo>
                      <a:cubicBezTo>
                        <a:pt x="8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7" name="Google Shape;4487;p22"/>
                <p:cNvSpPr/>
                <p:nvPr/>
              </p:nvSpPr>
              <p:spPr>
                <a:xfrm>
                  <a:off x="-5550" y="4539000"/>
                  <a:ext cx="22225" cy="3810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8"/>
                        <a:pt x="2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3" y="10"/>
                        <a:pt x="6" y="8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8" name="Google Shape;4488;p22"/>
                <p:cNvSpPr/>
                <p:nvPr/>
              </p:nvSpPr>
              <p:spPr>
                <a:xfrm>
                  <a:off x="-27775" y="4546938"/>
                  <a:ext cx="41275" cy="30163"/>
                </a:xfrm>
                <a:custGeom>
                  <a:rect b="b" l="l" r="r" t="t"/>
                  <a:pathLst>
                    <a:path extrusionOk="0" h="8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7" y="6"/>
                        <a:pt x="5" y="6"/>
                      </a:cubicBezTo>
                      <a:cubicBezTo>
                        <a:pt x="3" y="6"/>
                        <a:pt x="1" y="4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3" y="8"/>
                        <a:pt x="6" y="8"/>
                      </a:cubicBezTo>
                      <a:cubicBezTo>
                        <a:pt x="8" y="8"/>
                        <a:pt x="11" y="6"/>
                        <a:pt x="11" y="3"/>
                      </a:cubicBezTo>
                      <a:cubicBezTo>
                        <a:pt x="11" y="2"/>
                        <a:pt x="10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9" name="Google Shape;4489;p22"/>
                <p:cNvSpPr/>
                <p:nvPr/>
              </p:nvSpPr>
              <p:spPr>
                <a:xfrm>
                  <a:off x="-24600" y="4539000"/>
                  <a:ext cx="33338" cy="30163"/>
                </a:xfrm>
                <a:custGeom>
                  <a:rect b="b" l="l" r="r" t="t"/>
                  <a:pathLst>
                    <a:path extrusionOk="0" h="8" w="9">
                      <a:moveTo>
                        <a:pt x="4" y="6"/>
                      </a:moveTo>
                      <a:cubicBezTo>
                        <a:pt x="3" y="6"/>
                        <a:pt x="2" y="5"/>
                        <a:pt x="2" y="4"/>
                      </a:cubicBezTo>
                      <a:cubicBezTo>
                        <a:pt x="2" y="4"/>
                        <a:pt x="3" y="3"/>
                        <a:pt x="4" y="3"/>
                      </a:cubicBezTo>
                      <a:cubicBezTo>
                        <a:pt x="5" y="3"/>
                        <a:pt x="6" y="4"/>
                        <a:pt x="6" y="4"/>
                      </a:cubicBezTo>
                      <a:cubicBezTo>
                        <a:pt x="6" y="5"/>
                        <a:pt x="5" y="6"/>
                        <a:pt x="4" y="6"/>
                      </a:cubicBezTo>
                      <a:moveTo>
                        <a:pt x="5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6" y="8"/>
                        <a:pt x="9" y="6"/>
                        <a:pt x="9" y="3"/>
                      </a:cubicBezTo>
                      <a:cubicBezTo>
                        <a:pt x="9" y="3"/>
                        <a:pt x="9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8" y="1"/>
                        <a:pt x="6" y="0"/>
                        <a:pt x="5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0" name="Google Shape;4490;p22"/>
                <p:cNvSpPr/>
                <p:nvPr/>
              </p:nvSpPr>
              <p:spPr>
                <a:xfrm>
                  <a:off x="-16662" y="455011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1" name="Google Shape;4491;p22"/>
                <p:cNvSpPr/>
                <p:nvPr/>
              </p:nvSpPr>
              <p:spPr>
                <a:xfrm>
                  <a:off x="-107150" y="4311988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9" y="6"/>
                        <a:pt x="9" y="7"/>
                      </a:cubicBezTo>
                      <a:cubicBezTo>
                        <a:pt x="9" y="12"/>
                        <a:pt x="4" y="16"/>
                        <a:pt x="0" y="16"/>
                      </a:cubicBezTo>
                      <a:cubicBezTo>
                        <a:pt x="0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6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2" name="Google Shape;4492;p22"/>
                <p:cNvSpPr/>
                <p:nvPr/>
              </p:nvSpPr>
              <p:spPr>
                <a:xfrm>
                  <a:off x="-142075" y="4324688"/>
                  <a:ext cx="68262" cy="47625"/>
                </a:xfrm>
                <a:custGeom>
                  <a:rect b="b" l="l" r="r" t="t"/>
                  <a:pathLst>
                    <a:path extrusionOk="0" h="13" w="18">
                      <a:moveTo>
                        <a:pt x="15" y="0"/>
                      </a:moveTo>
                      <a:cubicBezTo>
                        <a:pt x="16" y="0"/>
                        <a:pt x="16" y="1"/>
                        <a:pt x="16" y="1"/>
                      </a:cubicBezTo>
                      <a:cubicBezTo>
                        <a:pt x="16" y="5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0" y="4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4" y="13"/>
                        <a:pt x="9" y="13"/>
                      </a:cubicBezTo>
                      <a:cubicBezTo>
                        <a:pt x="13" y="13"/>
                        <a:pt x="18" y="9"/>
                        <a:pt x="18" y="4"/>
                      </a:cubicBezTo>
                      <a:cubicBezTo>
                        <a:pt x="18" y="3"/>
                        <a:pt x="17" y="1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3" name="Google Shape;4493;p22"/>
                <p:cNvSpPr/>
                <p:nvPr/>
              </p:nvSpPr>
              <p:spPr>
                <a:xfrm>
                  <a:off x="-137312" y="4311988"/>
                  <a:ext cx="55563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9"/>
                      </a:moveTo>
                      <a:cubicBezTo>
                        <a:pt x="5" y="9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8" y="4"/>
                        <a:pt x="10" y="5"/>
                        <a:pt x="10" y="7"/>
                      </a:cubicBezTo>
                      <a:cubicBezTo>
                        <a:pt x="10" y="8"/>
                        <a:pt x="8" y="9"/>
                        <a:pt x="7" y="9"/>
                      </a:cubicBezTo>
                      <a:moveTo>
                        <a:pt x="8" y="0"/>
                      </a:moveTo>
                      <a:cubicBezTo>
                        <a:pt x="5" y="0"/>
                        <a:pt x="2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8"/>
                        <a:pt x="15" y="4"/>
                      </a:cubicBezTo>
                      <a:cubicBezTo>
                        <a:pt x="15" y="4"/>
                        <a:pt x="15" y="3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1"/>
                        <a:pt x="11" y="0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4" name="Google Shape;4494;p22"/>
                <p:cNvSpPr/>
                <p:nvPr/>
              </p:nvSpPr>
              <p:spPr>
                <a:xfrm>
                  <a:off x="-123025" y="432786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5" name="Google Shape;4495;p22"/>
                <p:cNvSpPr/>
                <p:nvPr/>
              </p:nvSpPr>
              <p:spPr>
                <a:xfrm>
                  <a:off x="-24600" y="4215150"/>
                  <a:ext cx="26988" cy="41275"/>
                </a:xfrm>
                <a:custGeom>
                  <a:rect b="b" l="l" r="r" t="t"/>
                  <a:pathLst>
                    <a:path extrusionOk="0" h="11" w="7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3"/>
                        <a:pt x="5" y="4"/>
                        <a:pt x="5" y="5"/>
                      </a:cubicBezTo>
                      <a:cubicBezTo>
                        <a:pt x="5" y="8"/>
                        <a:pt x="2" y="11"/>
                        <a:pt x="0" y="1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4" y="11"/>
                        <a:pt x="7" y="8"/>
                        <a:pt x="7" y="5"/>
                      </a:cubicBezTo>
                      <a:cubicBezTo>
                        <a:pt x="7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6" name="Google Shape;4496;p22"/>
                <p:cNvSpPr/>
                <p:nvPr/>
              </p:nvSpPr>
              <p:spPr>
                <a:xfrm>
                  <a:off x="-46825" y="4221500"/>
                  <a:ext cx="41275" cy="34925"/>
                </a:xfrm>
                <a:custGeom>
                  <a:rect b="b" l="l" r="r" t="t"/>
                  <a:pathLst>
                    <a:path extrusionOk="0" h="9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8" y="6"/>
                        <a:pt x="5" y="6"/>
                      </a:cubicBezTo>
                      <a:cubicBezTo>
                        <a:pt x="2" y="6"/>
                        <a:pt x="0" y="4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9"/>
                        <a:pt x="6" y="9"/>
                      </a:cubicBezTo>
                      <a:cubicBezTo>
                        <a:pt x="8" y="9"/>
                        <a:pt x="11" y="6"/>
                        <a:pt x="11" y="3"/>
                      </a:cubicBezTo>
                      <a:cubicBezTo>
                        <a:pt x="11" y="2"/>
                        <a:pt x="11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7" name="Google Shape;4497;p22"/>
                <p:cNvSpPr/>
                <p:nvPr/>
              </p:nvSpPr>
              <p:spPr>
                <a:xfrm>
                  <a:off x="-46825" y="4215150"/>
                  <a:ext cx="36513" cy="30163"/>
                </a:xfrm>
                <a:custGeom>
                  <a:rect b="b" l="l" r="r" t="t"/>
                  <a:pathLst>
                    <a:path extrusionOk="0" h="8" w="10">
                      <a:moveTo>
                        <a:pt x="5" y="6"/>
                      </a:moveTo>
                      <a:cubicBezTo>
                        <a:pt x="4" y="6"/>
                        <a:pt x="3" y="5"/>
                        <a:pt x="3" y="4"/>
                      </a:cubicBezTo>
                      <a:cubicBezTo>
                        <a:pt x="3" y="4"/>
                        <a:pt x="4" y="3"/>
                        <a:pt x="5" y="3"/>
                      </a:cubicBezTo>
                      <a:cubicBezTo>
                        <a:pt x="6" y="3"/>
                        <a:pt x="7" y="4"/>
                        <a:pt x="7" y="4"/>
                      </a:cubicBezTo>
                      <a:cubicBezTo>
                        <a:pt x="7" y="5"/>
                        <a:pt x="6" y="6"/>
                        <a:pt x="5" y="6"/>
                      </a:cubicBezTo>
                      <a:moveTo>
                        <a:pt x="6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5" y="8"/>
                      </a:cubicBezTo>
                      <a:cubicBezTo>
                        <a:pt x="8" y="8"/>
                        <a:pt x="10" y="6"/>
                        <a:pt x="10" y="3"/>
                      </a:cubicBezTo>
                      <a:cubicBezTo>
                        <a:pt x="10" y="3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9" y="1"/>
                        <a:pt x="7" y="0"/>
                        <a:pt x="6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8" name="Google Shape;4498;p22"/>
                <p:cNvSpPr/>
                <p:nvPr/>
              </p:nvSpPr>
              <p:spPr>
                <a:xfrm>
                  <a:off x="-35712" y="422626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9" name="Google Shape;4499;p22"/>
                <p:cNvSpPr/>
                <p:nvPr/>
              </p:nvSpPr>
              <p:spPr>
                <a:xfrm>
                  <a:off x="219875" y="4154825"/>
                  <a:ext cx="34925" cy="49213"/>
                </a:xfrm>
                <a:custGeom>
                  <a:rect b="b" l="l" r="r" t="t"/>
                  <a:pathLst>
                    <a:path extrusionOk="0" h="13" w="9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3"/>
                        <a:pt x="7" y="4"/>
                        <a:pt x="7" y="6"/>
                      </a:cubicBezTo>
                      <a:cubicBezTo>
                        <a:pt x="7" y="10"/>
                        <a:pt x="3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5" y="13"/>
                        <a:pt x="9" y="10"/>
                        <a:pt x="9" y="6"/>
                      </a:cubicBezTo>
                      <a:cubicBezTo>
                        <a:pt x="9" y="4"/>
                        <a:pt x="8" y="3"/>
                        <a:pt x="7" y="2"/>
                      </a:cubicBezTo>
                      <a:cubicBezTo>
                        <a:pt x="5" y="0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0" name="Google Shape;4500;p22"/>
                <p:cNvSpPr/>
                <p:nvPr/>
              </p:nvSpPr>
              <p:spPr>
                <a:xfrm>
                  <a:off x="194475" y="4161175"/>
                  <a:ext cx="52388" cy="42862"/>
                </a:xfrm>
                <a:custGeom>
                  <a:rect b="b" l="l" r="r" t="t"/>
                  <a:pathLst>
                    <a:path extrusionOk="0" h="11" w="14">
                      <a:moveTo>
                        <a:pt x="12" y="0"/>
                      </a:moveTo>
                      <a:cubicBezTo>
                        <a:pt x="12" y="0"/>
                        <a:pt x="12" y="1"/>
                        <a:pt x="12" y="2"/>
                      </a:cubicBezTo>
                      <a:cubicBezTo>
                        <a:pt x="12" y="5"/>
                        <a:pt x="9" y="8"/>
                        <a:pt x="6" y="8"/>
                      </a:cubicBezTo>
                      <a:cubicBezTo>
                        <a:pt x="3" y="8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8"/>
                        <a:pt x="3" y="11"/>
                        <a:pt x="7" y="11"/>
                      </a:cubicBezTo>
                      <a:cubicBezTo>
                        <a:pt x="10" y="11"/>
                        <a:pt x="14" y="8"/>
                        <a:pt x="14" y="4"/>
                      </a:cubicBezTo>
                      <a:cubicBezTo>
                        <a:pt x="14" y="2"/>
                        <a:pt x="13" y="1"/>
                        <a:pt x="12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1" name="Google Shape;4501;p22"/>
                <p:cNvSpPr/>
                <p:nvPr/>
              </p:nvSpPr>
              <p:spPr>
                <a:xfrm>
                  <a:off x="194475" y="4154825"/>
                  <a:ext cx="44450" cy="36513"/>
                </a:xfrm>
                <a:custGeom>
                  <a:rect b="b" l="l" r="r" t="t"/>
                  <a:pathLst>
                    <a:path extrusionOk="0" h="10" w="12">
                      <a:moveTo>
                        <a:pt x="6" y="7"/>
                      </a:moveTo>
                      <a:cubicBezTo>
                        <a:pt x="4" y="7"/>
                        <a:pt x="3" y="6"/>
                        <a:pt x="3" y="5"/>
                      </a:cubicBezTo>
                      <a:cubicBezTo>
                        <a:pt x="3" y="4"/>
                        <a:pt x="4" y="3"/>
                        <a:pt x="6" y="3"/>
                      </a:cubicBezTo>
                      <a:cubicBezTo>
                        <a:pt x="7" y="3"/>
                        <a:pt x="8" y="4"/>
                        <a:pt x="8" y="5"/>
                      </a:cubicBezTo>
                      <a:cubicBezTo>
                        <a:pt x="8" y="6"/>
                        <a:pt x="7" y="7"/>
                        <a:pt x="6" y="7"/>
                      </a:cubicBezTo>
                      <a:moveTo>
                        <a:pt x="7" y="0"/>
                      </a:moveTo>
                      <a:cubicBezTo>
                        <a:pt x="4" y="0"/>
                        <a:pt x="2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7"/>
                        <a:pt x="3" y="10"/>
                        <a:pt x="6" y="10"/>
                      </a:cubicBezTo>
                      <a:cubicBezTo>
                        <a:pt x="9" y="10"/>
                        <a:pt x="12" y="7"/>
                        <a:pt x="12" y="4"/>
                      </a:cubicBezTo>
                      <a:cubicBezTo>
                        <a:pt x="12" y="3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1" y="1"/>
                        <a:pt x="9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2" name="Google Shape;4502;p22"/>
                <p:cNvSpPr/>
                <p:nvPr/>
              </p:nvSpPr>
              <p:spPr>
                <a:xfrm>
                  <a:off x="205588" y="4165938"/>
                  <a:ext cx="19200" cy="144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3" name="Google Shape;4503;p22"/>
                <p:cNvSpPr/>
                <p:nvPr/>
              </p:nvSpPr>
              <p:spPr>
                <a:xfrm>
                  <a:off x="189713" y="4667588"/>
                  <a:ext cx="52388" cy="79375"/>
                </a:xfrm>
                <a:custGeom>
                  <a:rect b="b" l="l" r="r" t="t"/>
                  <a:pathLst>
                    <a:path extrusionOk="0" h="21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1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10" y="5"/>
                        <a:pt x="11" y="7"/>
                        <a:pt x="11" y="10"/>
                      </a:cubicBezTo>
                      <a:cubicBezTo>
                        <a:pt x="11" y="16"/>
                        <a:pt x="5" y="21"/>
                        <a:pt x="0" y="21"/>
                      </a:cubicBezTo>
                      <a:cubicBezTo>
                        <a:pt x="0" y="21"/>
                        <a:pt x="0" y="21"/>
                        <a:pt x="1" y="21"/>
                      </a:cubicBezTo>
                      <a:cubicBezTo>
                        <a:pt x="7" y="21"/>
                        <a:pt x="14" y="16"/>
                        <a:pt x="14" y="10"/>
                      </a:cubicBezTo>
                      <a:cubicBezTo>
                        <a:pt x="14" y="7"/>
                        <a:pt x="13" y="5"/>
                        <a:pt x="11" y="4"/>
                      </a:cubicBezTo>
                      <a:cubicBezTo>
                        <a:pt x="8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4" name="Google Shape;4504;p22"/>
                <p:cNvSpPr/>
                <p:nvPr/>
              </p:nvSpPr>
              <p:spPr>
                <a:xfrm>
                  <a:off x="145263" y="4681875"/>
                  <a:ext cx="85725" cy="65088"/>
                </a:xfrm>
                <a:custGeom>
                  <a:rect b="b" l="l" r="r" t="t"/>
                  <a:pathLst>
                    <a:path extrusionOk="0" h="17" w="23">
                      <a:moveTo>
                        <a:pt x="20" y="0"/>
                      </a:moveTo>
                      <a:cubicBezTo>
                        <a:pt x="20" y="0"/>
                        <a:pt x="21" y="1"/>
                        <a:pt x="21" y="2"/>
                      </a:cubicBezTo>
                      <a:cubicBezTo>
                        <a:pt x="21" y="7"/>
                        <a:pt x="16" y="11"/>
                        <a:pt x="11" y="11"/>
                      </a:cubicBezTo>
                      <a:cubicBezTo>
                        <a:pt x="6" y="11"/>
                        <a:pt x="2" y="7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2"/>
                        <a:pt x="5" y="17"/>
                        <a:pt x="12" y="17"/>
                      </a:cubicBezTo>
                      <a:cubicBezTo>
                        <a:pt x="17" y="17"/>
                        <a:pt x="23" y="12"/>
                        <a:pt x="23" y="6"/>
                      </a:cubicBezTo>
                      <a:cubicBezTo>
                        <a:pt x="23" y="3"/>
                        <a:pt x="22" y="1"/>
                        <a:pt x="2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5" name="Google Shape;4505;p22"/>
                <p:cNvSpPr/>
                <p:nvPr/>
              </p:nvSpPr>
              <p:spPr>
                <a:xfrm>
                  <a:off x="151613" y="4667588"/>
                  <a:ext cx="73025" cy="55563"/>
                </a:xfrm>
                <a:custGeom>
                  <a:rect b="b" l="l" r="r" t="t"/>
                  <a:pathLst>
                    <a:path extrusionOk="0" h="15" w="19">
                      <a:moveTo>
                        <a:pt x="8" y="12"/>
                      </a:moveTo>
                      <a:cubicBezTo>
                        <a:pt x="6" y="12"/>
                        <a:pt x="4" y="11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1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5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9" y="11"/>
                        <a:pt x="19" y="6"/>
                      </a:cubicBezTo>
                      <a:cubicBezTo>
                        <a:pt x="19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1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6" name="Google Shape;4506;p22"/>
                <p:cNvSpPr/>
                <p:nvPr/>
              </p:nvSpPr>
              <p:spPr>
                <a:xfrm>
                  <a:off x="167488" y="4686638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07" name="Google Shape;4507;p22"/>
              <p:cNvGrpSpPr/>
              <p:nvPr/>
            </p:nvGrpSpPr>
            <p:grpSpPr>
              <a:xfrm rot="10800000">
                <a:off x="-578148" y="-381481"/>
                <a:ext cx="1150223" cy="1399215"/>
                <a:chOff x="7491913" y="372038"/>
                <a:chExt cx="1503363" cy="1828800"/>
              </a:xfrm>
            </p:grpSpPr>
            <p:sp>
              <p:nvSpPr>
                <p:cNvPr id="4508" name="Google Shape;4508;p22"/>
                <p:cNvSpPr/>
                <p:nvPr/>
              </p:nvSpPr>
              <p:spPr>
                <a:xfrm>
                  <a:off x="8117388" y="1383275"/>
                  <a:ext cx="746125" cy="700088"/>
                </a:xfrm>
                <a:custGeom>
                  <a:rect b="b" l="l" r="r" t="t"/>
                  <a:pathLst>
                    <a:path extrusionOk="0" h="186" w="198">
                      <a:moveTo>
                        <a:pt x="12" y="0"/>
                      </a:moveTo>
                      <a:cubicBezTo>
                        <a:pt x="13" y="13"/>
                        <a:pt x="15" y="26"/>
                        <a:pt x="20" y="38"/>
                      </a:cubicBezTo>
                      <a:cubicBezTo>
                        <a:pt x="25" y="50"/>
                        <a:pt x="32" y="61"/>
                        <a:pt x="43" y="67"/>
                      </a:cubicBezTo>
                      <a:cubicBezTo>
                        <a:pt x="54" y="73"/>
                        <a:pt x="68" y="74"/>
                        <a:pt x="81" y="74"/>
                      </a:cubicBezTo>
                      <a:cubicBezTo>
                        <a:pt x="88" y="73"/>
                        <a:pt x="94" y="73"/>
                        <a:pt x="101" y="72"/>
                      </a:cubicBezTo>
                      <a:cubicBezTo>
                        <a:pt x="108" y="72"/>
                        <a:pt x="116" y="72"/>
                        <a:pt x="123" y="74"/>
                      </a:cubicBezTo>
                      <a:cubicBezTo>
                        <a:pt x="127" y="75"/>
                        <a:pt x="130" y="77"/>
                        <a:pt x="133" y="80"/>
                      </a:cubicBezTo>
                      <a:cubicBezTo>
                        <a:pt x="136" y="83"/>
                        <a:pt x="137" y="86"/>
                        <a:pt x="139" y="90"/>
                      </a:cubicBezTo>
                      <a:cubicBezTo>
                        <a:pt x="141" y="97"/>
                        <a:pt x="142" y="104"/>
                        <a:pt x="142" y="111"/>
                      </a:cubicBezTo>
                      <a:cubicBezTo>
                        <a:pt x="143" y="125"/>
                        <a:pt x="142" y="138"/>
                        <a:pt x="142" y="152"/>
                      </a:cubicBezTo>
                      <a:cubicBezTo>
                        <a:pt x="142" y="155"/>
                        <a:pt x="142" y="159"/>
                        <a:pt x="142" y="162"/>
                      </a:cubicBezTo>
                      <a:cubicBezTo>
                        <a:pt x="142" y="166"/>
                        <a:pt x="142" y="169"/>
                        <a:pt x="144" y="172"/>
                      </a:cubicBezTo>
                      <a:cubicBezTo>
                        <a:pt x="144" y="173"/>
                        <a:pt x="144" y="173"/>
                        <a:pt x="145" y="174"/>
                      </a:cubicBezTo>
                      <a:cubicBezTo>
                        <a:pt x="145" y="174"/>
                        <a:pt x="146" y="175"/>
                        <a:pt x="147" y="175"/>
                      </a:cubicBezTo>
                      <a:cubicBezTo>
                        <a:pt x="148" y="176"/>
                        <a:pt x="149" y="177"/>
                        <a:pt x="151" y="178"/>
                      </a:cubicBezTo>
                      <a:cubicBezTo>
                        <a:pt x="154" y="179"/>
                        <a:pt x="157" y="179"/>
                        <a:pt x="160" y="179"/>
                      </a:cubicBezTo>
                      <a:cubicBezTo>
                        <a:pt x="167" y="178"/>
                        <a:pt x="174" y="175"/>
                        <a:pt x="181" y="175"/>
                      </a:cubicBezTo>
                      <a:cubicBezTo>
                        <a:pt x="184" y="175"/>
                        <a:pt x="188" y="177"/>
                        <a:pt x="190" y="178"/>
                      </a:cubicBezTo>
                      <a:cubicBezTo>
                        <a:pt x="193" y="180"/>
                        <a:pt x="196" y="183"/>
                        <a:pt x="198" y="186"/>
                      </a:cubicBezTo>
                      <a:cubicBezTo>
                        <a:pt x="196" y="183"/>
                        <a:pt x="193" y="180"/>
                        <a:pt x="190" y="179"/>
                      </a:cubicBezTo>
                      <a:cubicBezTo>
                        <a:pt x="187" y="177"/>
                        <a:pt x="184" y="176"/>
                        <a:pt x="181" y="176"/>
                      </a:cubicBezTo>
                      <a:cubicBezTo>
                        <a:pt x="174" y="176"/>
                        <a:pt x="167" y="179"/>
                        <a:pt x="161" y="180"/>
                      </a:cubicBezTo>
                      <a:cubicBezTo>
                        <a:pt x="157" y="181"/>
                        <a:pt x="153" y="181"/>
                        <a:pt x="150" y="180"/>
                      </a:cubicBezTo>
                      <a:cubicBezTo>
                        <a:pt x="148" y="179"/>
                        <a:pt x="147" y="178"/>
                        <a:pt x="145" y="177"/>
                      </a:cubicBezTo>
                      <a:cubicBezTo>
                        <a:pt x="145" y="176"/>
                        <a:pt x="144" y="176"/>
                        <a:pt x="143" y="175"/>
                      </a:cubicBezTo>
                      <a:cubicBezTo>
                        <a:pt x="143" y="175"/>
                        <a:pt x="142" y="174"/>
                        <a:pt x="141" y="173"/>
                      </a:cubicBezTo>
                      <a:cubicBezTo>
                        <a:pt x="140" y="169"/>
                        <a:pt x="139" y="166"/>
                        <a:pt x="139" y="162"/>
                      </a:cubicBezTo>
                      <a:cubicBezTo>
                        <a:pt x="139" y="159"/>
                        <a:pt x="139" y="155"/>
                        <a:pt x="139" y="152"/>
                      </a:cubicBezTo>
                      <a:cubicBezTo>
                        <a:pt x="139" y="138"/>
                        <a:pt x="139" y="125"/>
                        <a:pt x="138" y="111"/>
                      </a:cubicBezTo>
                      <a:cubicBezTo>
                        <a:pt x="137" y="104"/>
                        <a:pt x="136" y="98"/>
                        <a:pt x="134" y="92"/>
                      </a:cubicBezTo>
                      <a:cubicBezTo>
                        <a:pt x="132" y="89"/>
                        <a:pt x="131" y="86"/>
                        <a:pt x="129" y="84"/>
                      </a:cubicBezTo>
                      <a:cubicBezTo>
                        <a:pt x="127" y="82"/>
                        <a:pt x="124" y="81"/>
                        <a:pt x="121" y="80"/>
                      </a:cubicBezTo>
                      <a:cubicBezTo>
                        <a:pt x="115" y="78"/>
                        <a:pt x="109" y="79"/>
                        <a:pt x="102" y="79"/>
                      </a:cubicBezTo>
                      <a:cubicBezTo>
                        <a:pt x="95" y="80"/>
                        <a:pt x="88" y="81"/>
                        <a:pt x="81" y="81"/>
                      </a:cubicBezTo>
                      <a:cubicBezTo>
                        <a:pt x="74" y="82"/>
                        <a:pt x="67" y="82"/>
                        <a:pt x="60" y="81"/>
                      </a:cubicBezTo>
                      <a:cubicBezTo>
                        <a:pt x="53" y="81"/>
                        <a:pt x="46" y="79"/>
                        <a:pt x="39" y="75"/>
                      </a:cubicBezTo>
                      <a:cubicBezTo>
                        <a:pt x="32" y="72"/>
                        <a:pt x="26" y="67"/>
                        <a:pt x="21" y="61"/>
                      </a:cubicBezTo>
                      <a:cubicBezTo>
                        <a:pt x="17" y="56"/>
                        <a:pt x="13" y="49"/>
                        <a:pt x="10" y="43"/>
                      </a:cubicBezTo>
                      <a:cubicBezTo>
                        <a:pt x="7" y="36"/>
                        <a:pt x="5" y="29"/>
                        <a:pt x="3" y="22"/>
                      </a:cubicBezTo>
                      <a:cubicBezTo>
                        <a:pt x="2" y="15"/>
                        <a:pt x="0" y="8"/>
                        <a:pt x="0" y="1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9" name="Google Shape;4509;p22"/>
                <p:cNvSpPr/>
                <p:nvPr/>
              </p:nvSpPr>
              <p:spPr>
                <a:xfrm>
                  <a:off x="8234863" y="1394388"/>
                  <a:ext cx="387350" cy="806450"/>
                </a:xfrm>
                <a:custGeom>
                  <a:rect b="b" l="l" r="r" t="t"/>
                  <a:pathLst>
                    <a:path extrusionOk="0" h="214" w="103">
                      <a:moveTo>
                        <a:pt x="13" y="0"/>
                      </a:moveTo>
                      <a:cubicBezTo>
                        <a:pt x="14" y="9"/>
                        <a:pt x="17" y="18"/>
                        <a:pt x="22" y="26"/>
                      </a:cubicBezTo>
                      <a:cubicBezTo>
                        <a:pt x="27" y="35"/>
                        <a:pt x="34" y="43"/>
                        <a:pt x="40" y="50"/>
                      </a:cubicBezTo>
                      <a:cubicBezTo>
                        <a:pt x="44" y="54"/>
                        <a:pt x="47" y="58"/>
                        <a:pt x="50" y="63"/>
                      </a:cubicBezTo>
                      <a:cubicBezTo>
                        <a:pt x="52" y="65"/>
                        <a:pt x="53" y="67"/>
                        <a:pt x="55" y="69"/>
                      </a:cubicBezTo>
                      <a:cubicBezTo>
                        <a:pt x="56" y="71"/>
                        <a:pt x="58" y="74"/>
                        <a:pt x="59" y="76"/>
                      </a:cubicBezTo>
                      <a:cubicBezTo>
                        <a:pt x="63" y="87"/>
                        <a:pt x="63" y="98"/>
                        <a:pt x="63" y="108"/>
                      </a:cubicBezTo>
                      <a:cubicBezTo>
                        <a:pt x="62" y="119"/>
                        <a:pt x="60" y="129"/>
                        <a:pt x="59" y="139"/>
                      </a:cubicBezTo>
                      <a:cubicBezTo>
                        <a:pt x="59" y="144"/>
                        <a:pt x="59" y="149"/>
                        <a:pt x="59" y="154"/>
                      </a:cubicBezTo>
                      <a:cubicBezTo>
                        <a:pt x="59" y="159"/>
                        <a:pt x="60" y="164"/>
                        <a:pt x="62" y="169"/>
                      </a:cubicBezTo>
                      <a:cubicBezTo>
                        <a:pt x="66" y="178"/>
                        <a:pt x="74" y="185"/>
                        <a:pt x="82" y="192"/>
                      </a:cubicBezTo>
                      <a:cubicBezTo>
                        <a:pt x="86" y="195"/>
                        <a:pt x="90" y="198"/>
                        <a:pt x="93" y="202"/>
                      </a:cubicBezTo>
                      <a:cubicBezTo>
                        <a:pt x="97" y="205"/>
                        <a:pt x="100" y="209"/>
                        <a:pt x="103" y="214"/>
                      </a:cubicBezTo>
                      <a:cubicBezTo>
                        <a:pt x="100" y="209"/>
                        <a:pt x="97" y="206"/>
                        <a:pt x="93" y="202"/>
                      </a:cubicBezTo>
                      <a:cubicBezTo>
                        <a:pt x="89" y="199"/>
                        <a:pt x="85" y="196"/>
                        <a:pt x="81" y="193"/>
                      </a:cubicBezTo>
                      <a:cubicBezTo>
                        <a:pt x="73" y="186"/>
                        <a:pt x="64" y="179"/>
                        <a:pt x="60" y="170"/>
                      </a:cubicBezTo>
                      <a:cubicBezTo>
                        <a:pt x="57" y="165"/>
                        <a:pt x="56" y="160"/>
                        <a:pt x="55" y="155"/>
                      </a:cubicBezTo>
                      <a:cubicBezTo>
                        <a:pt x="55" y="149"/>
                        <a:pt x="55" y="144"/>
                        <a:pt x="55" y="139"/>
                      </a:cubicBezTo>
                      <a:cubicBezTo>
                        <a:pt x="55" y="128"/>
                        <a:pt x="56" y="118"/>
                        <a:pt x="56" y="108"/>
                      </a:cubicBezTo>
                      <a:cubicBezTo>
                        <a:pt x="56" y="98"/>
                        <a:pt x="56" y="88"/>
                        <a:pt x="52" y="80"/>
                      </a:cubicBezTo>
                      <a:cubicBezTo>
                        <a:pt x="51" y="77"/>
                        <a:pt x="50" y="76"/>
                        <a:pt x="48" y="74"/>
                      </a:cubicBezTo>
                      <a:cubicBezTo>
                        <a:pt x="47" y="72"/>
                        <a:pt x="45" y="70"/>
                        <a:pt x="43" y="68"/>
                      </a:cubicBezTo>
                      <a:cubicBezTo>
                        <a:pt x="40" y="64"/>
                        <a:pt x="37" y="60"/>
                        <a:pt x="33" y="57"/>
                      </a:cubicBezTo>
                      <a:cubicBezTo>
                        <a:pt x="26" y="49"/>
                        <a:pt x="19" y="41"/>
                        <a:pt x="13" y="32"/>
                      </a:cubicBezTo>
                      <a:cubicBezTo>
                        <a:pt x="7" y="23"/>
                        <a:pt x="3" y="13"/>
                        <a:pt x="0" y="2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0" name="Google Shape;4510;p22"/>
                <p:cNvSpPr/>
                <p:nvPr/>
              </p:nvSpPr>
              <p:spPr>
                <a:xfrm>
                  <a:off x="8292013" y="1295963"/>
                  <a:ext cx="703263" cy="709613"/>
                </a:xfrm>
                <a:custGeom>
                  <a:rect b="b" l="l" r="r" t="t"/>
                  <a:pathLst>
                    <a:path extrusionOk="0" h="188" w="187">
                      <a:moveTo>
                        <a:pt x="10" y="0"/>
                      </a:moveTo>
                      <a:cubicBezTo>
                        <a:pt x="14" y="7"/>
                        <a:pt x="15" y="13"/>
                        <a:pt x="17" y="19"/>
                      </a:cubicBezTo>
                      <a:cubicBezTo>
                        <a:pt x="19" y="25"/>
                        <a:pt x="21" y="30"/>
                        <a:pt x="24" y="35"/>
                      </a:cubicBezTo>
                      <a:cubicBezTo>
                        <a:pt x="27" y="41"/>
                        <a:pt x="30" y="46"/>
                        <a:pt x="34" y="50"/>
                      </a:cubicBezTo>
                      <a:cubicBezTo>
                        <a:pt x="36" y="52"/>
                        <a:pt x="38" y="53"/>
                        <a:pt x="40" y="55"/>
                      </a:cubicBezTo>
                      <a:cubicBezTo>
                        <a:pt x="42" y="56"/>
                        <a:pt x="45" y="57"/>
                        <a:pt x="48" y="58"/>
                      </a:cubicBezTo>
                      <a:cubicBezTo>
                        <a:pt x="59" y="62"/>
                        <a:pt x="71" y="62"/>
                        <a:pt x="84" y="63"/>
                      </a:cubicBezTo>
                      <a:cubicBezTo>
                        <a:pt x="90" y="63"/>
                        <a:pt x="96" y="64"/>
                        <a:pt x="103" y="65"/>
                      </a:cubicBezTo>
                      <a:cubicBezTo>
                        <a:pt x="106" y="65"/>
                        <a:pt x="109" y="66"/>
                        <a:pt x="112" y="67"/>
                      </a:cubicBezTo>
                      <a:cubicBezTo>
                        <a:pt x="116" y="68"/>
                        <a:pt x="119" y="70"/>
                        <a:pt x="121" y="73"/>
                      </a:cubicBezTo>
                      <a:cubicBezTo>
                        <a:pt x="123" y="76"/>
                        <a:pt x="125" y="79"/>
                        <a:pt x="127" y="82"/>
                      </a:cubicBezTo>
                      <a:cubicBezTo>
                        <a:pt x="128" y="85"/>
                        <a:pt x="129" y="88"/>
                        <a:pt x="130" y="91"/>
                      </a:cubicBezTo>
                      <a:cubicBezTo>
                        <a:pt x="132" y="97"/>
                        <a:pt x="133" y="104"/>
                        <a:pt x="134" y="110"/>
                      </a:cubicBezTo>
                      <a:cubicBezTo>
                        <a:pt x="135" y="113"/>
                        <a:pt x="136" y="116"/>
                        <a:pt x="137" y="118"/>
                      </a:cubicBezTo>
                      <a:cubicBezTo>
                        <a:pt x="138" y="121"/>
                        <a:pt x="139" y="124"/>
                        <a:pt x="140" y="127"/>
                      </a:cubicBezTo>
                      <a:cubicBezTo>
                        <a:pt x="141" y="129"/>
                        <a:pt x="143" y="131"/>
                        <a:pt x="146" y="132"/>
                      </a:cubicBezTo>
                      <a:cubicBezTo>
                        <a:pt x="148" y="134"/>
                        <a:pt x="151" y="134"/>
                        <a:pt x="154" y="134"/>
                      </a:cubicBezTo>
                      <a:cubicBezTo>
                        <a:pt x="161" y="135"/>
                        <a:pt x="167" y="135"/>
                        <a:pt x="173" y="138"/>
                      </a:cubicBezTo>
                      <a:cubicBezTo>
                        <a:pt x="175" y="138"/>
                        <a:pt x="176" y="139"/>
                        <a:pt x="177" y="140"/>
                      </a:cubicBezTo>
                      <a:cubicBezTo>
                        <a:pt x="179" y="141"/>
                        <a:pt x="180" y="142"/>
                        <a:pt x="181" y="143"/>
                      </a:cubicBezTo>
                      <a:cubicBezTo>
                        <a:pt x="183" y="144"/>
                        <a:pt x="184" y="146"/>
                        <a:pt x="184" y="148"/>
                      </a:cubicBezTo>
                      <a:cubicBezTo>
                        <a:pt x="184" y="149"/>
                        <a:pt x="184" y="151"/>
                        <a:pt x="184" y="152"/>
                      </a:cubicBezTo>
                      <a:cubicBezTo>
                        <a:pt x="183" y="159"/>
                        <a:pt x="181" y="165"/>
                        <a:pt x="181" y="171"/>
                      </a:cubicBezTo>
                      <a:cubicBezTo>
                        <a:pt x="182" y="177"/>
                        <a:pt x="184" y="183"/>
                        <a:pt x="187" y="188"/>
                      </a:cubicBezTo>
                      <a:cubicBezTo>
                        <a:pt x="184" y="183"/>
                        <a:pt x="181" y="177"/>
                        <a:pt x="181" y="171"/>
                      </a:cubicBezTo>
                      <a:cubicBezTo>
                        <a:pt x="180" y="165"/>
                        <a:pt x="181" y="158"/>
                        <a:pt x="182" y="152"/>
                      </a:cubicBezTo>
                      <a:cubicBezTo>
                        <a:pt x="183" y="149"/>
                        <a:pt x="182" y="146"/>
                        <a:pt x="180" y="144"/>
                      </a:cubicBezTo>
                      <a:cubicBezTo>
                        <a:pt x="179" y="144"/>
                        <a:pt x="178" y="143"/>
                        <a:pt x="176" y="142"/>
                      </a:cubicBezTo>
                      <a:cubicBezTo>
                        <a:pt x="175" y="141"/>
                        <a:pt x="174" y="140"/>
                        <a:pt x="172" y="140"/>
                      </a:cubicBezTo>
                      <a:cubicBezTo>
                        <a:pt x="167" y="138"/>
                        <a:pt x="161" y="138"/>
                        <a:pt x="154" y="137"/>
                      </a:cubicBezTo>
                      <a:cubicBezTo>
                        <a:pt x="151" y="137"/>
                        <a:pt x="148" y="137"/>
                        <a:pt x="144" y="136"/>
                      </a:cubicBezTo>
                      <a:cubicBezTo>
                        <a:pt x="141" y="134"/>
                        <a:pt x="139" y="132"/>
                        <a:pt x="137" y="129"/>
                      </a:cubicBezTo>
                      <a:cubicBezTo>
                        <a:pt x="135" y="126"/>
                        <a:pt x="134" y="123"/>
                        <a:pt x="133" y="120"/>
                      </a:cubicBezTo>
                      <a:cubicBezTo>
                        <a:pt x="132" y="117"/>
                        <a:pt x="131" y="114"/>
                        <a:pt x="130" y="111"/>
                      </a:cubicBezTo>
                      <a:cubicBezTo>
                        <a:pt x="128" y="105"/>
                        <a:pt x="127" y="98"/>
                        <a:pt x="125" y="93"/>
                      </a:cubicBezTo>
                      <a:cubicBezTo>
                        <a:pt x="123" y="87"/>
                        <a:pt x="120" y="82"/>
                        <a:pt x="117" y="77"/>
                      </a:cubicBezTo>
                      <a:cubicBezTo>
                        <a:pt x="113" y="74"/>
                        <a:pt x="108" y="72"/>
                        <a:pt x="102" y="71"/>
                      </a:cubicBezTo>
                      <a:cubicBezTo>
                        <a:pt x="96" y="71"/>
                        <a:pt x="90" y="71"/>
                        <a:pt x="83" y="71"/>
                      </a:cubicBezTo>
                      <a:cubicBezTo>
                        <a:pt x="71" y="70"/>
                        <a:pt x="58" y="71"/>
                        <a:pt x="45" y="67"/>
                      </a:cubicBezTo>
                      <a:cubicBezTo>
                        <a:pt x="42" y="66"/>
                        <a:pt x="38" y="65"/>
                        <a:pt x="35" y="63"/>
                      </a:cubicBezTo>
                      <a:cubicBezTo>
                        <a:pt x="32" y="61"/>
                        <a:pt x="29" y="59"/>
                        <a:pt x="27" y="57"/>
                      </a:cubicBezTo>
                      <a:cubicBezTo>
                        <a:pt x="22" y="52"/>
                        <a:pt x="18" y="46"/>
                        <a:pt x="15" y="41"/>
                      </a:cubicBezTo>
                      <a:cubicBezTo>
                        <a:pt x="11" y="35"/>
                        <a:pt x="9" y="29"/>
                        <a:pt x="7" y="23"/>
                      </a:cubicBezTo>
                      <a:cubicBezTo>
                        <a:pt x="4" y="17"/>
                        <a:pt x="2" y="11"/>
                        <a:pt x="0" y="7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1" name="Google Shape;4511;p22"/>
                <p:cNvSpPr/>
                <p:nvPr/>
              </p:nvSpPr>
              <p:spPr>
                <a:xfrm>
                  <a:off x="8117388" y="1383275"/>
                  <a:ext cx="109537" cy="222250"/>
                </a:xfrm>
                <a:custGeom>
                  <a:rect b="b" l="l" r="r" t="t"/>
                  <a:pathLst>
                    <a:path extrusionOk="0" h="59" w="29">
                      <a:moveTo>
                        <a:pt x="20" y="38"/>
                      </a:moveTo>
                      <a:cubicBezTo>
                        <a:pt x="15" y="26"/>
                        <a:pt x="13" y="13"/>
                        <a:pt x="1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8"/>
                        <a:pt x="2" y="15"/>
                        <a:pt x="3" y="22"/>
                      </a:cubicBezTo>
                      <a:cubicBezTo>
                        <a:pt x="5" y="29"/>
                        <a:pt x="7" y="36"/>
                        <a:pt x="10" y="43"/>
                      </a:cubicBezTo>
                      <a:cubicBezTo>
                        <a:pt x="13" y="48"/>
                        <a:pt x="16" y="54"/>
                        <a:pt x="19" y="59"/>
                      </a:cubicBezTo>
                      <a:cubicBezTo>
                        <a:pt x="23" y="58"/>
                        <a:pt x="26" y="57"/>
                        <a:pt x="29" y="55"/>
                      </a:cubicBezTo>
                      <a:cubicBezTo>
                        <a:pt x="26" y="50"/>
                        <a:pt x="22" y="44"/>
                        <a:pt x="20" y="3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2" name="Google Shape;4512;p22"/>
                <p:cNvSpPr/>
                <p:nvPr/>
              </p:nvSpPr>
              <p:spPr>
                <a:xfrm>
                  <a:off x="8234863" y="1394388"/>
                  <a:ext cx="98425" cy="146050"/>
                </a:xfrm>
                <a:custGeom>
                  <a:rect b="b" l="l" r="r" t="t"/>
                  <a:pathLst>
                    <a:path extrusionOk="0" h="39" w="26">
                      <a:moveTo>
                        <a:pt x="13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3"/>
                        <a:pt x="7" y="23"/>
                        <a:pt x="13" y="32"/>
                      </a:cubicBezTo>
                      <a:cubicBezTo>
                        <a:pt x="15" y="35"/>
                        <a:pt x="16" y="37"/>
                        <a:pt x="18" y="39"/>
                      </a:cubicBezTo>
                      <a:cubicBezTo>
                        <a:pt x="21" y="37"/>
                        <a:pt x="23" y="34"/>
                        <a:pt x="26" y="32"/>
                      </a:cubicBezTo>
                      <a:cubicBezTo>
                        <a:pt x="25" y="30"/>
                        <a:pt x="23" y="28"/>
                        <a:pt x="22" y="26"/>
                      </a:cubicBezTo>
                      <a:cubicBezTo>
                        <a:pt x="17" y="18"/>
                        <a:pt x="14" y="9"/>
                        <a:pt x="13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3" name="Google Shape;4513;p22"/>
                <p:cNvSpPr/>
                <p:nvPr/>
              </p:nvSpPr>
              <p:spPr>
                <a:xfrm>
                  <a:off x="8292013" y="1295963"/>
                  <a:ext cx="96838" cy="180975"/>
                </a:xfrm>
                <a:custGeom>
                  <a:rect b="b" l="l" r="r" t="t"/>
                  <a:pathLst>
                    <a:path extrusionOk="0" h="48" w="26">
                      <a:moveTo>
                        <a:pt x="24" y="35"/>
                      </a:moveTo>
                      <a:cubicBezTo>
                        <a:pt x="21" y="30"/>
                        <a:pt x="19" y="25"/>
                        <a:pt x="17" y="19"/>
                      </a:cubicBezTo>
                      <a:cubicBezTo>
                        <a:pt x="15" y="13"/>
                        <a:pt x="14" y="7"/>
                        <a:pt x="10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1"/>
                        <a:pt x="4" y="17"/>
                        <a:pt x="7" y="23"/>
                      </a:cubicBezTo>
                      <a:cubicBezTo>
                        <a:pt x="9" y="29"/>
                        <a:pt x="11" y="35"/>
                        <a:pt x="15" y="41"/>
                      </a:cubicBezTo>
                      <a:cubicBezTo>
                        <a:pt x="16" y="43"/>
                        <a:pt x="17" y="46"/>
                        <a:pt x="19" y="48"/>
                      </a:cubicBezTo>
                      <a:cubicBezTo>
                        <a:pt x="21" y="45"/>
                        <a:pt x="24" y="42"/>
                        <a:pt x="26" y="38"/>
                      </a:cubicBezTo>
                      <a:cubicBezTo>
                        <a:pt x="25" y="37"/>
                        <a:pt x="25" y="36"/>
                        <a:pt x="24" y="3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4" name="Google Shape;4514;p22"/>
                <p:cNvSpPr/>
                <p:nvPr/>
              </p:nvSpPr>
              <p:spPr>
                <a:xfrm>
                  <a:off x="7801475" y="432363"/>
                  <a:ext cx="82550" cy="169863"/>
                </a:xfrm>
                <a:custGeom>
                  <a:rect b="b" l="l" r="r" t="t"/>
                  <a:pathLst>
                    <a:path extrusionOk="0" h="107" w="52">
                      <a:moveTo>
                        <a:pt x="28" y="107"/>
                      </a:moveTo>
                      <a:lnTo>
                        <a:pt x="0" y="0"/>
                      </a:lnTo>
                      <a:lnTo>
                        <a:pt x="52" y="100"/>
                      </a:lnTo>
                      <a:lnTo>
                        <a:pt x="28" y="1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5" name="Google Shape;4515;p22"/>
                <p:cNvSpPr/>
                <p:nvPr/>
              </p:nvSpPr>
              <p:spPr>
                <a:xfrm>
                  <a:off x="7598275" y="481575"/>
                  <a:ext cx="203200" cy="192088"/>
                </a:xfrm>
                <a:custGeom>
                  <a:rect b="b" l="l" r="r" t="t"/>
                  <a:pathLst>
                    <a:path extrusionOk="0" h="121" w="128">
                      <a:moveTo>
                        <a:pt x="128" y="97"/>
                      </a:moveTo>
                      <a:lnTo>
                        <a:pt x="0" y="0"/>
                      </a:lnTo>
                      <a:lnTo>
                        <a:pt x="116" y="121"/>
                      </a:lnTo>
                      <a:lnTo>
                        <a:pt x="128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6" name="Google Shape;4516;p22"/>
                <p:cNvSpPr/>
                <p:nvPr/>
              </p:nvSpPr>
              <p:spPr>
                <a:xfrm>
                  <a:off x="7620500" y="708588"/>
                  <a:ext cx="123825" cy="52388"/>
                </a:xfrm>
                <a:custGeom>
                  <a:rect b="b" l="l" r="r" t="t"/>
                  <a:pathLst>
                    <a:path extrusionOk="0" h="33" w="78">
                      <a:moveTo>
                        <a:pt x="78" y="11"/>
                      </a:moveTo>
                      <a:lnTo>
                        <a:pt x="0" y="0"/>
                      </a:lnTo>
                      <a:lnTo>
                        <a:pt x="78" y="33"/>
                      </a:lnTo>
                      <a:lnTo>
                        <a:pt x="78" y="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7" name="Google Shape;4517;p22"/>
                <p:cNvSpPr/>
                <p:nvPr/>
              </p:nvSpPr>
              <p:spPr>
                <a:xfrm>
                  <a:off x="7491913" y="835588"/>
                  <a:ext cx="265113" cy="65088"/>
                </a:xfrm>
                <a:custGeom>
                  <a:rect b="b" l="l" r="r" t="t"/>
                  <a:pathLst>
                    <a:path extrusionOk="0" h="41" w="167">
                      <a:moveTo>
                        <a:pt x="159" y="0"/>
                      </a:moveTo>
                      <a:lnTo>
                        <a:pt x="0" y="41"/>
                      </a:lnTo>
                      <a:lnTo>
                        <a:pt x="167" y="26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8" name="Google Shape;4518;p22"/>
                <p:cNvSpPr/>
                <p:nvPr/>
              </p:nvSpPr>
              <p:spPr>
                <a:xfrm>
                  <a:off x="7944350" y="372038"/>
                  <a:ext cx="38100" cy="207963"/>
                </a:xfrm>
                <a:custGeom>
                  <a:rect b="b" l="l" r="r" t="t"/>
                  <a:pathLst>
                    <a:path extrusionOk="0" h="131" w="24">
                      <a:moveTo>
                        <a:pt x="0" y="128"/>
                      </a:moveTo>
                      <a:lnTo>
                        <a:pt x="22" y="0"/>
                      </a:lnTo>
                      <a:lnTo>
                        <a:pt x="24" y="131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9" name="Google Shape;4519;p22"/>
                <p:cNvSpPr/>
                <p:nvPr/>
              </p:nvSpPr>
              <p:spPr>
                <a:xfrm>
                  <a:off x="8057063" y="511738"/>
                  <a:ext cx="169863" cy="196850"/>
                </a:xfrm>
                <a:custGeom>
                  <a:rect b="b" l="l" r="r" t="t"/>
                  <a:pathLst>
                    <a:path extrusionOk="0" h="124" w="107">
                      <a:moveTo>
                        <a:pt x="0" y="97"/>
                      </a:moveTo>
                      <a:lnTo>
                        <a:pt x="107" y="0"/>
                      </a:lnTo>
                      <a:lnTo>
                        <a:pt x="7" y="124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0" name="Google Shape;4520;p22"/>
                <p:cNvSpPr/>
                <p:nvPr/>
              </p:nvSpPr>
              <p:spPr>
                <a:xfrm>
                  <a:off x="8012613" y="541900"/>
                  <a:ext cx="63500" cy="79375"/>
                </a:xfrm>
                <a:custGeom>
                  <a:rect b="b" l="l" r="r" t="t"/>
                  <a:pathLst>
                    <a:path extrusionOk="0" h="50" w="40">
                      <a:moveTo>
                        <a:pt x="0" y="38"/>
                      </a:moveTo>
                      <a:lnTo>
                        <a:pt x="40" y="0"/>
                      </a:lnTo>
                      <a:lnTo>
                        <a:pt x="12" y="5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1" name="Google Shape;4521;p22"/>
                <p:cNvSpPr/>
                <p:nvPr/>
              </p:nvSpPr>
              <p:spPr>
                <a:xfrm>
                  <a:off x="7880850" y="527613"/>
                  <a:ext cx="33338" cy="52388"/>
                </a:xfrm>
                <a:custGeom>
                  <a:rect b="b" l="l" r="r" t="t"/>
                  <a:pathLst>
                    <a:path extrusionOk="0" h="33" w="21">
                      <a:moveTo>
                        <a:pt x="7" y="33"/>
                      </a:moveTo>
                      <a:lnTo>
                        <a:pt x="0" y="0"/>
                      </a:lnTo>
                      <a:lnTo>
                        <a:pt x="21" y="33"/>
                      </a:lnTo>
                      <a:lnTo>
                        <a:pt x="7" y="3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2" name="Google Shape;4522;p22"/>
                <p:cNvSpPr/>
                <p:nvPr/>
              </p:nvSpPr>
              <p:spPr>
                <a:xfrm>
                  <a:off x="8095163" y="695888"/>
                  <a:ext cx="222250" cy="114300"/>
                </a:xfrm>
                <a:custGeom>
                  <a:rect b="b" l="l" r="r" t="t"/>
                  <a:pathLst>
                    <a:path extrusionOk="0" h="72" w="140">
                      <a:moveTo>
                        <a:pt x="0" y="48"/>
                      </a:moveTo>
                      <a:lnTo>
                        <a:pt x="140" y="0"/>
                      </a:lnTo>
                      <a:lnTo>
                        <a:pt x="14" y="72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3" name="Google Shape;4523;p22"/>
                <p:cNvSpPr/>
                <p:nvPr/>
              </p:nvSpPr>
              <p:spPr>
                <a:xfrm>
                  <a:off x="8095163" y="651438"/>
                  <a:ext cx="117475" cy="87313"/>
                </a:xfrm>
                <a:custGeom>
                  <a:rect b="b" l="l" r="r" t="t"/>
                  <a:pathLst>
                    <a:path extrusionOk="0" h="55" w="74">
                      <a:moveTo>
                        <a:pt x="0" y="40"/>
                      </a:moveTo>
                      <a:lnTo>
                        <a:pt x="74" y="0"/>
                      </a:lnTo>
                      <a:lnTo>
                        <a:pt x="5" y="55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4" name="Google Shape;4524;p22"/>
                <p:cNvSpPr/>
                <p:nvPr/>
              </p:nvSpPr>
              <p:spPr>
                <a:xfrm>
                  <a:off x="7688763" y="903850"/>
                  <a:ext cx="90488" cy="41275"/>
                </a:xfrm>
                <a:custGeom>
                  <a:rect b="b" l="l" r="r" t="t"/>
                  <a:pathLst>
                    <a:path extrusionOk="0" h="26" w="57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7" y="21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5" name="Google Shape;4525;p22"/>
                <p:cNvSpPr/>
                <p:nvPr/>
              </p:nvSpPr>
              <p:spPr>
                <a:xfrm>
                  <a:off x="7582400" y="1076888"/>
                  <a:ext cx="260350" cy="174625"/>
                </a:xfrm>
                <a:custGeom>
                  <a:rect b="b" l="l" r="r" t="t"/>
                  <a:pathLst>
                    <a:path extrusionOk="0" h="110" w="164">
                      <a:moveTo>
                        <a:pt x="152" y="0"/>
                      </a:moveTo>
                      <a:lnTo>
                        <a:pt x="0" y="110"/>
                      </a:lnTo>
                      <a:lnTo>
                        <a:pt x="164" y="36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6" name="Google Shape;4526;p22"/>
                <p:cNvSpPr/>
                <p:nvPr/>
              </p:nvSpPr>
              <p:spPr>
                <a:xfrm>
                  <a:off x="7620500" y="986400"/>
                  <a:ext cx="180975" cy="84138"/>
                </a:xfrm>
                <a:custGeom>
                  <a:rect b="b" l="l" r="r" t="t"/>
                  <a:pathLst>
                    <a:path extrusionOk="0" h="53" w="114">
                      <a:moveTo>
                        <a:pt x="114" y="19"/>
                      </a:moveTo>
                      <a:lnTo>
                        <a:pt x="0" y="53"/>
                      </a:lnTo>
                      <a:lnTo>
                        <a:pt x="112" y="0"/>
                      </a:lnTo>
                      <a:lnTo>
                        <a:pt x="114" y="1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7" name="Google Shape;4527;p22"/>
                <p:cNvSpPr/>
                <p:nvPr/>
              </p:nvSpPr>
              <p:spPr>
                <a:xfrm>
                  <a:off x="8155488" y="829238"/>
                  <a:ext cx="98425" cy="90488"/>
                </a:xfrm>
                <a:custGeom>
                  <a:rect b="b" l="l" r="r" t="t"/>
                  <a:pathLst>
                    <a:path extrusionOk="0" h="57" w="62">
                      <a:moveTo>
                        <a:pt x="0" y="42"/>
                      </a:moveTo>
                      <a:lnTo>
                        <a:pt x="62" y="0"/>
                      </a:lnTo>
                      <a:lnTo>
                        <a:pt x="10" y="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8" name="Google Shape;4528;p22"/>
                <p:cNvSpPr/>
                <p:nvPr/>
              </p:nvSpPr>
              <p:spPr>
                <a:xfrm>
                  <a:off x="8193588" y="862575"/>
                  <a:ext cx="236538" cy="161925"/>
                </a:xfrm>
                <a:custGeom>
                  <a:rect b="b" l="l" r="r" t="t"/>
                  <a:pathLst>
                    <a:path extrusionOk="0" h="102" w="149">
                      <a:moveTo>
                        <a:pt x="0" y="71"/>
                      </a:moveTo>
                      <a:lnTo>
                        <a:pt x="149" y="0"/>
                      </a:lnTo>
                      <a:lnTo>
                        <a:pt x="21" y="102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9" name="Google Shape;4529;p22"/>
                <p:cNvSpPr/>
                <p:nvPr/>
              </p:nvSpPr>
              <p:spPr>
                <a:xfrm>
                  <a:off x="7793538" y="1183250"/>
                  <a:ext cx="98425" cy="38100"/>
                </a:xfrm>
                <a:custGeom>
                  <a:rect b="b" l="l" r="r" t="t"/>
                  <a:pathLst>
                    <a:path extrusionOk="0" h="24" w="62">
                      <a:moveTo>
                        <a:pt x="52" y="0"/>
                      </a:moveTo>
                      <a:lnTo>
                        <a:pt x="0" y="21"/>
                      </a:lnTo>
                      <a:lnTo>
                        <a:pt x="62" y="24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0" name="Google Shape;4530;p22"/>
                <p:cNvSpPr/>
                <p:nvPr/>
              </p:nvSpPr>
              <p:spPr>
                <a:xfrm>
                  <a:off x="7815763" y="1311838"/>
                  <a:ext cx="155575" cy="211138"/>
                </a:xfrm>
                <a:custGeom>
                  <a:rect b="b" l="l" r="r" t="t"/>
                  <a:pathLst>
                    <a:path extrusionOk="0" h="133" w="98">
                      <a:moveTo>
                        <a:pt x="86" y="0"/>
                      </a:moveTo>
                      <a:lnTo>
                        <a:pt x="0" y="133"/>
                      </a:lnTo>
                      <a:lnTo>
                        <a:pt x="98" y="21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1" name="Google Shape;4531;p22"/>
                <p:cNvSpPr/>
                <p:nvPr/>
              </p:nvSpPr>
              <p:spPr>
                <a:xfrm>
                  <a:off x="8284075" y="1032438"/>
                  <a:ext cx="233363" cy="109538"/>
                </a:xfrm>
                <a:custGeom>
                  <a:rect b="b" l="l" r="r" t="t"/>
                  <a:pathLst>
                    <a:path extrusionOk="0" h="69" w="147">
                      <a:moveTo>
                        <a:pt x="0" y="45"/>
                      </a:moveTo>
                      <a:lnTo>
                        <a:pt x="147" y="0"/>
                      </a:lnTo>
                      <a:lnTo>
                        <a:pt x="16" y="69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2" name="Google Shape;4532;p22"/>
                <p:cNvSpPr/>
                <p:nvPr/>
              </p:nvSpPr>
              <p:spPr>
                <a:xfrm>
                  <a:off x="8347575" y="1213413"/>
                  <a:ext cx="161925" cy="52388"/>
                </a:xfrm>
                <a:custGeom>
                  <a:rect b="b" l="l" r="r" t="t"/>
                  <a:pathLst>
                    <a:path extrusionOk="0" h="33" w="102">
                      <a:moveTo>
                        <a:pt x="0" y="24"/>
                      </a:moveTo>
                      <a:lnTo>
                        <a:pt x="102" y="33"/>
                      </a:lnTo>
                      <a:lnTo>
                        <a:pt x="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3" name="Google Shape;4533;p22"/>
                <p:cNvSpPr/>
                <p:nvPr/>
              </p:nvSpPr>
              <p:spPr>
                <a:xfrm>
                  <a:off x="8257088" y="1021325"/>
                  <a:ext cx="82550" cy="66675"/>
                </a:xfrm>
                <a:custGeom>
                  <a:rect b="b" l="l" r="r" t="t"/>
                  <a:pathLst>
                    <a:path extrusionOk="0" h="42" w="52">
                      <a:moveTo>
                        <a:pt x="0" y="31"/>
                      </a:moveTo>
                      <a:lnTo>
                        <a:pt x="52" y="0"/>
                      </a:lnTo>
                      <a:lnTo>
                        <a:pt x="12" y="4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4" name="Google Shape;4534;p22"/>
                <p:cNvSpPr/>
                <p:nvPr/>
              </p:nvSpPr>
              <p:spPr>
                <a:xfrm>
                  <a:off x="7845925" y="1273738"/>
                  <a:ext cx="98425" cy="71438"/>
                </a:xfrm>
                <a:custGeom>
                  <a:rect b="b" l="l" r="r" t="t"/>
                  <a:pathLst>
                    <a:path extrusionOk="0" h="45" w="62">
                      <a:moveTo>
                        <a:pt x="57" y="0"/>
                      </a:moveTo>
                      <a:lnTo>
                        <a:pt x="0" y="45"/>
                      </a:lnTo>
                      <a:lnTo>
                        <a:pt x="62" y="14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5" name="Google Shape;4535;p22"/>
                <p:cNvSpPr/>
                <p:nvPr/>
              </p:nvSpPr>
              <p:spPr>
                <a:xfrm>
                  <a:off x="7922125" y="1386450"/>
                  <a:ext cx="131763" cy="192088"/>
                </a:xfrm>
                <a:custGeom>
                  <a:rect b="b" l="l" r="r" t="t"/>
                  <a:pathLst>
                    <a:path extrusionOk="0" h="121" w="83">
                      <a:moveTo>
                        <a:pt x="62" y="0"/>
                      </a:moveTo>
                      <a:lnTo>
                        <a:pt x="0" y="121"/>
                      </a:lnTo>
                      <a:lnTo>
                        <a:pt x="83" y="1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6" name="Google Shape;4536;p22"/>
                <p:cNvSpPr/>
                <p:nvPr/>
              </p:nvSpPr>
              <p:spPr>
                <a:xfrm>
                  <a:off x="8065000" y="1432488"/>
                  <a:ext cx="38100" cy="66675"/>
                </a:xfrm>
                <a:custGeom>
                  <a:rect b="b" l="l" r="r" t="t"/>
                  <a:pathLst>
                    <a:path extrusionOk="0" h="42" w="24">
                      <a:moveTo>
                        <a:pt x="12" y="0"/>
                      </a:moveTo>
                      <a:lnTo>
                        <a:pt x="0" y="42"/>
                      </a:lnTo>
                      <a:lnTo>
                        <a:pt x="24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7" name="Google Shape;4537;p22"/>
                <p:cNvSpPr/>
                <p:nvPr/>
              </p:nvSpPr>
              <p:spPr>
                <a:xfrm>
                  <a:off x="8325350" y="1081650"/>
                  <a:ext cx="260350" cy="96838"/>
                </a:xfrm>
                <a:custGeom>
                  <a:rect b="b" l="l" r="r" t="t"/>
                  <a:pathLst>
                    <a:path extrusionOk="0" h="61" w="164">
                      <a:moveTo>
                        <a:pt x="0" y="47"/>
                      </a:moveTo>
                      <a:lnTo>
                        <a:pt x="164" y="0"/>
                      </a:lnTo>
                      <a:lnTo>
                        <a:pt x="5" y="61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8" name="Google Shape;4538;p22"/>
                <p:cNvSpPr/>
                <p:nvPr/>
              </p:nvSpPr>
              <p:spPr>
                <a:xfrm>
                  <a:off x="7831638" y="538725"/>
                  <a:ext cx="52388" cy="63500"/>
                </a:xfrm>
                <a:custGeom>
                  <a:rect b="b" l="l" r="r" t="t"/>
                  <a:pathLst>
                    <a:path extrusionOk="0" h="17" w="14">
                      <a:moveTo>
                        <a:pt x="14" y="1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4" y="17"/>
                        <a:pt x="4" y="17"/>
                        <a:pt x="4" y="17"/>
                      </a:cubicBezTo>
                      <a:lnTo>
                        <a:pt x="1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9" name="Google Shape;4539;p22"/>
                <p:cNvSpPr/>
                <p:nvPr/>
              </p:nvSpPr>
              <p:spPr>
                <a:xfrm>
                  <a:off x="7741150" y="605400"/>
                  <a:ext cx="60325" cy="68262"/>
                </a:xfrm>
                <a:custGeom>
                  <a:rect b="b" l="l" r="r" t="t"/>
                  <a:pathLst>
                    <a:path extrusionOk="0" h="18" w="16">
                      <a:moveTo>
                        <a:pt x="16" y="8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2"/>
                        <a:pt x="2" y="5"/>
                        <a:pt x="0" y="7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lnTo>
                        <a:pt x="16" y="8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0" name="Google Shape;4540;p22"/>
                <p:cNvSpPr/>
                <p:nvPr/>
              </p:nvSpPr>
              <p:spPr>
                <a:xfrm>
                  <a:off x="7696700" y="719700"/>
                  <a:ext cx="47625" cy="41275"/>
                </a:xfrm>
                <a:custGeom>
                  <a:rect b="b" l="l" r="r" t="t"/>
                  <a:pathLst>
                    <a:path extrusionOk="0" h="11" w="13">
                      <a:moveTo>
                        <a:pt x="13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1" name="Google Shape;4541;p22"/>
                <p:cNvSpPr/>
                <p:nvPr/>
              </p:nvSpPr>
              <p:spPr>
                <a:xfrm>
                  <a:off x="7696700" y="835588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3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1" y="9"/>
                        <a:pt x="2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2" name="Google Shape;4542;p22"/>
                <p:cNvSpPr/>
                <p:nvPr/>
              </p:nvSpPr>
              <p:spPr>
                <a:xfrm>
                  <a:off x="7944350" y="522850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0" y="15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14"/>
                        <a:pt x="0" y="14"/>
                        <a:pt x="0" y="14"/>
                      </a:cubicBezTo>
                      <a:lnTo>
                        <a:pt x="10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3" name="Google Shape;4543;p22"/>
                <p:cNvSpPr/>
                <p:nvPr/>
              </p:nvSpPr>
              <p:spPr>
                <a:xfrm>
                  <a:off x="8057063" y="624450"/>
                  <a:ext cx="60325" cy="84138"/>
                </a:xfrm>
                <a:custGeom>
                  <a:rect b="b" l="l" r="r" t="t"/>
                  <a:pathLst>
                    <a:path extrusionOk="0" h="22" w="16">
                      <a:moveTo>
                        <a:pt x="3" y="22"/>
                      </a:move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4" y="4"/>
                        <a:pt x="13" y="2"/>
                        <a:pt x="12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lnTo>
                        <a:pt x="3" y="2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4" name="Google Shape;4544;p22"/>
                <p:cNvSpPr/>
                <p:nvPr/>
              </p:nvSpPr>
              <p:spPr>
                <a:xfrm>
                  <a:off x="8012613" y="564125"/>
                  <a:ext cx="49213" cy="57150"/>
                </a:xfrm>
                <a:custGeom>
                  <a:rect b="b" l="l" r="r" t="t"/>
                  <a:pathLst>
                    <a:path extrusionOk="0" h="15" w="13">
                      <a:moveTo>
                        <a:pt x="5" y="15"/>
                      </a:move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0" y="10"/>
                        <a:pt x="0" y="10"/>
                        <a:pt x="0" y="10"/>
                      </a:cubicBezTo>
                      <a:lnTo>
                        <a:pt x="5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5" name="Google Shape;4545;p22"/>
                <p:cNvSpPr/>
                <p:nvPr/>
              </p:nvSpPr>
              <p:spPr>
                <a:xfrm>
                  <a:off x="7880850" y="530788"/>
                  <a:ext cx="33338" cy="49213"/>
                </a:xfrm>
                <a:custGeom>
                  <a:rect b="b" l="l" r="r" t="t"/>
                  <a:pathLst>
                    <a:path extrusionOk="0" h="31" w="21">
                      <a:moveTo>
                        <a:pt x="21" y="31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31"/>
                      </a:lnTo>
                      <a:lnTo>
                        <a:pt x="21" y="31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6" name="Google Shape;4546;p22"/>
                <p:cNvSpPr/>
                <p:nvPr/>
              </p:nvSpPr>
              <p:spPr>
                <a:xfrm>
                  <a:off x="8095163" y="753038"/>
                  <a:ext cx="71437" cy="57150"/>
                </a:xfrm>
                <a:custGeom>
                  <a:rect b="b" l="l" r="r" t="t"/>
                  <a:pathLst>
                    <a:path extrusionOk="0" h="15" w="19">
                      <a:moveTo>
                        <a:pt x="6" y="15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6"/>
                        <a:pt x="18" y="4"/>
                        <a:pt x="17" y="2"/>
                      </a:cubicBezTo>
                      <a:cubicBezTo>
                        <a:pt x="17" y="1"/>
                        <a:pt x="16" y="1"/>
                        <a:pt x="16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lnTo>
                        <a:pt x="6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7" name="Google Shape;4547;p22"/>
                <p:cNvSpPr/>
                <p:nvPr/>
              </p:nvSpPr>
              <p:spPr>
                <a:xfrm>
                  <a:off x="8095163" y="692713"/>
                  <a:ext cx="46037" cy="46037"/>
                </a:xfrm>
                <a:custGeom>
                  <a:rect b="b" l="l" r="r" t="t"/>
                  <a:pathLst>
                    <a:path extrusionOk="0" h="12" w="12">
                      <a:moveTo>
                        <a:pt x="2" y="12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3"/>
                        <a:pt x="11" y="2"/>
                        <a:pt x="1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8" name="Google Shape;4548;p22"/>
                <p:cNvSpPr/>
                <p:nvPr/>
              </p:nvSpPr>
              <p:spPr>
                <a:xfrm>
                  <a:off x="7714163" y="903850"/>
                  <a:ext cx="65088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9"/>
                        <a:pt x="1" y="10"/>
                      </a:cubicBezTo>
                      <a:cubicBezTo>
                        <a:pt x="17" y="9"/>
                        <a:pt x="17" y="9"/>
                        <a:pt x="17" y="9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9" name="Google Shape;4549;p22"/>
                <p:cNvSpPr/>
                <p:nvPr/>
              </p:nvSpPr>
              <p:spPr>
                <a:xfrm>
                  <a:off x="7782425" y="1076888"/>
                  <a:ext cx="60325" cy="76200"/>
                </a:xfrm>
                <a:custGeom>
                  <a:rect b="b" l="l" r="r" t="t"/>
                  <a:pathLst>
                    <a:path extrusionOk="0" h="20" w="16">
                      <a:moveTo>
                        <a:pt x="11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2"/>
                        <a:pt x="3" y="16"/>
                        <a:pt x="5" y="20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0" name="Google Shape;4550;p22"/>
                <p:cNvSpPr/>
                <p:nvPr/>
              </p:nvSpPr>
              <p:spPr>
                <a:xfrm>
                  <a:off x="7741150" y="986400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5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8"/>
                        <a:pt x="1" y="9"/>
                        <a:pt x="2" y="10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6" y="8"/>
                        <a:pt x="16" y="8"/>
                        <a:pt x="16" y="8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1" name="Google Shape;4551;p22"/>
                <p:cNvSpPr/>
                <p:nvPr/>
              </p:nvSpPr>
              <p:spPr>
                <a:xfrm>
                  <a:off x="8155488" y="865750"/>
                  <a:ext cx="52388" cy="53975"/>
                </a:xfrm>
                <a:custGeom>
                  <a:rect b="b" l="l" r="r" t="t"/>
                  <a:pathLst>
                    <a:path extrusionOk="0" h="14" w="14">
                      <a:moveTo>
                        <a:pt x="4" y="14"/>
                      </a:move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3" y="1"/>
                        <a:pt x="12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2" name="Google Shape;4552;p22"/>
                <p:cNvSpPr/>
                <p:nvPr/>
              </p:nvSpPr>
              <p:spPr>
                <a:xfrm>
                  <a:off x="8193588" y="953063"/>
                  <a:ext cx="74613" cy="71437"/>
                </a:xfrm>
                <a:custGeom>
                  <a:rect b="b" l="l" r="r" t="t"/>
                  <a:pathLst>
                    <a:path extrusionOk="0" h="19" w="20">
                      <a:moveTo>
                        <a:pt x="9" y="19"/>
                      </a:move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8" y="7"/>
                        <a:pt x="16" y="3"/>
                        <a:pt x="14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3" name="Google Shape;4553;p22"/>
                <p:cNvSpPr/>
                <p:nvPr/>
              </p:nvSpPr>
              <p:spPr>
                <a:xfrm>
                  <a:off x="7828463" y="1183250"/>
                  <a:ext cx="63500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7"/>
                        <a:pt x="2" y="8"/>
                        <a:pt x="2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4" name="Google Shape;4554;p22"/>
                <p:cNvSpPr/>
                <p:nvPr/>
              </p:nvSpPr>
              <p:spPr>
                <a:xfrm>
                  <a:off x="7922125" y="1311838"/>
                  <a:ext cx="49213" cy="63500"/>
                </a:xfrm>
                <a:custGeom>
                  <a:rect b="b" l="l" r="r" t="t"/>
                  <a:pathLst>
                    <a:path extrusionOk="0" h="17" w="13">
                      <a:moveTo>
                        <a:pt x="8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13"/>
                        <a:pt x="2" y="14"/>
                        <a:pt x="3" y="15"/>
                      </a:cubicBezTo>
                      <a:cubicBezTo>
                        <a:pt x="4" y="16"/>
                        <a:pt x="4" y="17"/>
                        <a:pt x="5" y="17"/>
                      </a:cubicBezTo>
                      <a:cubicBezTo>
                        <a:pt x="13" y="9"/>
                        <a:pt x="13" y="9"/>
                        <a:pt x="13" y="9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5" name="Google Shape;4555;p22"/>
                <p:cNvSpPr/>
                <p:nvPr/>
              </p:nvSpPr>
              <p:spPr>
                <a:xfrm>
                  <a:off x="8284075" y="1088000"/>
                  <a:ext cx="71437" cy="53975"/>
                </a:xfrm>
                <a:custGeom>
                  <a:rect b="b" l="l" r="r" t="t"/>
                  <a:pathLst>
                    <a:path extrusionOk="0" h="14" w="19">
                      <a:moveTo>
                        <a:pt x="7" y="14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5"/>
                        <a:pt x="16" y="2"/>
                        <a:pt x="14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6" name="Google Shape;4556;p22"/>
                <p:cNvSpPr/>
                <p:nvPr/>
              </p:nvSpPr>
              <p:spPr>
                <a:xfrm>
                  <a:off x="8347575" y="1213413"/>
                  <a:ext cx="57150" cy="41275"/>
                </a:xfrm>
                <a:custGeom>
                  <a:rect b="b" l="l" r="r" t="t"/>
                  <a:pathLst>
                    <a:path extrusionOk="0" h="11" w="15">
                      <a:moveTo>
                        <a:pt x="0" y="10"/>
                      </a:move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5" y="10"/>
                        <a:pt x="15" y="9"/>
                      </a:cubicBezTo>
                      <a:cubicBezTo>
                        <a:pt x="15" y="7"/>
                        <a:pt x="15" y="6"/>
                        <a:pt x="14" y="5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7" name="Google Shape;4557;p22"/>
                <p:cNvSpPr/>
                <p:nvPr/>
              </p:nvSpPr>
              <p:spPr>
                <a:xfrm>
                  <a:off x="8257088" y="1043550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5" y="12"/>
                      </a:move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3" y="1"/>
                        <a:pt x="12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8" name="Google Shape;4558;p22"/>
                <p:cNvSpPr/>
                <p:nvPr/>
              </p:nvSpPr>
              <p:spPr>
                <a:xfrm>
                  <a:off x="7891963" y="1273738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12" y="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0"/>
                        <a:pt x="1" y="11"/>
                        <a:pt x="2" y="12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9" name="Google Shape;4559;p22"/>
                <p:cNvSpPr/>
                <p:nvPr/>
              </p:nvSpPr>
              <p:spPr>
                <a:xfrm>
                  <a:off x="7996738" y="1386450"/>
                  <a:ext cx="57150" cy="63500"/>
                </a:xfrm>
                <a:custGeom>
                  <a:rect b="b" l="l" r="r" t="t"/>
                  <a:pathLst>
                    <a:path extrusionOk="0" h="17" w="15">
                      <a:moveTo>
                        <a:pt x="6" y="0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2" y="14"/>
                        <a:pt x="4" y="15"/>
                        <a:pt x="6" y="17"/>
                      </a:cubicBezTo>
                      <a:cubicBezTo>
                        <a:pt x="15" y="5"/>
                        <a:pt x="15" y="5"/>
                        <a:pt x="15" y="5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0" name="Google Shape;4560;p22"/>
                <p:cNvSpPr/>
                <p:nvPr/>
              </p:nvSpPr>
              <p:spPr>
                <a:xfrm>
                  <a:off x="8068175" y="1432488"/>
                  <a:ext cx="34925" cy="47625"/>
                </a:xfrm>
                <a:custGeom>
                  <a:rect b="b" l="l" r="r" t="t"/>
                  <a:pathLst>
                    <a:path extrusionOk="0" h="13" w="9">
                      <a:moveTo>
                        <a:pt x="4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1" y="13"/>
                        <a:pt x="2" y="13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1" name="Google Shape;4561;p22"/>
                <p:cNvSpPr/>
                <p:nvPr/>
              </p:nvSpPr>
              <p:spPr>
                <a:xfrm>
                  <a:off x="8325350" y="1141975"/>
                  <a:ext cx="55563" cy="36513"/>
                </a:xfrm>
                <a:custGeom>
                  <a:rect b="b" l="l" r="r" t="t"/>
                  <a:pathLst>
                    <a:path extrusionOk="0" h="10" w="15">
                      <a:moveTo>
                        <a:pt x="2" y="10"/>
                      </a:move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4" y="3"/>
                        <a:pt x="13" y="2"/>
                        <a:pt x="12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2" name="Google Shape;4562;p22"/>
                <p:cNvSpPr/>
                <p:nvPr/>
              </p:nvSpPr>
              <p:spPr>
                <a:xfrm>
                  <a:off x="7710988" y="522850"/>
                  <a:ext cx="682625" cy="973137"/>
                </a:xfrm>
                <a:custGeom>
                  <a:rect b="b" l="l" r="r" t="t"/>
                  <a:pathLst>
                    <a:path extrusionOk="0" h="258" w="181">
                      <a:moveTo>
                        <a:pt x="69" y="218"/>
                      </a:moveTo>
                      <a:cubicBezTo>
                        <a:pt x="100" y="258"/>
                        <a:pt x="129" y="253"/>
                        <a:pt x="152" y="231"/>
                      </a:cubicBezTo>
                      <a:cubicBezTo>
                        <a:pt x="181" y="204"/>
                        <a:pt x="175" y="181"/>
                        <a:pt x="156" y="156"/>
                      </a:cubicBezTo>
                      <a:cubicBezTo>
                        <a:pt x="132" y="124"/>
                        <a:pt x="118" y="98"/>
                        <a:pt x="102" y="51"/>
                      </a:cubicBezTo>
                      <a:cubicBezTo>
                        <a:pt x="94" y="26"/>
                        <a:pt x="76" y="0"/>
                        <a:pt x="41" y="16"/>
                      </a:cubicBezTo>
                      <a:cubicBezTo>
                        <a:pt x="13" y="29"/>
                        <a:pt x="0" y="54"/>
                        <a:pt x="9" y="90"/>
                      </a:cubicBezTo>
                      <a:cubicBezTo>
                        <a:pt x="18" y="128"/>
                        <a:pt x="36" y="175"/>
                        <a:pt x="69" y="2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3" name="Google Shape;4563;p22"/>
                <p:cNvSpPr/>
                <p:nvPr/>
              </p:nvSpPr>
              <p:spPr>
                <a:xfrm>
                  <a:off x="7718925" y="624450"/>
                  <a:ext cx="674688" cy="871538"/>
                </a:xfrm>
                <a:custGeom>
                  <a:rect b="b" l="l" r="r" t="t"/>
                  <a:pathLst>
                    <a:path extrusionOk="0" h="231" w="179">
                      <a:moveTo>
                        <a:pt x="136" y="162"/>
                      </a:moveTo>
                      <a:cubicBezTo>
                        <a:pt x="118" y="178"/>
                        <a:pt x="91" y="176"/>
                        <a:pt x="63" y="131"/>
                      </a:cubicBezTo>
                      <a:cubicBezTo>
                        <a:pt x="33" y="83"/>
                        <a:pt x="17" y="33"/>
                        <a:pt x="23" y="0"/>
                      </a:cubicBezTo>
                      <a:cubicBezTo>
                        <a:pt x="7" y="14"/>
                        <a:pt x="0" y="35"/>
                        <a:pt x="7" y="63"/>
                      </a:cubicBezTo>
                      <a:cubicBezTo>
                        <a:pt x="16" y="101"/>
                        <a:pt x="34" y="148"/>
                        <a:pt x="67" y="191"/>
                      </a:cubicBezTo>
                      <a:cubicBezTo>
                        <a:pt x="98" y="231"/>
                        <a:pt x="127" y="226"/>
                        <a:pt x="150" y="204"/>
                      </a:cubicBezTo>
                      <a:cubicBezTo>
                        <a:pt x="179" y="177"/>
                        <a:pt x="173" y="154"/>
                        <a:pt x="154" y="129"/>
                      </a:cubicBezTo>
                      <a:cubicBezTo>
                        <a:pt x="150" y="123"/>
                        <a:pt x="145" y="117"/>
                        <a:pt x="141" y="111"/>
                      </a:cubicBezTo>
                      <a:cubicBezTo>
                        <a:pt x="147" y="128"/>
                        <a:pt x="150" y="150"/>
                        <a:pt x="136" y="16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4" name="Google Shape;4564;p22"/>
                <p:cNvSpPr/>
                <p:nvPr/>
              </p:nvSpPr>
              <p:spPr>
                <a:xfrm>
                  <a:off x="7930063" y="594288"/>
                  <a:ext cx="161925" cy="276225"/>
                </a:xfrm>
                <a:custGeom>
                  <a:rect b="b" l="l" r="r" t="t"/>
                  <a:pathLst>
                    <a:path extrusionOk="0" h="73" w="43">
                      <a:moveTo>
                        <a:pt x="35" y="31"/>
                      </a:moveTo>
                      <a:cubicBezTo>
                        <a:pt x="43" y="49"/>
                        <a:pt x="43" y="67"/>
                        <a:pt x="36" y="70"/>
                      </a:cubicBezTo>
                      <a:cubicBezTo>
                        <a:pt x="29" y="73"/>
                        <a:pt x="17" y="60"/>
                        <a:pt x="9" y="42"/>
                      </a:cubicBezTo>
                      <a:cubicBezTo>
                        <a:pt x="1" y="23"/>
                        <a:pt x="0" y="6"/>
                        <a:pt x="8" y="3"/>
                      </a:cubicBezTo>
                      <a:cubicBezTo>
                        <a:pt x="15" y="0"/>
                        <a:pt x="27" y="12"/>
                        <a:pt x="35" y="31"/>
                      </a:cubicBezTo>
                      <a:close/>
                    </a:path>
                  </a:pathLst>
                </a:custGeom>
                <a:solidFill>
                  <a:srgbClr val="F8F8F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65" name="Google Shape;4565;p22"/>
              <p:cNvGrpSpPr/>
              <p:nvPr/>
            </p:nvGrpSpPr>
            <p:grpSpPr>
              <a:xfrm flipH="1" rot="-8328268">
                <a:off x="-44510" y="2125424"/>
                <a:ext cx="546367" cy="757001"/>
                <a:chOff x="8260675" y="2995400"/>
                <a:chExt cx="811213" cy="1123950"/>
              </a:xfrm>
            </p:grpSpPr>
            <p:sp>
              <p:nvSpPr>
                <p:cNvPr id="4566" name="Google Shape;4566;p22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7" name="Google Shape;4567;p22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8" name="Google Shape;4568;p22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9" name="Google Shape;4569;p22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0" name="Google Shape;4570;p22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1" name="Google Shape;4571;p22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2" name="Google Shape;4572;p22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3" name="Google Shape;4573;p22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4" name="Google Shape;4574;p22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5" name="Google Shape;4575;p22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6" name="Google Shape;4576;p22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7" name="Google Shape;4577;p22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8" name="Google Shape;4578;p22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9" name="Google Shape;4579;p22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80" name="Google Shape;4580;p22"/>
              <p:cNvGrpSpPr/>
              <p:nvPr/>
            </p:nvGrpSpPr>
            <p:grpSpPr>
              <a:xfrm flipH="1" rot="-3463573">
                <a:off x="-426432" y="3176311"/>
                <a:ext cx="927341" cy="791288"/>
                <a:chOff x="-469100" y="3905588"/>
                <a:chExt cx="1352550" cy="1154113"/>
              </a:xfrm>
            </p:grpSpPr>
            <p:grpSp>
              <p:nvGrpSpPr>
                <p:cNvPr id="4581" name="Google Shape;4581;p22"/>
                <p:cNvGrpSpPr/>
                <p:nvPr/>
              </p:nvGrpSpPr>
              <p:grpSpPr>
                <a:xfrm>
                  <a:off x="-469100" y="3905588"/>
                  <a:ext cx="1352550" cy="1154113"/>
                  <a:chOff x="-469100" y="3905588"/>
                  <a:chExt cx="1352550" cy="1154113"/>
                </a:xfrm>
              </p:grpSpPr>
              <p:sp>
                <p:nvSpPr>
                  <p:cNvPr id="4582" name="Google Shape;4582;p22"/>
                  <p:cNvSpPr/>
                  <p:nvPr/>
                </p:nvSpPr>
                <p:spPr>
                  <a:xfrm>
                    <a:off x="-469100" y="3905588"/>
                    <a:ext cx="1352550" cy="1154113"/>
                  </a:xfrm>
                  <a:custGeom>
                    <a:rect b="b" l="l" r="r" t="t"/>
                    <a:pathLst>
                      <a:path extrusionOk="0" h="306" w="359">
                        <a:moveTo>
                          <a:pt x="197" y="261"/>
                        </a:moveTo>
                        <a:cubicBezTo>
                          <a:pt x="197" y="261"/>
                          <a:pt x="197" y="261"/>
                          <a:pt x="197" y="261"/>
                        </a:cubicBezTo>
                        <a:cubicBezTo>
                          <a:pt x="200" y="261"/>
                          <a:pt x="203" y="262"/>
                          <a:pt x="205" y="264"/>
                        </a:cubicBezTo>
                        <a:cubicBezTo>
                          <a:pt x="207" y="265"/>
                          <a:pt x="208" y="267"/>
                          <a:pt x="208" y="269"/>
                        </a:cubicBezTo>
                        <a:cubicBezTo>
                          <a:pt x="208" y="273"/>
                          <a:pt x="202" y="277"/>
                          <a:pt x="197" y="277"/>
                        </a:cubicBezTo>
                        <a:cubicBezTo>
                          <a:pt x="197" y="277"/>
                          <a:pt x="197" y="277"/>
                          <a:pt x="197" y="277"/>
                        </a:cubicBezTo>
                        <a:cubicBezTo>
                          <a:pt x="196" y="277"/>
                          <a:pt x="196" y="277"/>
                          <a:pt x="196" y="277"/>
                        </a:cubicBezTo>
                        <a:cubicBezTo>
                          <a:pt x="191" y="277"/>
                          <a:pt x="188" y="274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8"/>
                          <a:pt x="188" y="267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90" y="263"/>
                          <a:pt x="193" y="261"/>
                          <a:pt x="196" y="261"/>
                        </a:cubicBezTo>
                        <a:cubicBezTo>
                          <a:pt x="196" y="261"/>
                          <a:pt x="196" y="261"/>
                          <a:pt x="197" y="261"/>
                        </a:cubicBezTo>
                        <a:moveTo>
                          <a:pt x="308" y="170"/>
                        </a:moveTo>
                        <a:cubicBezTo>
                          <a:pt x="308" y="170"/>
                          <a:pt x="308" y="170"/>
                          <a:pt x="309" y="170"/>
                        </a:cubicBezTo>
                        <a:cubicBezTo>
                          <a:pt x="313" y="170"/>
                          <a:pt x="318" y="172"/>
                          <a:pt x="321" y="175"/>
                        </a:cubicBezTo>
                        <a:cubicBezTo>
                          <a:pt x="324" y="177"/>
                          <a:pt x="325" y="179"/>
                          <a:pt x="325" y="182"/>
                        </a:cubicBezTo>
                        <a:cubicBezTo>
                          <a:pt x="325" y="189"/>
                          <a:pt x="317" y="196"/>
                          <a:pt x="309" y="196"/>
                        </a:cubicBezTo>
                        <a:cubicBezTo>
                          <a:pt x="308" y="196"/>
                          <a:pt x="308" y="196"/>
                          <a:pt x="308" y="196"/>
                        </a:cubicBezTo>
                        <a:cubicBezTo>
                          <a:pt x="307" y="196"/>
                          <a:pt x="307" y="196"/>
                          <a:pt x="307" y="196"/>
                        </a:cubicBezTo>
                        <a:cubicBezTo>
                          <a:pt x="300" y="196"/>
                          <a:pt x="294" y="190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1"/>
                          <a:pt x="294" y="179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7" y="173"/>
                          <a:pt x="302" y="170"/>
                          <a:pt x="307" y="170"/>
                        </a:cubicBezTo>
                        <a:cubicBezTo>
                          <a:pt x="307" y="170"/>
                          <a:pt x="307" y="170"/>
                          <a:pt x="308" y="170"/>
                        </a:cubicBezTo>
                        <a:moveTo>
                          <a:pt x="41" y="150"/>
                        </a:moveTo>
                        <a:cubicBezTo>
                          <a:pt x="42" y="150"/>
                          <a:pt x="42" y="150"/>
                          <a:pt x="42" y="150"/>
                        </a:cubicBezTo>
                        <a:cubicBezTo>
                          <a:pt x="46" y="150"/>
                          <a:pt x="51" y="151"/>
                          <a:pt x="53" y="154"/>
                        </a:cubicBezTo>
                        <a:cubicBezTo>
                          <a:pt x="56" y="156"/>
                          <a:pt x="57" y="158"/>
                          <a:pt x="57" y="161"/>
                        </a:cubicBezTo>
                        <a:cubicBezTo>
                          <a:pt x="57" y="167"/>
                          <a:pt x="50" y="173"/>
                          <a:pt x="42" y="173"/>
                        </a:cubicBezTo>
                        <a:cubicBezTo>
                          <a:pt x="42" y="173"/>
                          <a:pt x="42" y="173"/>
                          <a:pt x="41" y="173"/>
                        </a:cubicBezTo>
                        <a:cubicBezTo>
                          <a:pt x="41" y="173"/>
                          <a:pt x="41" y="173"/>
                          <a:pt x="40" y="173"/>
                        </a:cubicBezTo>
                        <a:cubicBezTo>
                          <a:pt x="34" y="173"/>
                          <a:pt x="29" y="168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59"/>
                          <a:pt x="29" y="158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2" y="152"/>
                          <a:pt x="36" y="150"/>
                          <a:pt x="40" y="150"/>
                        </a:cubicBezTo>
                        <a:cubicBezTo>
                          <a:pt x="41" y="150"/>
                          <a:pt x="41" y="150"/>
                          <a:pt x="41" y="150"/>
                        </a:cubicBezTo>
                        <a:moveTo>
                          <a:pt x="285" y="133"/>
                        </a:moveTo>
                        <a:cubicBezTo>
                          <a:pt x="285" y="133"/>
                          <a:pt x="285" y="133"/>
                          <a:pt x="285" y="133"/>
                        </a:cubicBezTo>
                        <a:cubicBezTo>
                          <a:pt x="287" y="133"/>
                          <a:pt x="289" y="133"/>
                          <a:pt x="290" y="134"/>
                        </a:cubicBezTo>
                        <a:cubicBezTo>
                          <a:pt x="291" y="135"/>
                          <a:pt x="291" y="136"/>
                          <a:pt x="291" y="137"/>
                        </a:cubicBezTo>
                        <a:cubicBezTo>
                          <a:pt x="291" y="139"/>
                          <a:pt x="288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2" y="142"/>
                          <a:pt x="280" y="140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6"/>
                          <a:pt x="280" y="136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4"/>
                          <a:pt x="283" y="133"/>
                          <a:pt x="285" y="133"/>
                        </a:cubicBezTo>
                        <a:cubicBezTo>
                          <a:pt x="285" y="133"/>
                          <a:pt x="285" y="133"/>
                          <a:pt x="285" y="133"/>
                        </a:cubicBezTo>
                        <a:moveTo>
                          <a:pt x="33" y="122"/>
                        </a:moveTo>
                        <a:cubicBezTo>
                          <a:pt x="34" y="122"/>
                          <a:pt x="34" y="122"/>
                          <a:pt x="34" y="122"/>
                        </a:cubicBezTo>
                        <a:cubicBezTo>
                          <a:pt x="37" y="122"/>
                          <a:pt x="40" y="123"/>
                          <a:pt x="42" y="125"/>
                        </a:cubicBezTo>
                        <a:cubicBezTo>
                          <a:pt x="43" y="126"/>
                          <a:pt x="44" y="127"/>
                          <a:pt x="44" y="129"/>
                        </a:cubicBezTo>
                        <a:cubicBezTo>
                          <a:pt x="44" y="134"/>
                          <a:pt x="39" y="138"/>
                          <a:pt x="34" y="138"/>
                        </a:cubicBezTo>
                        <a:cubicBezTo>
                          <a:pt x="34" y="138"/>
                          <a:pt x="34" y="138"/>
                          <a:pt x="33" y="138"/>
                        </a:cubicBezTo>
                        <a:cubicBezTo>
                          <a:pt x="33" y="138"/>
                          <a:pt x="33" y="138"/>
                          <a:pt x="33" y="138"/>
                        </a:cubicBezTo>
                        <a:cubicBezTo>
                          <a:pt x="28" y="138"/>
                          <a:pt x="25" y="134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28"/>
                          <a:pt x="25" y="127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7" y="124"/>
                          <a:pt x="30" y="122"/>
                          <a:pt x="33" y="122"/>
                        </a:cubicBezTo>
                        <a:cubicBezTo>
                          <a:pt x="33" y="122"/>
                          <a:pt x="33" y="122"/>
                          <a:pt x="33" y="122"/>
                        </a:cubicBezTo>
                        <a:moveTo>
                          <a:pt x="43" y="101"/>
                        </a:moveTo>
                        <a:cubicBezTo>
                          <a:pt x="43" y="101"/>
                          <a:pt x="44" y="101"/>
                          <a:pt x="44" y="101"/>
                        </a:cubicBezTo>
                        <a:cubicBezTo>
                          <a:pt x="45" y="101"/>
                          <a:pt x="47" y="102"/>
                          <a:pt x="48" y="103"/>
                        </a:cubicBezTo>
                        <a:cubicBezTo>
                          <a:pt x="49" y="104"/>
                          <a:pt x="49" y="105"/>
                          <a:pt x="49" y="106"/>
                        </a:cubicBezTo>
                        <a:cubicBezTo>
                          <a:pt x="49" y="108"/>
                          <a:pt x="47" y="110"/>
                          <a:pt x="44" y="110"/>
                        </a:cubicBezTo>
                        <a:cubicBezTo>
                          <a:pt x="44" y="110"/>
                          <a:pt x="43" y="110"/>
                          <a:pt x="43" y="110"/>
                        </a:cubicBezTo>
                        <a:cubicBezTo>
                          <a:pt x="43" y="110"/>
                          <a:pt x="43" y="110"/>
                          <a:pt x="43" y="110"/>
                        </a:cubicBezTo>
                        <a:cubicBezTo>
                          <a:pt x="40" y="110"/>
                          <a:pt x="38" y="108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5"/>
                          <a:pt x="39" y="105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40" y="102"/>
                          <a:pt x="41" y="101"/>
                          <a:pt x="43" y="101"/>
                        </a:cubicBezTo>
                        <a:cubicBezTo>
                          <a:pt x="43" y="101"/>
                          <a:pt x="43" y="101"/>
                          <a:pt x="43" y="101"/>
                        </a:cubicBezTo>
                        <a:moveTo>
                          <a:pt x="164" y="239"/>
                        </a:moveTo>
                        <a:cubicBezTo>
                          <a:pt x="106" y="239"/>
                          <a:pt x="66" y="217"/>
                          <a:pt x="66" y="166"/>
                        </a:cubicBezTo>
                        <a:cubicBezTo>
                          <a:pt x="66" y="137"/>
                          <a:pt x="67" y="111"/>
                          <a:pt x="89" y="89"/>
                        </a:cubicBezTo>
                        <a:cubicBezTo>
                          <a:pt x="105" y="71"/>
                          <a:pt x="138" y="63"/>
                          <a:pt x="164" y="53"/>
                        </a:cubicBezTo>
                        <a:cubicBezTo>
                          <a:pt x="169" y="52"/>
                          <a:pt x="174" y="51"/>
                          <a:pt x="179" y="51"/>
                        </a:cubicBezTo>
                        <a:cubicBezTo>
                          <a:pt x="203" y="51"/>
                          <a:pt x="225" y="73"/>
                          <a:pt x="242" y="93"/>
                        </a:cubicBezTo>
                        <a:cubicBezTo>
                          <a:pt x="258" y="111"/>
                          <a:pt x="269" y="118"/>
                          <a:pt x="269" y="140"/>
                        </a:cubicBezTo>
                        <a:cubicBezTo>
                          <a:pt x="269" y="167"/>
                          <a:pt x="250" y="190"/>
                          <a:pt x="229" y="208"/>
                        </a:cubicBezTo>
                        <a:cubicBezTo>
                          <a:pt x="210" y="225"/>
                          <a:pt x="191" y="239"/>
                          <a:pt x="164" y="239"/>
                        </a:cubicBezTo>
                        <a:moveTo>
                          <a:pt x="106" y="44"/>
                        </a:moveTo>
                        <a:cubicBezTo>
                          <a:pt x="106" y="44"/>
                          <a:pt x="106" y="44"/>
                          <a:pt x="107" y="44"/>
                        </a:cubicBezTo>
                        <a:cubicBezTo>
                          <a:pt x="109" y="44"/>
                          <a:pt x="112" y="45"/>
                          <a:pt x="114" y="47"/>
                        </a:cubicBezTo>
                        <a:cubicBezTo>
                          <a:pt x="115" y="48"/>
                          <a:pt x="116" y="49"/>
                          <a:pt x="116" y="51"/>
                        </a:cubicBezTo>
                        <a:cubicBezTo>
                          <a:pt x="116" y="55"/>
                          <a:pt x="111" y="59"/>
                          <a:pt x="107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1" y="59"/>
                          <a:pt x="98" y="56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0"/>
                          <a:pt x="99" y="49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100" y="46"/>
                          <a:pt x="103" y="44"/>
                          <a:pt x="106" y="44"/>
                        </a:cubicBezTo>
                        <a:cubicBezTo>
                          <a:pt x="106" y="44"/>
                          <a:pt x="106" y="44"/>
                          <a:pt x="106" y="44"/>
                        </a:cubicBezTo>
                        <a:moveTo>
                          <a:pt x="200" y="0"/>
                        </a:moveTo>
                        <a:cubicBezTo>
                          <a:pt x="197" y="0"/>
                          <a:pt x="195" y="0"/>
                          <a:pt x="192" y="0"/>
                        </a:cubicBezTo>
                        <a:cubicBezTo>
                          <a:pt x="188" y="0"/>
                          <a:pt x="183" y="1"/>
                          <a:pt x="179" y="2"/>
                        </a:cubicBezTo>
                        <a:cubicBezTo>
                          <a:pt x="177" y="3"/>
                          <a:pt x="175" y="4"/>
                          <a:pt x="173" y="4"/>
                        </a:cubicBezTo>
                        <a:cubicBezTo>
                          <a:pt x="170" y="6"/>
                          <a:pt x="166" y="7"/>
                          <a:pt x="162" y="9"/>
                        </a:cubicBezTo>
                        <a:cubicBezTo>
                          <a:pt x="161" y="9"/>
                          <a:pt x="161" y="9"/>
                          <a:pt x="161" y="9"/>
                        </a:cubicBezTo>
                        <a:cubicBezTo>
                          <a:pt x="92" y="34"/>
                          <a:pt x="0" y="60"/>
                          <a:pt x="0" y="144"/>
                        </a:cubicBezTo>
                        <a:cubicBezTo>
                          <a:pt x="0" y="169"/>
                          <a:pt x="7" y="19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22" y="218"/>
                          <a:pt x="27" y="224"/>
                          <a:pt x="32" y="229"/>
                        </a:cubicBezTo>
                        <a:cubicBezTo>
                          <a:pt x="51" y="250"/>
                          <a:pt x="78" y="263"/>
                          <a:pt x="112" y="266"/>
                        </a:cubicBezTo>
                        <a:cubicBezTo>
                          <a:pt x="137" y="269"/>
                          <a:pt x="153" y="299"/>
                          <a:pt x="180" y="305"/>
                        </a:cubicBezTo>
                        <a:cubicBezTo>
                          <a:pt x="183" y="306"/>
                          <a:pt x="187" y="306"/>
                          <a:pt x="191" y="306"/>
                        </a:cubicBezTo>
                        <a:cubicBezTo>
                          <a:pt x="219" y="306"/>
                          <a:pt x="270" y="291"/>
                          <a:pt x="297" y="251"/>
                        </a:cubicBezTo>
                        <a:cubicBezTo>
                          <a:pt x="314" y="226"/>
                          <a:pt x="359" y="175"/>
                          <a:pt x="359" y="144"/>
                        </a:cubicBezTo>
                        <a:cubicBezTo>
                          <a:pt x="359" y="129"/>
                          <a:pt x="353" y="119"/>
                          <a:pt x="344" y="109"/>
                        </a:cubicBezTo>
                        <a:cubicBezTo>
                          <a:pt x="339" y="104"/>
                          <a:pt x="333" y="99"/>
                          <a:pt x="327" y="94"/>
                        </a:cubicBezTo>
                        <a:cubicBezTo>
                          <a:pt x="312" y="82"/>
                          <a:pt x="296" y="71"/>
                          <a:pt x="286" y="53"/>
                        </a:cubicBezTo>
                        <a:cubicBezTo>
                          <a:pt x="266" y="19"/>
                          <a:pt x="233" y="1"/>
                          <a:pt x="202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01" y="0"/>
                          <a:pt x="201" y="0"/>
                          <a:pt x="200" y="0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83" name="Google Shape;4583;p22"/>
                  <p:cNvSpPr/>
                  <p:nvPr/>
                </p:nvSpPr>
                <p:spPr>
                  <a:xfrm>
                    <a:off x="-219862" y="4064338"/>
                    <a:ext cx="763588" cy="742950"/>
                  </a:xfrm>
                  <a:custGeom>
                    <a:rect b="b" l="l" r="r" t="t"/>
                    <a:pathLst>
                      <a:path extrusionOk="0" h="197" w="203">
                        <a:moveTo>
                          <a:pt x="203" y="98"/>
                        </a:moveTo>
                        <a:cubicBezTo>
                          <a:pt x="203" y="125"/>
                          <a:pt x="184" y="148"/>
                          <a:pt x="163" y="166"/>
                        </a:cubicBezTo>
                        <a:cubicBezTo>
                          <a:pt x="144" y="183"/>
                          <a:pt x="125" y="197"/>
                          <a:pt x="98" y="197"/>
                        </a:cubicBezTo>
                        <a:cubicBezTo>
                          <a:pt x="40" y="197"/>
                          <a:pt x="0" y="175"/>
                          <a:pt x="0" y="124"/>
                        </a:cubicBezTo>
                        <a:cubicBezTo>
                          <a:pt x="0" y="95"/>
                          <a:pt x="1" y="69"/>
                          <a:pt x="23" y="47"/>
                        </a:cubicBezTo>
                        <a:cubicBezTo>
                          <a:pt x="39" y="29"/>
                          <a:pt x="72" y="21"/>
                          <a:pt x="98" y="11"/>
                        </a:cubicBezTo>
                        <a:cubicBezTo>
                          <a:pt x="129" y="0"/>
                          <a:pt x="156" y="27"/>
                          <a:pt x="176" y="51"/>
                        </a:cubicBezTo>
                        <a:cubicBezTo>
                          <a:pt x="192" y="69"/>
                          <a:pt x="203" y="76"/>
                          <a:pt x="203" y="98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84" name="Google Shape;4584;p22"/>
                  <p:cNvSpPr/>
                  <p:nvPr/>
                </p:nvSpPr>
                <p:spPr>
                  <a:xfrm>
                    <a:off x="-130962" y="4259600"/>
                    <a:ext cx="523875" cy="403225"/>
                  </a:xfrm>
                  <a:custGeom>
                    <a:rect b="b" l="l" r="r" t="t"/>
                    <a:pathLst>
                      <a:path extrusionOk="0" h="107" w="139">
                        <a:moveTo>
                          <a:pt x="33" y="74"/>
                        </a:moveTo>
                        <a:cubicBezTo>
                          <a:pt x="33" y="74"/>
                          <a:pt x="33" y="74"/>
                          <a:pt x="33" y="74"/>
                        </a:cubicBezTo>
                        <a:cubicBezTo>
                          <a:pt x="35" y="74"/>
                          <a:pt x="37" y="75"/>
                          <a:pt x="38" y="76"/>
                        </a:cubicBezTo>
                        <a:cubicBezTo>
                          <a:pt x="39" y="77"/>
                          <a:pt x="39" y="78"/>
                          <a:pt x="39" y="79"/>
                        </a:cubicBezTo>
                        <a:cubicBezTo>
                          <a:pt x="39" y="82"/>
                          <a:pt x="36" y="84"/>
                          <a:pt x="33" y="84"/>
                        </a:cubicBezTo>
                        <a:cubicBezTo>
                          <a:pt x="33" y="84"/>
                          <a:pt x="33" y="84"/>
                          <a:pt x="33" y="84"/>
                        </a:cubicBezTo>
                        <a:cubicBezTo>
                          <a:pt x="33" y="84"/>
                          <a:pt x="32" y="84"/>
                          <a:pt x="32" y="84"/>
                        </a:cubicBezTo>
                        <a:cubicBezTo>
                          <a:pt x="30" y="84"/>
                          <a:pt x="27" y="82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8"/>
                          <a:pt x="27" y="78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9" y="75"/>
                          <a:pt x="30" y="74"/>
                          <a:pt x="32" y="74"/>
                        </a:cubicBezTo>
                        <a:cubicBezTo>
                          <a:pt x="32" y="74"/>
                          <a:pt x="33" y="74"/>
                          <a:pt x="33" y="74"/>
                        </a:cubicBezTo>
                        <a:moveTo>
                          <a:pt x="79" y="87"/>
                        </a:moveTo>
                        <a:cubicBezTo>
                          <a:pt x="56" y="87"/>
                          <a:pt x="30" y="80"/>
                          <a:pt x="30" y="55"/>
                        </a:cubicBezTo>
                        <a:cubicBezTo>
                          <a:pt x="30" y="30"/>
                          <a:pt x="60" y="11"/>
                          <a:pt x="83" y="11"/>
                        </a:cubicBezTo>
                        <a:cubicBezTo>
                          <a:pt x="105" y="11"/>
                          <a:pt x="126" y="15"/>
                          <a:pt x="126" y="40"/>
                        </a:cubicBezTo>
                        <a:cubicBezTo>
                          <a:pt x="126" y="65"/>
                          <a:pt x="101" y="87"/>
                          <a:pt x="79" y="87"/>
                        </a:cubicBezTo>
                        <a:moveTo>
                          <a:pt x="76" y="0"/>
                        </a:moveTo>
                        <a:cubicBezTo>
                          <a:pt x="44" y="0"/>
                          <a:pt x="0" y="27"/>
                          <a:pt x="0" y="62"/>
                        </a:cubicBezTo>
                        <a:cubicBezTo>
                          <a:pt x="0" y="98"/>
                          <a:pt x="38" y="107"/>
                          <a:pt x="70" y="107"/>
                        </a:cubicBezTo>
                        <a:cubicBezTo>
                          <a:pt x="102" y="107"/>
                          <a:pt x="139" y="76"/>
                          <a:pt x="139" y="41"/>
                        </a:cubicBezTo>
                        <a:cubicBezTo>
                          <a:pt x="139" y="5"/>
                          <a:pt x="108" y="0"/>
                          <a:pt x="76" y="0"/>
                        </a:cubicBezTo>
                      </a:path>
                    </a:pathLst>
                  </a:custGeom>
                  <a:solidFill>
                    <a:schemeClr val="accent3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85" name="Google Shape;4585;p22"/>
                  <p:cNvSpPr/>
                  <p:nvPr/>
                </p:nvSpPr>
                <p:spPr>
                  <a:xfrm>
                    <a:off x="-16662" y="4300875"/>
                    <a:ext cx="361950" cy="287338"/>
                  </a:xfrm>
                  <a:custGeom>
                    <a:rect b="b" l="l" r="r" t="t"/>
                    <a:pathLst>
                      <a:path extrusionOk="0" h="76" w="96">
                        <a:moveTo>
                          <a:pt x="74" y="31"/>
                        </a:moveTo>
                        <a:cubicBezTo>
                          <a:pt x="74" y="31"/>
                          <a:pt x="74" y="31"/>
                          <a:pt x="75" y="31"/>
                        </a:cubicBezTo>
                        <a:cubicBezTo>
                          <a:pt x="79" y="31"/>
                          <a:pt x="84" y="33"/>
                          <a:pt x="87" y="36"/>
                        </a:cubicBezTo>
                        <a:cubicBezTo>
                          <a:pt x="89" y="38"/>
                          <a:pt x="91" y="40"/>
                          <a:pt x="91" y="43"/>
                        </a:cubicBezTo>
                        <a:cubicBezTo>
                          <a:pt x="91" y="51"/>
                          <a:pt x="83" y="57"/>
                          <a:pt x="75" y="57"/>
                        </a:cubicBezTo>
                        <a:cubicBezTo>
                          <a:pt x="74" y="57"/>
                          <a:pt x="74" y="57"/>
                          <a:pt x="73" y="57"/>
                        </a:cubicBezTo>
                        <a:cubicBezTo>
                          <a:pt x="73" y="57"/>
                          <a:pt x="73" y="57"/>
                          <a:pt x="73" y="57"/>
                        </a:cubicBezTo>
                        <a:cubicBezTo>
                          <a:pt x="65" y="57"/>
                          <a:pt x="60" y="51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2"/>
                          <a:pt x="60" y="40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3" y="34"/>
                          <a:pt x="68" y="31"/>
                          <a:pt x="73" y="31"/>
                        </a:cubicBezTo>
                        <a:cubicBezTo>
                          <a:pt x="73" y="31"/>
                          <a:pt x="73" y="31"/>
                          <a:pt x="74" y="31"/>
                        </a:cubicBezTo>
                        <a:moveTo>
                          <a:pt x="25" y="24"/>
                        </a:moveTo>
                        <a:cubicBezTo>
                          <a:pt x="25" y="24"/>
                          <a:pt x="25" y="24"/>
                          <a:pt x="26" y="24"/>
                        </a:cubicBezTo>
                        <a:cubicBezTo>
                          <a:pt x="29" y="24"/>
                          <a:pt x="32" y="25"/>
                          <a:pt x="34" y="27"/>
                        </a:cubicBezTo>
                        <a:cubicBezTo>
                          <a:pt x="35" y="29"/>
                          <a:pt x="36" y="30"/>
                          <a:pt x="36" y="32"/>
                        </a:cubicBezTo>
                        <a:cubicBezTo>
                          <a:pt x="36" y="37"/>
                          <a:pt x="31" y="41"/>
                          <a:pt x="26" y="41"/>
                        </a:cubicBezTo>
                        <a:cubicBezTo>
                          <a:pt x="25" y="41"/>
                          <a:pt x="25" y="41"/>
                          <a:pt x="25" y="41"/>
                        </a:cubicBezTo>
                        <a:cubicBezTo>
                          <a:pt x="25" y="41"/>
                          <a:pt x="25" y="41"/>
                          <a:pt x="24" y="41"/>
                        </a:cubicBezTo>
                        <a:cubicBezTo>
                          <a:pt x="20" y="41"/>
                          <a:pt x="16" y="37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1"/>
                          <a:pt x="17" y="30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8" y="26"/>
                          <a:pt x="21" y="24"/>
                          <a:pt x="24" y="24"/>
                        </a:cubicBezTo>
                        <a:cubicBezTo>
                          <a:pt x="25" y="24"/>
                          <a:pt x="25" y="24"/>
                          <a:pt x="25" y="24"/>
                        </a:cubicBezTo>
                        <a:moveTo>
                          <a:pt x="53" y="0"/>
                        </a:moveTo>
                        <a:cubicBezTo>
                          <a:pt x="30" y="0"/>
                          <a:pt x="0" y="19"/>
                          <a:pt x="0" y="44"/>
                        </a:cubicBezTo>
                        <a:cubicBezTo>
                          <a:pt x="0" y="69"/>
                          <a:pt x="26" y="76"/>
                          <a:pt x="49" y="76"/>
                        </a:cubicBezTo>
                        <a:cubicBezTo>
                          <a:pt x="71" y="76"/>
                          <a:pt x="96" y="54"/>
                          <a:pt x="96" y="29"/>
                        </a:cubicBezTo>
                        <a:cubicBezTo>
                          <a:pt x="96" y="4"/>
                          <a:pt x="75" y="0"/>
                          <a:pt x="53" y="0"/>
                        </a:cubicBezTo>
                      </a:path>
                    </a:pathLst>
                  </a:custGeom>
                  <a:solidFill>
                    <a:srgbClr val="191919">
                      <a:alpha val="25000"/>
                    </a:srgbClr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586" name="Google Shape;4586;p22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87" name="Google Shape;4587;p22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rgbClr val="191919">
                    <a:alpha val="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88" name="Google Shape;4588;p22"/>
                <p:cNvSpPr/>
                <p:nvPr/>
              </p:nvSpPr>
              <p:spPr>
                <a:xfrm>
                  <a:off x="638975" y="4546938"/>
                  <a:ext cx="115888" cy="96838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4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19"/>
                        <a:pt x="31" y="12"/>
                      </a:cubicBezTo>
                      <a:cubicBezTo>
                        <a:pt x="31" y="9"/>
                        <a:pt x="30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89" name="Google Shape;4589;p22"/>
                <p:cNvSpPr/>
                <p:nvPr/>
              </p:nvSpPr>
              <p:spPr>
                <a:xfrm>
                  <a:off x="638975" y="4546938"/>
                  <a:ext cx="101600" cy="96838"/>
                </a:xfrm>
                <a:custGeom>
                  <a:rect b="b" l="l" r="r" t="t"/>
                  <a:pathLst>
                    <a:path extrusionOk="0" h="26" w="27">
                      <a:moveTo>
                        <a:pt x="27" y="12"/>
                      </a:moveTo>
                      <a:cubicBezTo>
                        <a:pt x="27" y="19"/>
                        <a:pt x="20" y="26"/>
                        <a:pt x="13" y="26"/>
                      </a:cubicBezTo>
                      <a:cubicBezTo>
                        <a:pt x="6" y="26"/>
                        <a:pt x="0" y="20"/>
                        <a:pt x="0" y="13"/>
                      </a:cubicBezTo>
                      <a:cubicBezTo>
                        <a:pt x="0" y="11"/>
                        <a:pt x="0" y="9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3" y="3"/>
                        <a:pt x="8" y="0"/>
                        <a:pt x="13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0" name="Google Shape;4590;p22"/>
                <p:cNvSpPr/>
                <p:nvPr/>
              </p:nvSpPr>
              <p:spPr>
                <a:xfrm>
                  <a:off x="642150" y="4546938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23" y="8"/>
                      </a:moveTo>
                      <a:cubicBezTo>
                        <a:pt x="23" y="14"/>
                        <a:pt x="17" y="19"/>
                        <a:pt x="11" y="19"/>
                      </a:cubicBezTo>
                      <a:cubicBezTo>
                        <a:pt x="5" y="19"/>
                        <a:pt x="0" y="14"/>
                        <a:pt x="0" y="8"/>
                      </a:cubicBezTo>
                      <a:cubicBezTo>
                        <a:pt x="0" y="8"/>
                        <a:pt x="0" y="8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3"/>
                        <a:pt x="7" y="0"/>
                        <a:pt x="12" y="0"/>
                      </a:cubicBezTo>
                      <a:cubicBezTo>
                        <a:pt x="16" y="0"/>
                        <a:pt x="20" y="2"/>
                        <a:pt x="23" y="5"/>
                      </a:cubicBezTo>
                      <a:cubicBezTo>
                        <a:pt x="23" y="6"/>
                        <a:pt x="23" y="7"/>
                        <a:pt x="23" y="8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1" name="Google Shape;4591;p22"/>
                <p:cNvSpPr/>
                <p:nvPr/>
              </p:nvSpPr>
              <p:spPr>
                <a:xfrm>
                  <a:off x="664375" y="4572338"/>
                  <a:ext cx="348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2" name="Google Shape;4592;p22"/>
                <p:cNvSpPr/>
                <p:nvPr/>
              </p:nvSpPr>
              <p:spPr>
                <a:xfrm>
                  <a:off x="604050" y="440723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0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2"/>
                        <a:pt x="5" y="3"/>
                        <a:pt x="5" y="4"/>
                      </a:cubicBezTo>
                      <a:cubicBezTo>
                        <a:pt x="5" y="6"/>
                        <a:pt x="2" y="8"/>
                        <a:pt x="0" y="9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3" y="9"/>
                        <a:pt x="6" y="6"/>
                        <a:pt x="6" y="4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3" name="Google Shape;4593;p22"/>
                <p:cNvSpPr/>
                <p:nvPr/>
              </p:nvSpPr>
              <p:spPr>
                <a:xfrm>
                  <a:off x="585000" y="440723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4"/>
                      </a:moveTo>
                      <a:cubicBezTo>
                        <a:pt x="10" y="6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4"/>
                      </a:cubicBezTo>
                      <a:cubicBezTo>
                        <a:pt x="0" y="3"/>
                        <a:pt x="0" y="3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3" y="0"/>
                        <a:pt x="5" y="0"/>
                      </a:cubicBezTo>
                      <a:cubicBezTo>
                        <a:pt x="6" y="0"/>
                        <a:pt x="8" y="0"/>
                        <a:pt x="8" y="1"/>
                      </a:cubicBezTo>
                      <a:cubicBezTo>
                        <a:pt x="9" y="2"/>
                        <a:pt x="10" y="3"/>
                        <a:pt x="10" y="4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4" name="Google Shape;4594;p22"/>
                <p:cNvSpPr/>
                <p:nvPr/>
              </p:nvSpPr>
              <p:spPr>
                <a:xfrm>
                  <a:off x="589763" y="4407238"/>
                  <a:ext cx="30163" cy="22225"/>
                </a:xfrm>
                <a:custGeom>
                  <a:rect b="b" l="l" r="r" t="t"/>
                  <a:pathLst>
                    <a:path extrusionOk="0" h="6" w="8">
                      <a:moveTo>
                        <a:pt x="8" y="2"/>
                      </a:moveTo>
                      <a:cubicBezTo>
                        <a:pt x="8" y="4"/>
                        <a:pt x="6" y="6"/>
                        <a:pt x="3" y="6"/>
                      </a:cubicBezTo>
                      <a:cubicBezTo>
                        <a:pt x="1" y="6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5" y="0"/>
                        <a:pt x="7" y="0"/>
                        <a:pt x="7" y="1"/>
                      </a:cubicBezTo>
                      <a:cubicBezTo>
                        <a:pt x="8" y="2"/>
                        <a:pt x="8" y="2"/>
                        <a:pt x="8" y="2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5" name="Google Shape;4595;p22"/>
                <p:cNvSpPr/>
                <p:nvPr/>
              </p:nvSpPr>
              <p:spPr>
                <a:xfrm>
                  <a:off x="597700" y="4415175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6" name="Google Shape;4596;p22"/>
                <p:cNvSpPr/>
                <p:nvPr/>
              </p:nvSpPr>
              <p:spPr>
                <a:xfrm>
                  <a:off x="272263" y="4889838"/>
                  <a:ext cx="42862" cy="60325"/>
                </a:xfrm>
                <a:custGeom>
                  <a:rect b="b" l="l" r="r" t="t"/>
                  <a:pathLst>
                    <a:path extrusionOk="0" h="16" w="1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5" y="16"/>
                        <a:pt x="11" y="12"/>
                        <a:pt x="11" y="8"/>
                      </a:cubicBezTo>
                      <a:cubicBezTo>
                        <a:pt x="11" y="6"/>
                        <a:pt x="10" y="4"/>
                        <a:pt x="8" y="3"/>
                      </a:cubicBezTo>
                      <a:cubicBezTo>
                        <a:pt x="6" y="1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7" name="Google Shape;4597;p22"/>
                <p:cNvSpPr/>
                <p:nvPr/>
              </p:nvSpPr>
              <p:spPr>
                <a:xfrm>
                  <a:off x="238925" y="4889838"/>
                  <a:ext cx="63500" cy="60325"/>
                </a:xfrm>
                <a:custGeom>
                  <a:rect b="b" l="l" r="r" t="t"/>
                  <a:pathLst>
                    <a:path extrusionOk="0" h="16" w="17">
                      <a:moveTo>
                        <a:pt x="17" y="8"/>
                      </a:moveTo>
                      <a:cubicBezTo>
                        <a:pt x="17" y="12"/>
                        <a:pt x="12" y="16"/>
                        <a:pt x="8" y="16"/>
                      </a:cubicBezTo>
                      <a:cubicBezTo>
                        <a:pt x="3" y="16"/>
                        <a:pt x="0" y="13"/>
                        <a:pt x="0" y="8"/>
                      </a:cubicBezTo>
                      <a:cubicBezTo>
                        <a:pt x="0" y="7"/>
                        <a:pt x="0" y="6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1" y="0"/>
                        <a:pt x="13" y="1"/>
                        <a:pt x="15" y="3"/>
                      </a:cubicBezTo>
                      <a:cubicBezTo>
                        <a:pt x="16" y="4"/>
                        <a:pt x="17" y="6"/>
                        <a:pt x="17" y="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8" name="Google Shape;4598;p22"/>
                <p:cNvSpPr/>
                <p:nvPr/>
              </p:nvSpPr>
              <p:spPr>
                <a:xfrm>
                  <a:off x="242100" y="4889838"/>
                  <a:ext cx="53975" cy="44450"/>
                </a:xfrm>
                <a:custGeom>
                  <a:rect b="b" l="l" r="r" t="t"/>
                  <a:pathLst>
                    <a:path extrusionOk="0" h="12" w="14">
                      <a:moveTo>
                        <a:pt x="14" y="5"/>
                      </a:moveTo>
                      <a:cubicBezTo>
                        <a:pt x="14" y="9"/>
                        <a:pt x="10" y="12"/>
                        <a:pt x="7" y="12"/>
                      </a:cubicBezTo>
                      <a:cubicBezTo>
                        <a:pt x="3" y="12"/>
                        <a:pt x="0" y="9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4" y="4"/>
                        <a:pt x="14" y="4"/>
                        <a:pt x="14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9" name="Google Shape;4599;p22"/>
                <p:cNvSpPr/>
                <p:nvPr/>
              </p:nvSpPr>
              <p:spPr>
                <a:xfrm>
                  <a:off x="254800" y="4904125"/>
                  <a:ext cx="22200" cy="237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0" name="Google Shape;4600;p22"/>
                <p:cNvSpPr/>
                <p:nvPr/>
              </p:nvSpPr>
              <p:spPr>
                <a:xfrm>
                  <a:off x="-315112" y="4470738"/>
                  <a:ext cx="60325" cy="87312"/>
                </a:xfrm>
                <a:custGeom>
                  <a:rect b="b" l="l" r="r" t="t"/>
                  <a:pathLst>
                    <a:path extrusionOk="0" h="23" w="16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4" y="0"/>
                        <a:pt x="7" y="1"/>
                        <a:pt x="9" y="4"/>
                      </a:cubicBezTo>
                      <a:cubicBezTo>
                        <a:pt x="9" y="4"/>
                        <a:pt x="9" y="4"/>
                        <a:pt x="9" y="4"/>
                      </a:cubicBezTo>
                      <a:cubicBezTo>
                        <a:pt x="11" y="6"/>
                        <a:pt x="12" y="8"/>
                        <a:pt x="12" y="11"/>
                      </a:cubicBezTo>
                      <a:cubicBezTo>
                        <a:pt x="12" y="17"/>
                        <a:pt x="6" y="22"/>
                        <a:pt x="0" y="23"/>
                      </a:cubicBezTo>
                      <a:cubicBezTo>
                        <a:pt x="1" y="23"/>
                        <a:pt x="1" y="23"/>
                        <a:pt x="1" y="23"/>
                      </a:cubicBezTo>
                      <a:cubicBezTo>
                        <a:pt x="9" y="23"/>
                        <a:pt x="16" y="17"/>
                        <a:pt x="16" y="11"/>
                      </a:cubicBezTo>
                      <a:cubicBezTo>
                        <a:pt x="16" y="8"/>
                        <a:pt x="15" y="6"/>
                        <a:pt x="12" y="4"/>
                      </a:cubicBezTo>
                      <a:cubicBezTo>
                        <a:pt x="10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1" name="Google Shape;4601;p22"/>
                <p:cNvSpPr/>
                <p:nvPr/>
              </p:nvSpPr>
              <p:spPr>
                <a:xfrm>
                  <a:off x="-359562" y="4470738"/>
                  <a:ext cx="90488" cy="87312"/>
                </a:xfrm>
                <a:custGeom>
                  <a:rect b="b" l="l" r="r" t="t"/>
                  <a:pathLst>
                    <a:path extrusionOk="0" h="23" w="24">
                      <a:moveTo>
                        <a:pt x="24" y="11"/>
                      </a:moveTo>
                      <a:cubicBezTo>
                        <a:pt x="24" y="17"/>
                        <a:pt x="18" y="23"/>
                        <a:pt x="11" y="23"/>
                      </a:cubicBezTo>
                      <a:cubicBezTo>
                        <a:pt x="5" y="23"/>
                        <a:pt x="0" y="18"/>
                        <a:pt x="0" y="11"/>
                      </a:cubicBezTo>
                      <a:cubicBezTo>
                        <a:pt x="0" y="9"/>
                        <a:pt x="0" y="8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3" y="2"/>
                        <a:pt x="7" y="0"/>
                        <a:pt x="11" y="0"/>
                      </a:cubicBezTo>
                      <a:cubicBezTo>
                        <a:pt x="15" y="0"/>
                        <a:pt x="19" y="1"/>
                        <a:pt x="21" y="4"/>
                      </a:cubicBezTo>
                      <a:cubicBezTo>
                        <a:pt x="23" y="6"/>
                        <a:pt x="24" y="8"/>
                        <a:pt x="24" y="1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2" name="Google Shape;4602;p22"/>
                <p:cNvSpPr/>
                <p:nvPr/>
              </p:nvSpPr>
              <p:spPr>
                <a:xfrm>
                  <a:off x="-356387" y="4470738"/>
                  <a:ext cx="79375" cy="65088"/>
                </a:xfrm>
                <a:custGeom>
                  <a:rect b="b" l="l" r="r" t="t"/>
                  <a:pathLst>
                    <a:path extrusionOk="0" h="17" w="21">
                      <a:moveTo>
                        <a:pt x="21" y="7"/>
                      </a:moveTo>
                      <a:cubicBezTo>
                        <a:pt x="21" y="12"/>
                        <a:pt x="15" y="17"/>
                        <a:pt x="10" y="17"/>
                      </a:cubicBezTo>
                      <a:cubicBezTo>
                        <a:pt x="5" y="17"/>
                        <a:pt x="0" y="12"/>
                        <a:pt x="0" y="7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2" y="2"/>
                        <a:pt x="6" y="0"/>
                        <a:pt x="10" y="0"/>
                      </a:cubicBezTo>
                      <a:cubicBezTo>
                        <a:pt x="14" y="0"/>
                        <a:pt x="18" y="1"/>
                        <a:pt x="20" y="4"/>
                      </a:cubicBezTo>
                      <a:cubicBezTo>
                        <a:pt x="21" y="5"/>
                        <a:pt x="21" y="6"/>
                        <a:pt x="21" y="7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3" name="Google Shape;4603;p22"/>
                <p:cNvSpPr/>
                <p:nvPr/>
              </p:nvSpPr>
              <p:spPr>
                <a:xfrm>
                  <a:off x="-337337" y="4492963"/>
                  <a:ext cx="33300" cy="270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4" name="Google Shape;4604;p22"/>
                <p:cNvSpPr/>
                <p:nvPr/>
              </p:nvSpPr>
              <p:spPr>
                <a:xfrm>
                  <a:off x="-345275" y="4365963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6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5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5" name="Google Shape;4605;p22"/>
                <p:cNvSpPr/>
                <p:nvPr/>
              </p:nvSpPr>
              <p:spPr>
                <a:xfrm>
                  <a:off x="-375437" y="4365963"/>
                  <a:ext cx="60325" cy="60325"/>
                </a:xfrm>
                <a:custGeom>
                  <a:rect b="b" l="l" r="r" t="t"/>
                  <a:pathLst>
                    <a:path extrusionOk="0" h="16" w="16">
                      <a:moveTo>
                        <a:pt x="16" y="7"/>
                      </a:moveTo>
                      <a:cubicBezTo>
                        <a:pt x="16" y="12"/>
                        <a:pt x="12" y="16"/>
                        <a:pt x="8" y="16"/>
                      </a:cubicBezTo>
                      <a:cubicBezTo>
                        <a:pt x="3" y="16"/>
                        <a:pt x="0" y="12"/>
                        <a:pt x="0" y="8"/>
                      </a:cubicBezTo>
                      <a:cubicBezTo>
                        <a:pt x="0" y="6"/>
                        <a:pt x="0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3" y="1"/>
                        <a:pt x="14" y="3"/>
                      </a:cubicBezTo>
                      <a:cubicBezTo>
                        <a:pt x="16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6" name="Google Shape;4606;p22"/>
                <p:cNvSpPr/>
                <p:nvPr/>
              </p:nvSpPr>
              <p:spPr>
                <a:xfrm>
                  <a:off x="-370675" y="4365963"/>
                  <a:ext cx="52388" cy="41275"/>
                </a:xfrm>
                <a:custGeom>
                  <a:rect b="b" l="l" r="r" t="t"/>
                  <a:pathLst>
                    <a:path extrusionOk="0" h="11" w="14">
                      <a:moveTo>
                        <a:pt x="14" y="4"/>
                      </a:moveTo>
                      <a:cubicBezTo>
                        <a:pt x="14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2" y="1"/>
                        <a:pt x="13" y="3"/>
                      </a:cubicBezTo>
                      <a:cubicBezTo>
                        <a:pt x="14" y="3"/>
                        <a:pt x="14" y="4"/>
                        <a:pt x="14" y="4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7" name="Google Shape;4607;p22"/>
                <p:cNvSpPr/>
                <p:nvPr/>
              </p:nvSpPr>
              <p:spPr>
                <a:xfrm>
                  <a:off x="-307175" y="428658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1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7"/>
                        <a:pt x="3" y="9"/>
                        <a:pt x="0" y="9"/>
                      </a:cubicBezTo>
                      <a:cubicBezTo>
                        <a:pt x="0" y="9"/>
                        <a:pt x="1" y="9"/>
                        <a:pt x="1" y="9"/>
                      </a:cubicBezTo>
                      <a:cubicBezTo>
                        <a:pt x="4" y="9"/>
                        <a:pt x="6" y="7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8" name="Google Shape;4608;p22"/>
                <p:cNvSpPr/>
                <p:nvPr/>
              </p:nvSpPr>
              <p:spPr>
                <a:xfrm>
                  <a:off x="-326225" y="428658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5"/>
                      </a:moveTo>
                      <a:cubicBezTo>
                        <a:pt x="10" y="7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5"/>
                      </a:cubicBezTo>
                      <a:cubicBezTo>
                        <a:pt x="0" y="4"/>
                        <a:pt x="1" y="4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1"/>
                        <a:pt x="3" y="0"/>
                        <a:pt x="5" y="0"/>
                      </a:cubicBezTo>
                      <a:cubicBezTo>
                        <a:pt x="6" y="0"/>
                        <a:pt x="8" y="1"/>
                        <a:pt x="9" y="2"/>
                      </a:cubicBezTo>
                      <a:cubicBezTo>
                        <a:pt x="9" y="3"/>
                        <a:pt x="10" y="4"/>
                        <a:pt x="10" y="5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9" name="Google Shape;4609;p22"/>
                <p:cNvSpPr/>
                <p:nvPr/>
              </p:nvSpPr>
              <p:spPr>
                <a:xfrm>
                  <a:off x="-323050" y="4286588"/>
                  <a:ext cx="30163" cy="25400"/>
                </a:xfrm>
                <a:custGeom>
                  <a:rect b="b" l="l" r="r" t="t"/>
                  <a:pathLst>
                    <a:path extrusionOk="0" h="7" w="8">
                      <a:moveTo>
                        <a:pt x="8" y="3"/>
                      </a:moveTo>
                      <a:cubicBezTo>
                        <a:pt x="8" y="5"/>
                        <a:pt x="6" y="7"/>
                        <a:pt x="4" y="7"/>
                      </a:cubicBezTo>
                      <a:cubicBezTo>
                        <a:pt x="2" y="7"/>
                        <a:pt x="0" y="5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5" y="0"/>
                        <a:pt x="7" y="1"/>
                        <a:pt x="8" y="2"/>
                      </a:cubicBezTo>
                      <a:cubicBezTo>
                        <a:pt x="8" y="2"/>
                        <a:pt x="8" y="3"/>
                        <a:pt x="8" y="3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0" name="Google Shape;4610;p22"/>
                <p:cNvSpPr/>
                <p:nvPr/>
              </p:nvSpPr>
              <p:spPr>
                <a:xfrm>
                  <a:off x="-315112" y="4297700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1" name="Google Shape;4611;p22"/>
                <p:cNvSpPr/>
                <p:nvPr/>
              </p:nvSpPr>
              <p:spPr>
                <a:xfrm>
                  <a:off x="-70637" y="4070688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5"/>
                      </a:cubicBezTo>
                      <a:cubicBezTo>
                        <a:pt x="0" y="15"/>
                        <a:pt x="0" y="15"/>
                        <a:pt x="1" y="15"/>
                      </a:cubicBezTo>
                      <a:cubicBezTo>
                        <a:pt x="5" y="15"/>
                        <a:pt x="10" y="11"/>
                        <a:pt x="10" y="7"/>
                      </a:cubicBezTo>
                      <a:cubicBezTo>
                        <a:pt x="10" y="5"/>
                        <a:pt x="9" y="4"/>
                        <a:pt x="8" y="3"/>
                      </a:cubicBezTo>
                      <a:cubicBezTo>
                        <a:pt x="6" y="1"/>
                        <a:pt x="3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2" name="Google Shape;4612;p22"/>
                <p:cNvSpPr/>
                <p:nvPr/>
              </p:nvSpPr>
              <p:spPr>
                <a:xfrm>
                  <a:off x="-100800" y="4070688"/>
                  <a:ext cx="60325" cy="57150"/>
                </a:xfrm>
                <a:custGeom>
                  <a:rect b="b" l="l" r="r" t="t"/>
                  <a:pathLst>
                    <a:path extrusionOk="0" h="15" w="16">
                      <a:moveTo>
                        <a:pt x="16" y="7"/>
                      </a:moveTo>
                      <a:cubicBezTo>
                        <a:pt x="16" y="11"/>
                        <a:pt x="12" y="15"/>
                        <a:pt x="8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ubicBezTo>
                        <a:pt x="0" y="6"/>
                        <a:pt x="1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5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3" name="Google Shape;4613;p22"/>
                <p:cNvSpPr/>
                <p:nvPr/>
              </p:nvSpPr>
              <p:spPr>
                <a:xfrm>
                  <a:off x="-96037" y="4070688"/>
                  <a:ext cx="49213" cy="42862"/>
                </a:xfrm>
                <a:custGeom>
                  <a:rect b="b" l="l" r="r" t="t"/>
                  <a:pathLst>
                    <a:path extrusionOk="0" h="11" w="13">
                      <a:moveTo>
                        <a:pt x="13" y="5"/>
                      </a:moveTo>
                      <a:cubicBezTo>
                        <a:pt x="13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1" y="1"/>
                        <a:pt x="13" y="3"/>
                      </a:cubicBezTo>
                      <a:cubicBezTo>
                        <a:pt x="13" y="3"/>
                        <a:pt x="13" y="4"/>
                        <a:pt x="13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4" name="Google Shape;4614;p22"/>
                <p:cNvSpPr/>
                <p:nvPr/>
              </p:nvSpPr>
              <p:spPr>
                <a:xfrm>
                  <a:off x="-84925" y="4086563"/>
                  <a:ext cx="19200" cy="192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5" name="Google Shape;4615;p22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6" name="Google Shape;4616;p22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7" name="Google Shape;4617;p22"/>
                <p:cNvSpPr/>
                <p:nvPr/>
              </p:nvSpPr>
              <p:spPr>
                <a:xfrm>
                  <a:off x="208763" y="4418350"/>
                  <a:ext cx="117475" cy="98425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3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20"/>
                        <a:pt x="31" y="12"/>
                      </a:cubicBezTo>
                      <a:cubicBezTo>
                        <a:pt x="31" y="9"/>
                        <a:pt x="29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8" name="Google Shape;4618;p22"/>
                <p:cNvSpPr/>
                <p:nvPr/>
              </p:nvSpPr>
              <p:spPr>
                <a:xfrm>
                  <a:off x="208763" y="4445338"/>
                  <a:ext cx="49213" cy="71437"/>
                </a:xfrm>
                <a:custGeom>
                  <a:rect b="b" l="l" r="r" t="t"/>
                  <a:pathLst>
                    <a:path extrusionOk="0" h="19" w="13">
                      <a:moveTo>
                        <a:pt x="0" y="6"/>
                      </a:moveTo>
                      <a:cubicBezTo>
                        <a:pt x="0" y="13"/>
                        <a:pt x="5" y="19"/>
                        <a:pt x="13" y="19"/>
                      </a:cubicBezTo>
                      <a:cubicBezTo>
                        <a:pt x="13" y="19"/>
                        <a:pt x="13" y="19"/>
                        <a:pt x="13" y="19"/>
                      </a:cubicBezTo>
                      <a:cubicBezTo>
                        <a:pt x="6" y="18"/>
                        <a:pt x="0" y="13"/>
                        <a:pt x="0" y="6"/>
                      </a:cubicBezTo>
                      <a:moveTo>
                        <a:pt x="1" y="0"/>
                      </a:moveTo>
                      <a:cubicBezTo>
                        <a:pt x="0" y="2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4"/>
                        <a:pt x="0" y="2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9" name="Google Shape;4619;p22"/>
                <p:cNvSpPr/>
                <p:nvPr/>
              </p:nvSpPr>
              <p:spPr>
                <a:xfrm>
                  <a:off x="208763" y="4437400"/>
                  <a:ext cx="101600" cy="79375"/>
                </a:xfrm>
                <a:custGeom>
                  <a:rect b="b" l="l" r="r" t="t"/>
                  <a:pathLst>
                    <a:path extrusionOk="0" h="21" w="27">
                      <a:moveTo>
                        <a:pt x="24" y="0"/>
                      </a:moveTo>
                      <a:cubicBezTo>
                        <a:pt x="24" y="1"/>
                        <a:pt x="24" y="2"/>
                        <a:pt x="24" y="3"/>
                      </a:cubicBezTo>
                      <a:cubicBezTo>
                        <a:pt x="24" y="9"/>
                        <a:pt x="18" y="14"/>
                        <a:pt x="12" y="14"/>
                      </a:cubicBezTo>
                      <a:cubicBezTo>
                        <a:pt x="6" y="14"/>
                        <a:pt x="1" y="9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4"/>
                        <a:pt x="0" y="6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5"/>
                        <a:pt x="6" y="20"/>
                        <a:pt x="13" y="21"/>
                      </a:cubicBezTo>
                      <a:cubicBezTo>
                        <a:pt x="20" y="20"/>
                        <a:pt x="27" y="14"/>
                        <a:pt x="27" y="7"/>
                      </a:cubicBezTo>
                      <a:cubicBezTo>
                        <a:pt x="27" y="4"/>
                        <a:pt x="26" y="2"/>
                        <a:pt x="24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0" name="Google Shape;4620;p22"/>
                <p:cNvSpPr/>
                <p:nvPr/>
              </p:nvSpPr>
              <p:spPr>
                <a:xfrm>
                  <a:off x="211938" y="4418350"/>
                  <a:ext cx="49213" cy="30163"/>
                </a:xfrm>
                <a:custGeom>
                  <a:rect b="b" l="l" r="r" t="t"/>
                  <a:pathLst>
                    <a:path extrusionOk="0" h="8" w="13">
                      <a:moveTo>
                        <a:pt x="12" y="0"/>
                      </a:moveTo>
                      <a:cubicBezTo>
                        <a:pt x="7" y="0"/>
                        <a:pt x="2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3" y="3"/>
                        <a:pt x="7" y="1"/>
                        <a:pt x="13" y="0"/>
                      </a:cubicBezTo>
                      <a:cubicBezTo>
                        <a:pt x="12" y="0"/>
                        <a:pt x="12" y="0"/>
                        <a:pt x="12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1" name="Google Shape;4621;p22"/>
                <p:cNvSpPr/>
                <p:nvPr/>
              </p:nvSpPr>
              <p:spPr>
                <a:xfrm>
                  <a:off x="211938" y="4418350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10" y="15"/>
                      </a:moveTo>
                      <a:cubicBezTo>
                        <a:pt x="8" y="15"/>
                        <a:pt x="5" y="13"/>
                        <a:pt x="5" y="11"/>
                      </a:cubicBezTo>
                      <a:cubicBezTo>
                        <a:pt x="5" y="9"/>
                        <a:pt x="8" y="7"/>
                        <a:pt x="10" y="7"/>
                      </a:cubicBezTo>
                      <a:cubicBezTo>
                        <a:pt x="13" y="7"/>
                        <a:pt x="15" y="9"/>
                        <a:pt x="15" y="11"/>
                      </a:cubicBezTo>
                      <a:cubicBezTo>
                        <a:pt x="15" y="13"/>
                        <a:pt x="13" y="15"/>
                        <a:pt x="10" y="15"/>
                      </a:cubicBezTo>
                      <a:moveTo>
                        <a:pt x="13" y="0"/>
                      </a:moveTo>
                      <a:cubicBezTo>
                        <a:pt x="7" y="1"/>
                        <a:pt x="3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4"/>
                        <a:pt x="5" y="19"/>
                        <a:pt x="11" y="19"/>
                      </a:cubicBezTo>
                      <a:cubicBezTo>
                        <a:pt x="17" y="19"/>
                        <a:pt x="23" y="14"/>
                        <a:pt x="23" y="8"/>
                      </a:cubicBezTo>
                      <a:cubicBezTo>
                        <a:pt x="23" y="7"/>
                        <a:pt x="23" y="6"/>
                        <a:pt x="23" y="5"/>
                      </a:cubicBezTo>
                      <a:cubicBezTo>
                        <a:pt x="23" y="5"/>
                        <a:pt x="23" y="5"/>
                        <a:pt x="23" y="5"/>
                      </a:cubicBezTo>
                      <a:cubicBezTo>
                        <a:pt x="20" y="2"/>
                        <a:pt x="16" y="0"/>
                        <a:pt x="13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2" name="Google Shape;4622;p22"/>
                <p:cNvSpPr/>
                <p:nvPr/>
              </p:nvSpPr>
              <p:spPr>
                <a:xfrm>
                  <a:off x="230988" y="4445338"/>
                  <a:ext cx="381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3" name="Google Shape;4623;p22"/>
                <p:cNvSpPr/>
                <p:nvPr/>
              </p:nvSpPr>
              <p:spPr>
                <a:xfrm>
                  <a:off x="77000" y="4391363"/>
                  <a:ext cx="41275" cy="65088"/>
                </a:xfrm>
                <a:custGeom>
                  <a:rect b="b" l="l" r="r" t="t"/>
                  <a:pathLst>
                    <a:path extrusionOk="0" h="17" w="1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1"/>
                        <a:pt x="5" y="2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5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7"/>
                      </a:cubicBezTo>
                      <a:cubicBezTo>
                        <a:pt x="0" y="17"/>
                        <a:pt x="0" y="17"/>
                        <a:pt x="1" y="17"/>
                      </a:cubicBezTo>
                      <a:cubicBezTo>
                        <a:pt x="6" y="17"/>
                        <a:pt x="11" y="13"/>
                        <a:pt x="11" y="8"/>
                      </a:cubicBezTo>
                      <a:cubicBezTo>
                        <a:pt x="11" y="6"/>
                        <a:pt x="10" y="5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4" name="Google Shape;4624;p22"/>
                <p:cNvSpPr/>
                <p:nvPr/>
              </p:nvSpPr>
              <p:spPr>
                <a:xfrm>
                  <a:off x="43663" y="4410413"/>
                  <a:ext cx="33338" cy="46037"/>
                </a:xfrm>
                <a:custGeom>
                  <a:rect b="b" l="l" r="r" t="t"/>
                  <a:pathLst>
                    <a:path extrusionOk="0" h="12" w="9">
                      <a:moveTo>
                        <a:pt x="0" y="4"/>
                      </a:moveTo>
                      <a:cubicBezTo>
                        <a:pt x="0" y="8"/>
                        <a:pt x="4" y="12"/>
                        <a:pt x="8" y="12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4" y="11"/>
                        <a:pt x="0" y="8"/>
                        <a:pt x="0" y="4"/>
                      </a:cubicBezTo>
                      <a:moveTo>
                        <a:pt x="1" y="0"/>
                      </a:moveTo>
                      <a:cubicBezTo>
                        <a:pt x="1" y="1"/>
                        <a:pt x="0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5" name="Google Shape;4625;p22"/>
                <p:cNvSpPr/>
                <p:nvPr/>
              </p:nvSpPr>
              <p:spPr>
                <a:xfrm>
                  <a:off x="43663" y="4402475"/>
                  <a:ext cx="63500" cy="53975"/>
                </a:xfrm>
                <a:custGeom>
                  <a:rect b="b" l="l" r="r" t="t"/>
                  <a:pathLst>
                    <a:path extrusionOk="0" h="14" w="17">
                      <a:moveTo>
                        <a:pt x="15" y="0"/>
                      </a:moveTo>
                      <a:cubicBezTo>
                        <a:pt x="16" y="1"/>
                        <a:pt x="16" y="2"/>
                        <a:pt x="16" y="2"/>
                      </a:cubicBezTo>
                      <a:cubicBezTo>
                        <a:pt x="16" y="6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0"/>
                        <a:pt x="4" y="13"/>
                        <a:pt x="9" y="14"/>
                      </a:cubicBezTo>
                      <a:cubicBezTo>
                        <a:pt x="13" y="13"/>
                        <a:pt x="17" y="9"/>
                        <a:pt x="17" y="5"/>
                      </a:cubicBezTo>
                      <a:cubicBezTo>
                        <a:pt x="17" y="3"/>
                        <a:pt x="17" y="2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6" name="Google Shape;4626;p22"/>
                <p:cNvSpPr/>
                <p:nvPr/>
              </p:nvSpPr>
              <p:spPr>
                <a:xfrm>
                  <a:off x="46838" y="4391363"/>
                  <a:ext cx="30163" cy="19050"/>
                </a:xfrm>
                <a:custGeom>
                  <a:rect b="b" l="l" r="r" t="t"/>
                  <a:pathLst>
                    <a:path extrusionOk="0" h="5" w="8">
                      <a:moveTo>
                        <a:pt x="7" y="0"/>
                      </a:moveTo>
                      <a:cubicBezTo>
                        <a:pt x="4" y="0"/>
                        <a:pt x="1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2" y="2"/>
                        <a:pt x="5" y="1"/>
                        <a:pt x="8" y="0"/>
                      </a:cubicBezTo>
                      <a:cubicBezTo>
                        <a:pt x="8" y="0"/>
                        <a:pt x="8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7" name="Google Shape;4627;p22"/>
                <p:cNvSpPr/>
                <p:nvPr/>
              </p:nvSpPr>
              <p:spPr>
                <a:xfrm>
                  <a:off x="46838" y="4391363"/>
                  <a:ext cx="57150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10"/>
                      </a:move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5"/>
                        <a:pt x="7" y="5"/>
                      </a:cubicBezTo>
                      <a:cubicBezTo>
                        <a:pt x="8" y="5"/>
                        <a:pt x="10" y="6"/>
                        <a:pt x="10" y="7"/>
                      </a:cubicBezTo>
                      <a:cubicBezTo>
                        <a:pt x="10" y="9"/>
                        <a:pt x="8" y="10"/>
                        <a:pt x="7" y="10"/>
                      </a:cubicBezTo>
                      <a:moveTo>
                        <a:pt x="8" y="0"/>
                      </a:moveTo>
                      <a:cubicBezTo>
                        <a:pt x="5" y="1"/>
                        <a:pt x="2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9"/>
                        <a:pt x="15" y="5"/>
                      </a:cubicBezTo>
                      <a:cubicBezTo>
                        <a:pt x="15" y="5"/>
                        <a:pt x="15" y="4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0" y="1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8" name="Google Shape;4628;p22"/>
                <p:cNvSpPr/>
                <p:nvPr/>
              </p:nvSpPr>
              <p:spPr>
                <a:xfrm>
                  <a:off x="62713" y="441041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9" name="Google Shape;4629;p22"/>
                <p:cNvSpPr/>
                <p:nvPr/>
              </p:nvSpPr>
              <p:spPr>
                <a:xfrm>
                  <a:off x="299250" y="4229438"/>
                  <a:ext cx="79375" cy="60325"/>
                </a:xfrm>
                <a:custGeom>
                  <a:rect b="b" l="l" r="r" t="t"/>
                  <a:pathLst>
                    <a:path extrusionOk="0" h="16" w="21">
                      <a:moveTo>
                        <a:pt x="19" y="0"/>
                      </a:moveTo>
                      <a:cubicBezTo>
                        <a:pt x="19" y="0"/>
                        <a:pt x="19" y="1"/>
                        <a:pt x="19" y="2"/>
                      </a:cubicBezTo>
                      <a:cubicBezTo>
                        <a:pt x="19" y="7"/>
                        <a:pt x="15" y="11"/>
                        <a:pt x="10" y="11"/>
                      </a:cubicBezTo>
                      <a:cubicBezTo>
                        <a:pt x="5" y="11"/>
                        <a:pt x="1" y="7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5" y="16"/>
                        <a:pt x="11" y="16"/>
                      </a:cubicBezTo>
                      <a:cubicBezTo>
                        <a:pt x="16" y="16"/>
                        <a:pt x="21" y="11"/>
                        <a:pt x="21" y="6"/>
                      </a:cubicBezTo>
                      <a:cubicBezTo>
                        <a:pt x="21" y="3"/>
                        <a:pt x="20" y="1"/>
                        <a:pt x="19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0" name="Google Shape;4630;p22"/>
                <p:cNvSpPr/>
                <p:nvPr/>
              </p:nvSpPr>
              <p:spPr>
                <a:xfrm>
                  <a:off x="302425" y="4215150"/>
                  <a:ext cx="68262" cy="55563"/>
                </a:xfrm>
                <a:custGeom>
                  <a:rect b="b" l="l" r="r" t="t"/>
                  <a:pathLst>
                    <a:path extrusionOk="0" h="15" w="18">
                      <a:moveTo>
                        <a:pt x="8" y="12"/>
                      </a:moveTo>
                      <a:cubicBezTo>
                        <a:pt x="6" y="12"/>
                        <a:pt x="4" y="10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0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6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8" y="11"/>
                        <a:pt x="18" y="6"/>
                      </a:cubicBezTo>
                      <a:cubicBezTo>
                        <a:pt x="18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2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1" name="Google Shape;4631;p22"/>
                <p:cNvSpPr/>
                <p:nvPr/>
              </p:nvSpPr>
              <p:spPr>
                <a:xfrm>
                  <a:off x="318300" y="4234200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2" name="Google Shape;4632;p22"/>
                <p:cNvSpPr/>
                <p:nvPr/>
              </p:nvSpPr>
              <p:spPr>
                <a:xfrm>
                  <a:off x="340525" y="4215150"/>
                  <a:ext cx="52388" cy="74613"/>
                </a:xfrm>
                <a:custGeom>
                  <a:rect b="b" l="l" r="r" t="t"/>
                  <a:pathLst>
                    <a:path extrusionOk="0" h="20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2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9" y="5"/>
                        <a:pt x="10" y="7"/>
                        <a:pt x="10" y="10"/>
                      </a:cubicBezTo>
                      <a:cubicBezTo>
                        <a:pt x="10" y="15"/>
                        <a:pt x="5" y="20"/>
                        <a:pt x="0" y="20"/>
                      </a:cubicBezTo>
                      <a:cubicBezTo>
                        <a:pt x="0" y="20"/>
                        <a:pt x="0" y="20"/>
                        <a:pt x="1" y="20"/>
                      </a:cubicBezTo>
                      <a:cubicBezTo>
                        <a:pt x="7" y="20"/>
                        <a:pt x="14" y="15"/>
                        <a:pt x="14" y="10"/>
                      </a:cubicBezTo>
                      <a:cubicBezTo>
                        <a:pt x="14" y="7"/>
                        <a:pt x="12" y="5"/>
                        <a:pt x="11" y="4"/>
                      </a:cubicBezTo>
                      <a:cubicBezTo>
                        <a:pt x="8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3" name="Google Shape;4633;p22"/>
                <p:cNvSpPr/>
                <p:nvPr/>
              </p:nvSpPr>
              <p:spPr>
                <a:xfrm>
                  <a:off x="-5550" y="4539000"/>
                  <a:ext cx="22225" cy="3810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8"/>
                        <a:pt x="2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3" y="10"/>
                        <a:pt x="6" y="8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4" name="Google Shape;4634;p22"/>
                <p:cNvSpPr/>
                <p:nvPr/>
              </p:nvSpPr>
              <p:spPr>
                <a:xfrm>
                  <a:off x="-27775" y="4546938"/>
                  <a:ext cx="41275" cy="30163"/>
                </a:xfrm>
                <a:custGeom>
                  <a:rect b="b" l="l" r="r" t="t"/>
                  <a:pathLst>
                    <a:path extrusionOk="0" h="8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7" y="6"/>
                        <a:pt x="5" y="6"/>
                      </a:cubicBezTo>
                      <a:cubicBezTo>
                        <a:pt x="3" y="6"/>
                        <a:pt x="1" y="4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3" y="8"/>
                        <a:pt x="6" y="8"/>
                      </a:cubicBezTo>
                      <a:cubicBezTo>
                        <a:pt x="8" y="8"/>
                        <a:pt x="11" y="6"/>
                        <a:pt x="11" y="3"/>
                      </a:cubicBezTo>
                      <a:cubicBezTo>
                        <a:pt x="11" y="2"/>
                        <a:pt x="10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5" name="Google Shape;4635;p22"/>
                <p:cNvSpPr/>
                <p:nvPr/>
              </p:nvSpPr>
              <p:spPr>
                <a:xfrm>
                  <a:off x="-24600" y="4539000"/>
                  <a:ext cx="33338" cy="30163"/>
                </a:xfrm>
                <a:custGeom>
                  <a:rect b="b" l="l" r="r" t="t"/>
                  <a:pathLst>
                    <a:path extrusionOk="0" h="8" w="9">
                      <a:moveTo>
                        <a:pt x="4" y="6"/>
                      </a:moveTo>
                      <a:cubicBezTo>
                        <a:pt x="3" y="6"/>
                        <a:pt x="2" y="5"/>
                        <a:pt x="2" y="4"/>
                      </a:cubicBezTo>
                      <a:cubicBezTo>
                        <a:pt x="2" y="4"/>
                        <a:pt x="3" y="3"/>
                        <a:pt x="4" y="3"/>
                      </a:cubicBezTo>
                      <a:cubicBezTo>
                        <a:pt x="5" y="3"/>
                        <a:pt x="6" y="4"/>
                        <a:pt x="6" y="4"/>
                      </a:cubicBezTo>
                      <a:cubicBezTo>
                        <a:pt x="6" y="5"/>
                        <a:pt x="5" y="6"/>
                        <a:pt x="4" y="6"/>
                      </a:cubicBezTo>
                      <a:moveTo>
                        <a:pt x="5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6" y="8"/>
                        <a:pt x="9" y="6"/>
                        <a:pt x="9" y="3"/>
                      </a:cubicBezTo>
                      <a:cubicBezTo>
                        <a:pt x="9" y="3"/>
                        <a:pt x="9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8" y="1"/>
                        <a:pt x="6" y="0"/>
                        <a:pt x="5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6" name="Google Shape;4636;p22"/>
                <p:cNvSpPr/>
                <p:nvPr/>
              </p:nvSpPr>
              <p:spPr>
                <a:xfrm>
                  <a:off x="-16662" y="455011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7" name="Google Shape;4637;p22"/>
                <p:cNvSpPr/>
                <p:nvPr/>
              </p:nvSpPr>
              <p:spPr>
                <a:xfrm>
                  <a:off x="-107150" y="4311988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9" y="6"/>
                        <a:pt x="9" y="7"/>
                      </a:cubicBezTo>
                      <a:cubicBezTo>
                        <a:pt x="9" y="12"/>
                        <a:pt x="4" y="16"/>
                        <a:pt x="0" y="16"/>
                      </a:cubicBezTo>
                      <a:cubicBezTo>
                        <a:pt x="0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6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8" name="Google Shape;4638;p22"/>
                <p:cNvSpPr/>
                <p:nvPr/>
              </p:nvSpPr>
              <p:spPr>
                <a:xfrm>
                  <a:off x="-142075" y="4324688"/>
                  <a:ext cx="68262" cy="47625"/>
                </a:xfrm>
                <a:custGeom>
                  <a:rect b="b" l="l" r="r" t="t"/>
                  <a:pathLst>
                    <a:path extrusionOk="0" h="13" w="18">
                      <a:moveTo>
                        <a:pt x="15" y="0"/>
                      </a:moveTo>
                      <a:cubicBezTo>
                        <a:pt x="16" y="0"/>
                        <a:pt x="16" y="1"/>
                        <a:pt x="16" y="1"/>
                      </a:cubicBezTo>
                      <a:cubicBezTo>
                        <a:pt x="16" y="5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0" y="4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4" y="13"/>
                        <a:pt x="9" y="13"/>
                      </a:cubicBezTo>
                      <a:cubicBezTo>
                        <a:pt x="13" y="13"/>
                        <a:pt x="18" y="9"/>
                        <a:pt x="18" y="4"/>
                      </a:cubicBezTo>
                      <a:cubicBezTo>
                        <a:pt x="18" y="3"/>
                        <a:pt x="17" y="1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9" name="Google Shape;4639;p22"/>
                <p:cNvSpPr/>
                <p:nvPr/>
              </p:nvSpPr>
              <p:spPr>
                <a:xfrm>
                  <a:off x="-137312" y="4311988"/>
                  <a:ext cx="55563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9"/>
                      </a:moveTo>
                      <a:cubicBezTo>
                        <a:pt x="5" y="9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8" y="4"/>
                        <a:pt x="10" y="5"/>
                        <a:pt x="10" y="7"/>
                      </a:cubicBezTo>
                      <a:cubicBezTo>
                        <a:pt x="10" y="8"/>
                        <a:pt x="8" y="9"/>
                        <a:pt x="7" y="9"/>
                      </a:cubicBezTo>
                      <a:moveTo>
                        <a:pt x="8" y="0"/>
                      </a:moveTo>
                      <a:cubicBezTo>
                        <a:pt x="5" y="0"/>
                        <a:pt x="2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8"/>
                        <a:pt x="15" y="4"/>
                      </a:cubicBezTo>
                      <a:cubicBezTo>
                        <a:pt x="15" y="4"/>
                        <a:pt x="15" y="3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1"/>
                        <a:pt x="11" y="0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0" name="Google Shape;4640;p22"/>
                <p:cNvSpPr/>
                <p:nvPr/>
              </p:nvSpPr>
              <p:spPr>
                <a:xfrm>
                  <a:off x="-123025" y="432786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1" name="Google Shape;4641;p22"/>
                <p:cNvSpPr/>
                <p:nvPr/>
              </p:nvSpPr>
              <p:spPr>
                <a:xfrm>
                  <a:off x="-24600" y="4215150"/>
                  <a:ext cx="26988" cy="41275"/>
                </a:xfrm>
                <a:custGeom>
                  <a:rect b="b" l="l" r="r" t="t"/>
                  <a:pathLst>
                    <a:path extrusionOk="0" h="11" w="7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3"/>
                        <a:pt x="5" y="4"/>
                        <a:pt x="5" y="5"/>
                      </a:cubicBezTo>
                      <a:cubicBezTo>
                        <a:pt x="5" y="8"/>
                        <a:pt x="2" y="11"/>
                        <a:pt x="0" y="1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4" y="11"/>
                        <a:pt x="7" y="8"/>
                        <a:pt x="7" y="5"/>
                      </a:cubicBezTo>
                      <a:cubicBezTo>
                        <a:pt x="7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2" name="Google Shape;4642;p22"/>
                <p:cNvSpPr/>
                <p:nvPr/>
              </p:nvSpPr>
              <p:spPr>
                <a:xfrm>
                  <a:off x="-46825" y="4221500"/>
                  <a:ext cx="41275" cy="34925"/>
                </a:xfrm>
                <a:custGeom>
                  <a:rect b="b" l="l" r="r" t="t"/>
                  <a:pathLst>
                    <a:path extrusionOk="0" h="9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8" y="6"/>
                        <a:pt x="5" y="6"/>
                      </a:cubicBezTo>
                      <a:cubicBezTo>
                        <a:pt x="2" y="6"/>
                        <a:pt x="0" y="4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9"/>
                        <a:pt x="6" y="9"/>
                      </a:cubicBezTo>
                      <a:cubicBezTo>
                        <a:pt x="8" y="9"/>
                        <a:pt x="11" y="6"/>
                        <a:pt x="11" y="3"/>
                      </a:cubicBezTo>
                      <a:cubicBezTo>
                        <a:pt x="11" y="2"/>
                        <a:pt x="11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3" name="Google Shape;4643;p22"/>
                <p:cNvSpPr/>
                <p:nvPr/>
              </p:nvSpPr>
              <p:spPr>
                <a:xfrm>
                  <a:off x="-46825" y="4215150"/>
                  <a:ext cx="36513" cy="30163"/>
                </a:xfrm>
                <a:custGeom>
                  <a:rect b="b" l="l" r="r" t="t"/>
                  <a:pathLst>
                    <a:path extrusionOk="0" h="8" w="10">
                      <a:moveTo>
                        <a:pt x="5" y="6"/>
                      </a:moveTo>
                      <a:cubicBezTo>
                        <a:pt x="4" y="6"/>
                        <a:pt x="3" y="5"/>
                        <a:pt x="3" y="4"/>
                      </a:cubicBezTo>
                      <a:cubicBezTo>
                        <a:pt x="3" y="4"/>
                        <a:pt x="4" y="3"/>
                        <a:pt x="5" y="3"/>
                      </a:cubicBezTo>
                      <a:cubicBezTo>
                        <a:pt x="6" y="3"/>
                        <a:pt x="7" y="4"/>
                        <a:pt x="7" y="4"/>
                      </a:cubicBezTo>
                      <a:cubicBezTo>
                        <a:pt x="7" y="5"/>
                        <a:pt x="6" y="6"/>
                        <a:pt x="5" y="6"/>
                      </a:cubicBezTo>
                      <a:moveTo>
                        <a:pt x="6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5" y="8"/>
                      </a:cubicBezTo>
                      <a:cubicBezTo>
                        <a:pt x="8" y="8"/>
                        <a:pt x="10" y="6"/>
                        <a:pt x="10" y="3"/>
                      </a:cubicBezTo>
                      <a:cubicBezTo>
                        <a:pt x="10" y="3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9" y="1"/>
                        <a:pt x="7" y="0"/>
                        <a:pt x="6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4" name="Google Shape;4644;p22"/>
                <p:cNvSpPr/>
                <p:nvPr/>
              </p:nvSpPr>
              <p:spPr>
                <a:xfrm>
                  <a:off x="-35712" y="422626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5" name="Google Shape;4645;p22"/>
                <p:cNvSpPr/>
                <p:nvPr/>
              </p:nvSpPr>
              <p:spPr>
                <a:xfrm>
                  <a:off x="219875" y="4154825"/>
                  <a:ext cx="34925" cy="49213"/>
                </a:xfrm>
                <a:custGeom>
                  <a:rect b="b" l="l" r="r" t="t"/>
                  <a:pathLst>
                    <a:path extrusionOk="0" h="13" w="9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3"/>
                        <a:pt x="7" y="4"/>
                        <a:pt x="7" y="6"/>
                      </a:cubicBezTo>
                      <a:cubicBezTo>
                        <a:pt x="7" y="10"/>
                        <a:pt x="3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5" y="13"/>
                        <a:pt x="9" y="10"/>
                        <a:pt x="9" y="6"/>
                      </a:cubicBezTo>
                      <a:cubicBezTo>
                        <a:pt x="9" y="4"/>
                        <a:pt x="8" y="3"/>
                        <a:pt x="7" y="2"/>
                      </a:cubicBezTo>
                      <a:cubicBezTo>
                        <a:pt x="5" y="0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6" name="Google Shape;4646;p22"/>
                <p:cNvSpPr/>
                <p:nvPr/>
              </p:nvSpPr>
              <p:spPr>
                <a:xfrm>
                  <a:off x="194475" y="4161175"/>
                  <a:ext cx="52388" cy="42862"/>
                </a:xfrm>
                <a:custGeom>
                  <a:rect b="b" l="l" r="r" t="t"/>
                  <a:pathLst>
                    <a:path extrusionOk="0" h="11" w="14">
                      <a:moveTo>
                        <a:pt x="12" y="0"/>
                      </a:moveTo>
                      <a:cubicBezTo>
                        <a:pt x="12" y="0"/>
                        <a:pt x="12" y="1"/>
                        <a:pt x="12" y="2"/>
                      </a:cubicBezTo>
                      <a:cubicBezTo>
                        <a:pt x="12" y="5"/>
                        <a:pt x="9" y="8"/>
                        <a:pt x="6" y="8"/>
                      </a:cubicBezTo>
                      <a:cubicBezTo>
                        <a:pt x="3" y="8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8"/>
                        <a:pt x="3" y="11"/>
                        <a:pt x="7" y="11"/>
                      </a:cubicBezTo>
                      <a:cubicBezTo>
                        <a:pt x="10" y="11"/>
                        <a:pt x="14" y="8"/>
                        <a:pt x="14" y="4"/>
                      </a:cubicBezTo>
                      <a:cubicBezTo>
                        <a:pt x="14" y="2"/>
                        <a:pt x="13" y="1"/>
                        <a:pt x="12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7" name="Google Shape;4647;p22"/>
                <p:cNvSpPr/>
                <p:nvPr/>
              </p:nvSpPr>
              <p:spPr>
                <a:xfrm>
                  <a:off x="194475" y="4154825"/>
                  <a:ext cx="44450" cy="36513"/>
                </a:xfrm>
                <a:custGeom>
                  <a:rect b="b" l="l" r="r" t="t"/>
                  <a:pathLst>
                    <a:path extrusionOk="0" h="10" w="12">
                      <a:moveTo>
                        <a:pt x="6" y="7"/>
                      </a:moveTo>
                      <a:cubicBezTo>
                        <a:pt x="4" y="7"/>
                        <a:pt x="3" y="6"/>
                        <a:pt x="3" y="5"/>
                      </a:cubicBezTo>
                      <a:cubicBezTo>
                        <a:pt x="3" y="4"/>
                        <a:pt x="4" y="3"/>
                        <a:pt x="6" y="3"/>
                      </a:cubicBezTo>
                      <a:cubicBezTo>
                        <a:pt x="7" y="3"/>
                        <a:pt x="8" y="4"/>
                        <a:pt x="8" y="5"/>
                      </a:cubicBezTo>
                      <a:cubicBezTo>
                        <a:pt x="8" y="6"/>
                        <a:pt x="7" y="7"/>
                        <a:pt x="6" y="7"/>
                      </a:cubicBezTo>
                      <a:moveTo>
                        <a:pt x="7" y="0"/>
                      </a:moveTo>
                      <a:cubicBezTo>
                        <a:pt x="4" y="0"/>
                        <a:pt x="2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7"/>
                        <a:pt x="3" y="10"/>
                        <a:pt x="6" y="10"/>
                      </a:cubicBezTo>
                      <a:cubicBezTo>
                        <a:pt x="9" y="10"/>
                        <a:pt x="12" y="7"/>
                        <a:pt x="12" y="4"/>
                      </a:cubicBezTo>
                      <a:cubicBezTo>
                        <a:pt x="12" y="3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1" y="1"/>
                        <a:pt x="9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8" name="Google Shape;4648;p22"/>
                <p:cNvSpPr/>
                <p:nvPr/>
              </p:nvSpPr>
              <p:spPr>
                <a:xfrm>
                  <a:off x="205588" y="4165938"/>
                  <a:ext cx="19200" cy="144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9" name="Google Shape;4649;p22"/>
                <p:cNvSpPr/>
                <p:nvPr/>
              </p:nvSpPr>
              <p:spPr>
                <a:xfrm>
                  <a:off x="189713" y="4667588"/>
                  <a:ext cx="52388" cy="79375"/>
                </a:xfrm>
                <a:custGeom>
                  <a:rect b="b" l="l" r="r" t="t"/>
                  <a:pathLst>
                    <a:path extrusionOk="0" h="21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1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10" y="5"/>
                        <a:pt x="11" y="7"/>
                        <a:pt x="11" y="10"/>
                      </a:cubicBezTo>
                      <a:cubicBezTo>
                        <a:pt x="11" y="16"/>
                        <a:pt x="5" y="21"/>
                        <a:pt x="0" y="21"/>
                      </a:cubicBezTo>
                      <a:cubicBezTo>
                        <a:pt x="0" y="21"/>
                        <a:pt x="0" y="21"/>
                        <a:pt x="1" y="21"/>
                      </a:cubicBezTo>
                      <a:cubicBezTo>
                        <a:pt x="7" y="21"/>
                        <a:pt x="14" y="16"/>
                        <a:pt x="14" y="10"/>
                      </a:cubicBezTo>
                      <a:cubicBezTo>
                        <a:pt x="14" y="7"/>
                        <a:pt x="13" y="5"/>
                        <a:pt x="11" y="4"/>
                      </a:cubicBezTo>
                      <a:cubicBezTo>
                        <a:pt x="8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0" name="Google Shape;4650;p22"/>
                <p:cNvSpPr/>
                <p:nvPr/>
              </p:nvSpPr>
              <p:spPr>
                <a:xfrm>
                  <a:off x="145263" y="4681875"/>
                  <a:ext cx="85725" cy="65088"/>
                </a:xfrm>
                <a:custGeom>
                  <a:rect b="b" l="l" r="r" t="t"/>
                  <a:pathLst>
                    <a:path extrusionOk="0" h="17" w="23">
                      <a:moveTo>
                        <a:pt x="20" y="0"/>
                      </a:moveTo>
                      <a:cubicBezTo>
                        <a:pt x="20" y="0"/>
                        <a:pt x="21" y="1"/>
                        <a:pt x="21" y="2"/>
                      </a:cubicBezTo>
                      <a:cubicBezTo>
                        <a:pt x="21" y="7"/>
                        <a:pt x="16" y="11"/>
                        <a:pt x="11" y="11"/>
                      </a:cubicBezTo>
                      <a:cubicBezTo>
                        <a:pt x="6" y="11"/>
                        <a:pt x="2" y="7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2"/>
                        <a:pt x="5" y="17"/>
                        <a:pt x="12" y="17"/>
                      </a:cubicBezTo>
                      <a:cubicBezTo>
                        <a:pt x="17" y="17"/>
                        <a:pt x="23" y="12"/>
                        <a:pt x="23" y="6"/>
                      </a:cubicBezTo>
                      <a:cubicBezTo>
                        <a:pt x="23" y="3"/>
                        <a:pt x="22" y="1"/>
                        <a:pt x="2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1" name="Google Shape;4651;p22"/>
                <p:cNvSpPr/>
                <p:nvPr/>
              </p:nvSpPr>
              <p:spPr>
                <a:xfrm>
                  <a:off x="151613" y="4667588"/>
                  <a:ext cx="73025" cy="55563"/>
                </a:xfrm>
                <a:custGeom>
                  <a:rect b="b" l="l" r="r" t="t"/>
                  <a:pathLst>
                    <a:path extrusionOk="0" h="15" w="19">
                      <a:moveTo>
                        <a:pt x="8" y="12"/>
                      </a:moveTo>
                      <a:cubicBezTo>
                        <a:pt x="6" y="12"/>
                        <a:pt x="4" y="11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1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5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9" y="11"/>
                        <a:pt x="19" y="6"/>
                      </a:cubicBezTo>
                      <a:cubicBezTo>
                        <a:pt x="19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1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2" name="Google Shape;4652;p22"/>
                <p:cNvSpPr/>
                <p:nvPr/>
              </p:nvSpPr>
              <p:spPr>
                <a:xfrm>
                  <a:off x="167488" y="4686638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53" name="Google Shape;4653;p22"/>
              <p:cNvGrpSpPr/>
              <p:nvPr/>
            </p:nvGrpSpPr>
            <p:grpSpPr>
              <a:xfrm flipH="1">
                <a:off x="-537873" y="4032144"/>
                <a:ext cx="1150223" cy="1399215"/>
                <a:chOff x="7491913" y="372038"/>
                <a:chExt cx="1503363" cy="1828800"/>
              </a:xfrm>
            </p:grpSpPr>
            <p:sp>
              <p:nvSpPr>
                <p:cNvPr id="4654" name="Google Shape;4654;p22"/>
                <p:cNvSpPr/>
                <p:nvPr/>
              </p:nvSpPr>
              <p:spPr>
                <a:xfrm>
                  <a:off x="8117388" y="1383275"/>
                  <a:ext cx="746125" cy="700088"/>
                </a:xfrm>
                <a:custGeom>
                  <a:rect b="b" l="l" r="r" t="t"/>
                  <a:pathLst>
                    <a:path extrusionOk="0" h="186" w="198">
                      <a:moveTo>
                        <a:pt x="12" y="0"/>
                      </a:moveTo>
                      <a:cubicBezTo>
                        <a:pt x="13" y="13"/>
                        <a:pt x="15" y="26"/>
                        <a:pt x="20" y="38"/>
                      </a:cubicBezTo>
                      <a:cubicBezTo>
                        <a:pt x="25" y="50"/>
                        <a:pt x="32" y="61"/>
                        <a:pt x="43" y="67"/>
                      </a:cubicBezTo>
                      <a:cubicBezTo>
                        <a:pt x="54" y="73"/>
                        <a:pt x="68" y="74"/>
                        <a:pt x="81" y="74"/>
                      </a:cubicBezTo>
                      <a:cubicBezTo>
                        <a:pt x="88" y="73"/>
                        <a:pt x="94" y="73"/>
                        <a:pt x="101" y="72"/>
                      </a:cubicBezTo>
                      <a:cubicBezTo>
                        <a:pt x="108" y="72"/>
                        <a:pt x="116" y="72"/>
                        <a:pt x="123" y="74"/>
                      </a:cubicBezTo>
                      <a:cubicBezTo>
                        <a:pt x="127" y="75"/>
                        <a:pt x="130" y="77"/>
                        <a:pt x="133" y="80"/>
                      </a:cubicBezTo>
                      <a:cubicBezTo>
                        <a:pt x="136" y="83"/>
                        <a:pt x="137" y="86"/>
                        <a:pt x="139" y="90"/>
                      </a:cubicBezTo>
                      <a:cubicBezTo>
                        <a:pt x="141" y="97"/>
                        <a:pt x="142" y="104"/>
                        <a:pt x="142" y="111"/>
                      </a:cubicBezTo>
                      <a:cubicBezTo>
                        <a:pt x="143" y="125"/>
                        <a:pt x="142" y="138"/>
                        <a:pt x="142" y="152"/>
                      </a:cubicBezTo>
                      <a:cubicBezTo>
                        <a:pt x="142" y="155"/>
                        <a:pt x="142" y="159"/>
                        <a:pt x="142" y="162"/>
                      </a:cubicBezTo>
                      <a:cubicBezTo>
                        <a:pt x="142" y="166"/>
                        <a:pt x="142" y="169"/>
                        <a:pt x="144" y="172"/>
                      </a:cubicBezTo>
                      <a:cubicBezTo>
                        <a:pt x="144" y="173"/>
                        <a:pt x="144" y="173"/>
                        <a:pt x="145" y="174"/>
                      </a:cubicBezTo>
                      <a:cubicBezTo>
                        <a:pt x="145" y="174"/>
                        <a:pt x="146" y="175"/>
                        <a:pt x="147" y="175"/>
                      </a:cubicBezTo>
                      <a:cubicBezTo>
                        <a:pt x="148" y="176"/>
                        <a:pt x="149" y="177"/>
                        <a:pt x="151" y="178"/>
                      </a:cubicBezTo>
                      <a:cubicBezTo>
                        <a:pt x="154" y="179"/>
                        <a:pt x="157" y="179"/>
                        <a:pt x="160" y="179"/>
                      </a:cubicBezTo>
                      <a:cubicBezTo>
                        <a:pt x="167" y="178"/>
                        <a:pt x="174" y="175"/>
                        <a:pt x="181" y="175"/>
                      </a:cubicBezTo>
                      <a:cubicBezTo>
                        <a:pt x="184" y="175"/>
                        <a:pt x="188" y="177"/>
                        <a:pt x="190" y="178"/>
                      </a:cubicBezTo>
                      <a:cubicBezTo>
                        <a:pt x="193" y="180"/>
                        <a:pt x="196" y="183"/>
                        <a:pt x="198" y="186"/>
                      </a:cubicBezTo>
                      <a:cubicBezTo>
                        <a:pt x="196" y="183"/>
                        <a:pt x="193" y="180"/>
                        <a:pt x="190" y="179"/>
                      </a:cubicBezTo>
                      <a:cubicBezTo>
                        <a:pt x="187" y="177"/>
                        <a:pt x="184" y="176"/>
                        <a:pt x="181" y="176"/>
                      </a:cubicBezTo>
                      <a:cubicBezTo>
                        <a:pt x="174" y="176"/>
                        <a:pt x="167" y="179"/>
                        <a:pt x="161" y="180"/>
                      </a:cubicBezTo>
                      <a:cubicBezTo>
                        <a:pt x="157" y="181"/>
                        <a:pt x="153" y="181"/>
                        <a:pt x="150" y="180"/>
                      </a:cubicBezTo>
                      <a:cubicBezTo>
                        <a:pt x="148" y="179"/>
                        <a:pt x="147" y="178"/>
                        <a:pt x="145" y="177"/>
                      </a:cubicBezTo>
                      <a:cubicBezTo>
                        <a:pt x="145" y="176"/>
                        <a:pt x="144" y="176"/>
                        <a:pt x="143" y="175"/>
                      </a:cubicBezTo>
                      <a:cubicBezTo>
                        <a:pt x="143" y="175"/>
                        <a:pt x="142" y="174"/>
                        <a:pt x="141" y="173"/>
                      </a:cubicBezTo>
                      <a:cubicBezTo>
                        <a:pt x="140" y="169"/>
                        <a:pt x="139" y="166"/>
                        <a:pt x="139" y="162"/>
                      </a:cubicBezTo>
                      <a:cubicBezTo>
                        <a:pt x="139" y="159"/>
                        <a:pt x="139" y="155"/>
                        <a:pt x="139" y="152"/>
                      </a:cubicBezTo>
                      <a:cubicBezTo>
                        <a:pt x="139" y="138"/>
                        <a:pt x="139" y="125"/>
                        <a:pt x="138" y="111"/>
                      </a:cubicBezTo>
                      <a:cubicBezTo>
                        <a:pt x="137" y="104"/>
                        <a:pt x="136" y="98"/>
                        <a:pt x="134" y="92"/>
                      </a:cubicBezTo>
                      <a:cubicBezTo>
                        <a:pt x="132" y="89"/>
                        <a:pt x="131" y="86"/>
                        <a:pt x="129" y="84"/>
                      </a:cubicBezTo>
                      <a:cubicBezTo>
                        <a:pt x="127" y="82"/>
                        <a:pt x="124" y="81"/>
                        <a:pt x="121" y="80"/>
                      </a:cubicBezTo>
                      <a:cubicBezTo>
                        <a:pt x="115" y="78"/>
                        <a:pt x="109" y="79"/>
                        <a:pt x="102" y="79"/>
                      </a:cubicBezTo>
                      <a:cubicBezTo>
                        <a:pt x="95" y="80"/>
                        <a:pt x="88" y="81"/>
                        <a:pt x="81" y="81"/>
                      </a:cubicBezTo>
                      <a:cubicBezTo>
                        <a:pt x="74" y="82"/>
                        <a:pt x="67" y="82"/>
                        <a:pt x="60" y="81"/>
                      </a:cubicBezTo>
                      <a:cubicBezTo>
                        <a:pt x="53" y="81"/>
                        <a:pt x="46" y="79"/>
                        <a:pt x="39" y="75"/>
                      </a:cubicBezTo>
                      <a:cubicBezTo>
                        <a:pt x="32" y="72"/>
                        <a:pt x="26" y="67"/>
                        <a:pt x="21" y="61"/>
                      </a:cubicBezTo>
                      <a:cubicBezTo>
                        <a:pt x="17" y="56"/>
                        <a:pt x="13" y="49"/>
                        <a:pt x="10" y="43"/>
                      </a:cubicBezTo>
                      <a:cubicBezTo>
                        <a:pt x="7" y="36"/>
                        <a:pt x="5" y="29"/>
                        <a:pt x="3" y="22"/>
                      </a:cubicBezTo>
                      <a:cubicBezTo>
                        <a:pt x="2" y="15"/>
                        <a:pt x="0" y="8"/>
                        <a:pt x="0" y="1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5" name="Google Shape;4655;p22"/>
                <p:cNvSpPr/>
                <p:nvPr/>
              </p:nvSpPr>
              <p:spPr>
                <a:xfrm>
                  <a:off x="8234863" y="1394388"/>
                  <a:ext cx="387350" cy="806450"/>
                </a:xfrm>
                <a:custGeom>
                  <a:rect b="b" l="l" r="r" t="t"/>
                  <a:pathLst>
                    <a:path extrusionOk="0" h="214" w="103">
                      <a:moveTo>
                        <a:pt x="13" y="0"/>
                      </a:moveTo>
                      <a:cubicBezTo>
                        <a:pt x="14" y="9"/>
                        <a:pt x="17" y="18"/>
                        <a:pt x="22" y="26"/>
                      </a:cubicBezTo>
                      <a:cubicBezTo>
                        <a:pt x="27" y="35"/>
                        <a:pt x="34" y="43"/>
                        <a:pt x="40" y="50"/>
                      </a:cubicBezTo>
                      <a:cubicBezTo>
                        <a:pt x="44" y="54"/>
                        <a:pt x="47" y="58"/>
                        <a:pt x="50" y="63"/>
                      </a:cubicBezTo>
                      <a:cubicBezTo>
                        <a:pt x="52" y="65"/>
                        <a:pt x="53" y="67"/>
                        <a:pt x="55" y="69"/>
                      </a:cubicBezTo>
                      <a:cubicBezTo>
                        <a:pt x="56" y="71"/>
                        <a:pt x="58" y="74"/>
                        <a:pt x="59" y="76"/>
                      </a:cubicBezTo>
                      <a:cubicBezTo>
                        <a:pt x="63" y="87"/>
                        <a:pt x="63" y="98"/>
                        <a:pt x="63" y="108"/>
                      </a:cubicBezTo>
                      <a:cubicBezTo>
                        <a:pt x="62" y="119"/>
                        <a:pt x="60" y="129"/>
                        <a:pt x="59" y="139"/>
                      </a:cubicBezTo>
                      <a:cubicBezTo>
                        <a:pt x="59" y="144"/>
                        <a:pt x="59" y="149"/>
                        <a:pt x="59" y="154"/>
                      </a:cubicBezTo>
                      <a:cubicBezTo>
                        <a:pt x="59" y="159"/>
                        <a:pt x="60" y="164"/>
                        <a:pt x="62" y="169"/>
                      </a:cubicBezTo>
                      <a:cubicBezTo>
                        <a:pt x="66" y="178"/>
                        <a:pt x="74" y="185"/>
                        <a:pt x="82" y="192"/>
                      </a:cubicBezTo>
                      <a:cubicBezTo>
                        <a:pt x="86" y="195"/>
                        <a:pt x="90" y="198"/>
                        <a:pt x="93" y="202"/>
                      </a:cubicBezTo>
                      <a:cubicBezTo>
                        <a:pt x="97" y="205"/>
                        <a:pt x="100" y="209"/>
                        <a:pt x="103" y="214"/>
                      </a:cubicBezTo>
                      <a:cubicBezTo>
                        <a:pt x="100" y="209"/>
                        <a:pt x="97" y="206"/>
                        <a:pt x="93" y="202"/>
                      </a:cubicBezTo>
                      <a:cubicBezTo>
                        <a:pt x="89" y="199"/>
                        <a:pt x="85" y="196"/>
                        <a:pt x="81" y="193"/>
                      </a:cubicBezTo>
                      <a:cubicBezTo>
                        <a:pt x="73" y="186"/>
                        <a:pt x="64" y="179"/>
                        <a:pt x="60" y="170"/>
                      </a:cubicBezTo>
                      <a:cubicBezTo>
                        <a:pt x="57" y="165"/>
                        <a:pt x="56" y="160"/>
                        <a:pt x="55" y="155"/>
                      </a:cubicBezTo>
                      <a:cubicBezTo>
                        <a:pt x="55" y="149"/>
                        <a:pt x="55" y="144"/>
                        <a:pt x="55" y="139"/>
                      </a:cubicBezTo>
                      <a:cubicBezTo>
                        <a:pt x="55" y="128"/>
                        <a:pt x="56" y="118"/>
                        <a:pt x="56" y="108"/>
                      </a:cubicBezTo>
                      <a:cubicBezTo>
                        <a:pt x="56" y="98"/>
                        <a:pt x="56" y="88"/>
                        <a:pt x="52" y="80"/>
                      </a:cubicBezTo>
                      <a:cubicBezTo>
                        <a:pt x="51" y="77"/>
                        <a:pt x="50" y="76"/>
                        <a:pt x="48" y="74"/>
                      </a:cubicBezTo>
                      <a:cubicBezTo>
                        <a:pt x="47" y="72"/>
                        <a:pt x="45" y="70"/>
                        <a:pt x="43" y="68"/>
                      </a:cubicBezTo>
                      <a:cubicBezTo>
                        <a:pt x="40" y="64"/>
                        <a:pt x="37" y="60"/>
                        <a:pt x="33" y="57"/>
                      </a:cubicBezTo>
                      <a:cubicBezTo>
                        <a:pt x="26" y="49"/>
                        <a:pt x="19" y="41"/>
                        <a:pt x="13" y="32"/>
                      </a:cubicBezTo>
                      <a:cubicBezTo>
                        <a:pt x="7" y="23"/>
                        <a:pt x="3" y="13"/>
                        <a:pt x="0" y="2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6" name="Google Shape;4656;p22"/>
                <p:cNvSpPr/>
                <p:nvPr/>
              </p:nvSpPr>
              <p:spPr>
                <a:xfrm>
                  <a:off x="8292013" y="1295963"/>
                  <a:ext cx="703263" cy="709613"/>
                </a:xfrm>
                <a:custGeom>
                  <a:rect b="b" l="l" r="r" t="t"/>
                  <a:pathLst>
                    <a:path extrusionOk="0" h="188" w="187">
                      <a:moveTo>
                        <a:pt x="10" y="0"/>
                      </a:moveTo>
                      <a:cubicBezTo>
                        <a:pt x="14" y="7"/>
                        <a:pt x="15" y="13"/>
                        <a:pt x="17" y="19"/>
                      </a:cubicBezTo>
                      <a:cubicBezTo>
                        <a:pt x="19" y="25"/>
                        <a:pt x="21" y="30"/>
                        <a:pt x="24" y="35"/>
                      </a:cubicBezTo>
                      <a:cubicBezTo>
                        <a:pt x="27" y="41"/>
                        <a:pt x="30" y="46"/>
                        <a:pt x="34" y="50"/>
                      </a:cubicBezTo>
                      <a:cubicBezTo>
                        <a:pt x="36" y="52"/>
                        <a:pt x="38" y="53"/>
                        <a:pt x="40" y="55"/>
                      </a:cubicBezTo>
                      <a:cubicBezTo>
                        <a:pt x="42" y="56"/>
                        <a:pt x="45" y="57"/>
                        <a:pt x="48" y="58"/>
                      </a:cubicBezTo>
                      <a:cubicBezTo>
                        <a:pt x="59" y="62"/>
                        <a:pt x="71" y="62"/>
                        <a:pt x="84" y="63"/>
                      </a:cubicBezTo>
                      <a:cubicBezTo>
                        <a:pt x="90" y="63"/>
                        <a:pt x="96" y="64"/>
                        <a:pt x="103" y="65"/>
                      </a:cubicBezTo>
                      <a:cubicBezTo>
                        <a:pt x="106" y="65"/>
                        <a:pt x="109" y="66"/>
                        <a:pt x="112" y="67"/>
                      </a:cubicBezTo>
                      <a:cubicBezTo>
                        <a:pt x="116" y="68"/>
                        <a:pt x="119" y="70"/>
                        <a:pt x="121" y="73"/>
                      </a:cubicBezTo>
                      <a:cubicBezTo>
                        <a:pt x="123" y="76"/>
                        <a:pt x="125" y="79"/>
                        <a:pt x="127" y="82"/>
                      </a:cubicBezTo>
                      <a:cubicBezTo>
                        <a:pt x="128" y="85"/>
                        <a:pt x="129" y="88"/>
                        <a:pt x="130" y="91"/>
                      </a:cubicBezTo>
                      <a:cubicBezTo>
                        <a:pt x="132" y="97"/>
                        <a:pt x="133" y="104"/>
                        <a:pt x="134" y="110"/>
                      </a:cubicBezTo>
                      <a:cubicBezTo>
                        <a:pt x="135" y="113"/>
                        <a:pt x="136" y="116"/>
                        <a:pt x="137" y="118"/>
                      </a:cubicBezTo>
                      <a:cubicBezTo>
                        <a:pt x="138" y="121"/>
                        <a:pt x="139" y="124"/>
                        <a:pt x="140" y="127"/>
                      </a:cubicBezTo>
                      <a:cubicBezTo>
                        <a:pt x="141" y="129"/>
                        <a:pt x="143" y="131"/>
                        <a:pt x="146" y="132"/>
                      </a:cubicBezTo>
                      <a:cubicBezTo>
                        <a:pt x="148" y="134"/>
                        <a:pt x="151" y="134"/>
                        <a:pt x="154" y="134"/>
                      </a:cubicBezTo>
                      <a:cubicBezTo>
                        <a:pt x="161" y="135"/>
                        <a:pt x="167" y="135"/>
                        <a:pt x="173" y="138"/>
                      </a:cubicBezTo>
                      <a:cubicBezTo>
                        <a:pt x="175" y="138"/>
                        <a:pt x="176" y="139"/>
                        <a:pt x="177" y="140"/>
                      </a:cubicBezTo>
                      <a:cubicBezTo>
                        <a:pt x="179" y="141"/>
                        <a:pt x="180" y="142"/>
                        <a:pt x="181" y="143"/>
                      </a:cubicBezTo>
                      <a:cubicBezTo>
                        <a:pt x="183" y="144"/>
                        <a:pt x="184" y="146"/>
                        <a:pt x="184" y="148"/>
                      </a:cubicBezTo>
                      <a:cubicBezTo>
                        <a:pt x="184" y="149"/>
                        <a:pt x="184" y="151"/>
                        <a:pt x="184" y="152"/>
                      </a:cubicBezTo>
                      <a:cubicBezTo>
                        <a:pt x="183" y="159"/>
                        <a:pt x="181" y="165"/>
                        <a:pt x="181" y="171"/>
                      </a:cubicBezTo>
                      <a:cubicBezTo>
                        <a:pt x="182" y="177"/>
                        <a:pt x="184" y="183"/>
                        <a:pt x="187" y="188"/>
                      </a:cubicBezTo>
                      <a:cubicBezTo>
                        <a:pt x="184" y="183"/>
                        <a:pt x="181" y="177"/>
                        <a:pt x="181" y="171"/>
                      </a:cubicBezTo>
                      <a:cubicBezTo>
                        <a:pt x="180" y="165"/>
                        <a:pt x="181" y="158"/>
                        <a:pt x="182" y="152"/>
                      </a:cubicBezTo>
                      <a:cubicBezTo>
                        <a:pt x="183" y="149"/>
                        <a:pt x="182" y="146"/>
                        <a:pt x="180" y="144"/>
                      </a:cubicBezTo>
                      <a:cubicBezTo>
                        <a:pt x="179" y="144"/>
                        <a:pt x="178" y="143"/>
                        <a:pt x="176" y="142"/>
                      </a:cubicBezTo>
                      <a:cubicBezTo>
                        <a:pt x="175" y="141"/>
                        <a:pt x="174" y="140"/>
                        <a:pt x="172" y="140"/>
                      </a:cubicBezTo>
                      <a:cubicBezTo>
                        <a:pt x="167" y="138"/>
                        <a:pt x="161" y="138"/>
                        <a:pt x="154" y="137"/>
                      </a:cubicBezTo>
                      <a:cubicBezTo>
                        <a:pt x="151" y="137"/>
                        <a:pt x="148" y="137"/>
                        <a:pt x="144" y="136"/>
                      </a:cubicBezTo>
                      <a:cubicBezTo>
                        <a:pt x="141" y="134"/>
                        <a:pt x="139" y="132"/>
                        <a:pt x="137" y="129"/>
                      </a:cubicBezTo>
                      <a:cubicBezTo>
                        <a:pt x="135" y="126"/>
                        <a:pt x="134" y="123"/>
                        <a:pt x="133" y="120"/>
                      </a:cubicBezTo>
                      <a:cubicBezTo>
                        <a:pt x="132" y="117"/>
                        <a:pt x="131" y="114"/>
                        <a:pt x="130" y="111"/>
                      </a:cubicBezTo>
                      <a:cubicBezTo>
                        <a:pt x="128" y="105"/>
                        <a:pt x="127" y="98"/>
                        <a:pt x="125" y="93"/>
                      </a:cubicBezTo>
                      <a:cubicBezTo>
                        <a:pt x="123" y="87"/>
                        <a:pt x="120" y="82"/>
                        <a:pt x="117" y="77"/>
                      </a:cubicBezTo>
                      <a:cubicBezTo>
                        <a:pt x="113" y="74"/>
                        <a:pt x="108" y="72"/>
                        <a:pt x="102" y="71"/>
                      </a:cubicBezTo>
                      <a:cubicBezTo>
                        <a:pt x="96" y="71"/>
                        <a:pt x="90" y="71"/>
                        <a:pt x="83" y="71"/>
                      </a:cubicBezTo>
                      <a:cubicBezTo>
                        <a:pt x="71" y="70"/>
                        <a:pt x="58" y="71"/>
                        <a:pt x="45" y="67"/>
                      </a:cubicBezTo>
                      <a:cubicBezTo>
                        <a:pt x="42" y="66"/>
                        <a:pt x="38" y="65"/>
                        <a:pt x="35" y="63"/>
                      </a:cubicBezTo>
                      <a:cubicBezTo>
                        <a:pt x="32" y="61"/>
                        <a:pt x="29" y="59"/>
                        <a:pt x="27" y="57"/>
                      </a:cubicBezTo>
                      <a:cubicBezTo>
                        <a:pt x="22" y="52"/>
                        <a:pt x="18" y="46"/>
                        <a:pt x="15" y="41"/>
                      </a:cubicBezTo>
                      <a:cubicBezTo>
                        <a:pt x="11" y="35"/>
                        <a:pt x="9" y="29"/>
                        <a:pt x="7" y="23"/>
                      </a:cubicBezTo>
                      <a:cubicBezTo>
                        <a:pt x="4" y="17"/>
                        <a:pt x="2" y="11"/>
                        <a:pt x="0" y="7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7" name="Google Shape;4657;p22"/>
                <p:cNvSpPr/>
                <p:nvPr/>
              </p:nvSpPr>
              <p:spPr>
                <a:xfrm>
                  <a:off x="8117388" y="1383275"/>
                  <a:ext cx="109537" cy="222250"/>
                </a:xfrm>
                <a:custGeom>
                  <a:rect b="b" l="l" r="r" t="t"/>
                  <a:pathLst>
                    <a:path extrusionOk="0" h="59" w="29">
                      <a:moveTo>
                        <a:pt x="20" y="38"/>
                      </a:moveTo>
                      <a:cubicBezTo>
                        <a:pt x="15" y="26"/>
                        <a:pt x="13" y="13"/>
                        <a:pt x="1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8"/>
                        <a:pt x="2" y="15"/>
                        <a:pt x="3" y="22"/>
                      </a:cubicBezTo>
                      <a:cubicBezTo>
                        <a:pt x="5" y="29"/>
                        <a:pt x="7" y="36"/>
                        <a:pt x="10" y="43"/>
                      </a:cubicBezTo>
                      <a:cubicBezTo>
                        <a:pt x="13" y="48"/>
                        <a:pt x="16" y="54"/>
                        <a:pt x="19" y="59"/>
                      </a:cubicBezTo>
                      <a:cubicBezTo>
                        <a:pt x="23" y="58"/>
                        <a:pt x="26" y="57"/>
                        <a:pt x="29" y="55"/>
                      </a:cubicBezTo>
                      <a:cubicBezTo>
                        <a:pt x="26" y="50"/>
                        <a:pt x="22" y="44"/>
                        <a:pt x="20" y="3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8" name="Google Shape;4658;p22"/>
                <p:cNvSpPr/>
                <p:nvPr/>
              </p:nvSpPr>
              <p:spPr>
                <a:xfrm>
                  <a:off x="8234863" y="1394388"/>
                  <a:ext cx="98425" cy="146050"/>
                </a:xfrm>
                <a:custGeom>
                  <a:rect b="b" l="l" r="r" t="t"/>
                  <a:pathLst>
                    <a:path extrusionOk="0" h="39" w="26">
                      <a:moveTo>
                        <a:pt x="13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3"/>
                        <a:pt x="7" y="23"/>
                        <a:pt x="13" y="32"/>
                      </a:cubicBezTo>
                      <a:cubicBezTo>
                        <a:pt x="15" y="35"/>
                        <a:pt x="16" y="37"/>
                        <a:pt x="18" y="39"/>
                      </a:cubicBezTo>
                      <a:cubicBezTo>
                        <a:pt x="21" y="37"/>
                        <a:pt x="23" y="34"/>
                        <a:pt x="26" y="32"/>
                      </a:cubicBezTo>
                      <a:cubicBezTo>
                        <a:pt x="25" y="30"/>
                        <a:pt x="23" y="28"/>
                        <a:pt x="22" y="26"/>
                      </a:cubicBezTo>
                      <a:cubicBezTo>
                        <a:pt x="17" y="18"/>
                        <a:pt x="14" y="9"/>
                        <a:pt x="13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9" name="Google Shape;4659;p22"/>
                <p:cNvSpPr/>
                <p:nvPr/>
              </p:nvSpPr>
              <p:spPr>
                <a:xfrm>
                  <a:off x="8292013" y="1295963"/>
                  <a:ext cx="96838" cy="180975"/>
                </a:xfrm>
                <a:custGeom>
                  <a:rect b="b" l="l" r="r" t="t"/>
                  <a:pathLst>
                    <a:path extrusionOk="0" h="48" w="26">
                      <a:moveTo>
                        <a:pt x="24" y="35"/>
                      </a:moveTo>
                      <a:cubicBezTo>
                        <a:pt x="21" y="30"/>
                        <a:pt x="19" y="25"/>
                        <a:pt x="17" y="19"/>
                      </a:cubicBezTo>
                      <a:cubicBezTo>
                        <a:pt x="15" y="13"/>
                        <a:pt x="14" y="7"/>
                        <a:pt x="10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1"/>
                        <a:pt x="4" y="17"/>
                        <a:pt x="7" y="23"/>
                      </a:cubicBezTo>
                      <a:cubicBezTo>
                        <a:pt x="9" y="29"/>
                        <a:pt x="11" y="35"/>
                        <a:pt x="15" y="41"/>
                      </a:cubicBezTo>
                      <a:cubicBezTo>
                        <a:pt x="16" y="43"/>
                        <a:pt x="17" y="46"/>
                        <a:pt x="19" y="48"/>
                      </a:cubicBezTo>
                      <a:cubicBezTo>
                        <a:pt x="21" y="45"/>
                        <a:pt x="24" y="42"/>
                        <a:pt x="26" y="38"/>
                      </a:cubicBezTo>
                      <a:cubicBezTo>
                        <a:pt x="25" y="37"/>
                        <a:pt x="25" y="36"/>
                        <a:pt x="24" y="3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0" name="Google Shape;4660;p22"/>
                <p:cNvSpPr/>
                <p:nvPr/>
              </p:nvSpPr>
              <p:spPr>
                <a:xfrm>
                  <a:off x="7801475" y="432363"/>
                  <a:ext cx="82550" cy="169863"/>
                </a:xfrm>
                <a:custGeom>
                  <a:rect b="b" l="l" r="r" t="t"/>
                  <a:pathLst>
                    <a:path extrusionOk="0" h="107" w="52">
                      <a:moveTo>
                        <a:pt x="28" y="107"/>
                      </a:moveTo>
                      <a:lnTo>
                        <a:pt x="0" y="0"/>
                      </a:lnTo>
                      <a:lnTo>
                        <a:pt x="52" y="100"/>
                      </a:lnTo>
                      <a:lnTo>
                        <a:pt x="28" y="1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1" name="Google Shape;4661;p22"/>
                <p:cNvSpPr/>
                <p:nvPr/>
              </p:nvSpPr>
              <p:spPr>
                <a:xfrm>
                  <a:off x="7598275" y="481575"/>
                  <a:ext cx="203200" cy="192088"/>
                </a:xfrm>
                <a:custGeom>
                  <a:rect b="b" l="l" r="r" t="t"/>
                  <a:pathLst>
                    <a:path extrusionOk="0" h="121" w="128">
                      <a:moveTo>
                        <a:pt x="128" y="97"/>
                      </a:moveTo>
                      <a:lnTo>
                        <a:pt x="0" y="0"/>
                      </a:lnTo>
                      <a:lnTo>
                        <a:pt x="116" y="121"/>
                      </a:lnTo>
                      <a:lnTo>
                        <a:pt x="128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2" name="Google Shape;4662;p22"/>
                <p:cNvSpPr/>
                <p:nvPr/>
              </p:nvSpPr>
              <p:spPr>
                <a:xfrm>
                  <a:off x="7620500" y="708588"/>
                  <a:ext cx="123825" cy="52388"/>
                </a:xfrm>
                <a:custGeom>
                  <a:rect b="b" l="l" r="r" t="t"/>
                  <a:pathLst>
                    <a:path extrusionOk="0" h="33" w="78">
                      <a:moveTo>
                        <a:pt x="78" y="11"/>
                      </a:moveTo>
                      <a:lnTo>
                        <a:pt x="0" y="0"/>
                      </a:lnTo>
                      <a:lnTo>
                        <a:pt x="78" y="33"/>
                      </a:lnTo>
                      <a:lnTo>
                        <a:pt x="78" y="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3" name="Google Shape;4663;p22"/>
                <p:cNvSpPr/>
                <p:nvPr/>
              </p:nvSpPr>
              <p:spPr>
                <a:xfrm>
                  <a:off x="7491913" y="835588"/>
                  <a:ext cx="265113" cy="65088"/>
                </a:xfrm>
                <a:custGeom>
                  <a:rect b="b" l="l" r="r" t="t"/>
                  <a:pathLst>
                    <a:path extrusionOk="0" h="41" w="167">
                      <a:moveTo>
                        <a:pt x="159" y="0"/>
                      </a:moveTo>
                      <a:lnTo>
                        <a:pt x="0" y="41"/>
                      </a:lnTo>
                      <a:lnTo>
                        <a:pt x="167" y="26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4" name="Google Shape;4664;p22"/>
                <p:cNvSpPr/>
                <p:nvPr/>
              </p:nvSpPr>
              <p:spPr>
                <a:xfrm>
                  <a:off x="7944350" y="372038"/>
                  <a:ext cx="38100" cy="207963"/>
                </a:xfrm>
                <a:custGeom>
                  <a:rect b="b" l="l" r="r" t="t"/>
                  <a:pathLst>
                    <a:path extrusionOk="0" h="131" w="24">
                      <a:moveTo>
                        <a:pt x="0" y="128"/>
                      </a:moveTo>
                      <a:lnTo>
                        <a:pt x="22" y="0"/>
                      </a:lnTo>
                      <a:lnTo>
                        <a:pt x="24" y="131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5" name="Google Shape;4665;p22"/>
                <p:cNvSpPr/>
                <p:nvPr/>
              </p:nvSpPr>
              <p:spPr>
                <a:xfrm>
                  <a:off x="8057063" y="511738"/>
                  <a:ext cx="169863" cy="196850"/>
                </a:xfrm>
                <a:custGeom>
                  <a:rect b="b" l="l" r="r" t="t"/>
                  <a:pathLst>
                    <a:path extrusionOk="0" h="124" w="107">
                      <a:moveTo>
                        <a:pt x="0" y="97"/>
                      </a:moveTo>
                      <a:lnTo>
                        <a:pt x="107" y="0"/>
                      </a:lnTo>
                      <a:lnTo>
                        <a:pt x="7" y="124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6" name="Google Shape;4666;p22"/>
                <p:cNvSpPr/>
                <p:nvPr/>
              </p:nvSpPr>
              <p:spPr>
                <a:xfrm>
                  <a:off x="8012613" y="541900"/>
                  <a:ext cx="63500" cy="79375"/>
                </a:xfrm>
                <a:custGeom>
                  <a:rect b="b" l="l" r="r" t="t"/>
                  <a:pathLst>
                    <a:path extrusionOk="0" h="50" w="40">
                      <a:moveTo>
                        <a:pt x="0" y="38"/>
                      </a:moveTo>
                      <a:lnTo>
                        <a:pt x="40" y="0"/>
                      </a:lnTo>
                      <a:lnTo>
                        <a:pt x="12" y="5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7" name="Google Shape;4667;p22"/>
                <p:cNvSpPr/>
                <p:nvPr/>
              </p:nvSpPr>
              <p:spPr>
                <a:xfrm>
                  <a:off x="7880850" y="527613"/>
                  <a:ext cx="33338" cy="52388"/>
                </a:xfrm>
                <a:custGeom>
                  <a:rect b="b" l="l" r="r" t="t"/>
                  <a:pathLst>
                    <a:path extrusionOk="0" h="33" w="21">
                      <a:moveTo>
                        <a:pt x="7" y="33"/>
                      </a:moveTo>
                      <a:lnTo>
                        <a:pt x="0" y="0"/>
                      </a:lnTo>
                      <a:lnTo>
                        <a:pt x="21" y="33"/>
                      </a:lnTo>
                      <a:lnTo>
                        <a:pt x="7" y="3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8" name="Google Shape;4668;p22"/>
                <p:cNvSpPr/>
                <p:nvPr/>
              </p:nvSpPr>
              <p:spPr>
                <a:xfrm>
                  <a:off x="8095163" y="695888"/>
                  <a:ext cx="222250" cy="114300"/>
                </a:xfrm>
                <a:custGeom>
                  <a:rect b="b" l="l" r="r" t="t"/>
                  <a:pathLst>
                    <a:path extrusionOk="0" h="72" w="140">
                      <a:moveTo>
                        <a:pt x="0" y="48"/>
                      </a:moveTo>
                      <a:lnTo>
                        <a:pt x="140" y="0"/>
                      </a:lnTo>
                      <a:lnTo>
                        <a:pt x="14" y="72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9" name="Google Shape;4669;p22"/>
                <p:cNvSpPr/>
                <p:nvPr/>
              </p:nvSpPr>
              <p:spPr>
                <a:xfrm>
                  <a:off x="8095163" y="651438"/>
                  <a:ext cx="117475" cy="87313"/>
                </a:xfrm>
                <a:custGeom>
                  <a:rect b="b" l="l" r="r" t="t"/>
                  <a:pathLst>
                    <a:path extrusionOk="0" h="55" w="74">
                      <a:moveTo>
                        <a:pt x="0" y="40"/>
                      </a:moveTo>
                      <a:lnTo>
                        <a:pt x="74" y="0"/>
                      </a:lnTo>
                      <a:lnTo>
                        <a:pt x="5" y="55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0" name="Google Shape;4670;p22"/>
                <p:cNvSpPr/>
                <p:nvPr/>
              </p:nvSpPr>
              <p:spPr>
                <a:xfrm>
                  <a:off x="7688763" y="903850"/>
                  <a:ext cx="90488" cy="41275"/>
                </a:xfrm>
                <a:custGeom>
                  <a:rect b="b" l="l" r="r" t="t"/>
                  <a:pathLst>
                    <a:path extrusionOk="0" h="26" w="57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7" y="21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1" name="Google Shape;4671;p22"/>
                <p:cNvSpPr/>
                <p:nvPr/>
              </p:nvSpPr>
              <p:spPr>
                <a:xfrm>
                  <a:off x="7582400" y="1076888"/>
                  <a:ext cx="260350" cy="174625"/>
                </a:xfrm>
                <a:custGeom>
                  <a:rect b="b" l="l" r="r" t="t"/>
                  <a:pathLst>
                    <a:path extrusionOk="0" h="110" w="164">
                      <a:moveTo>
                        <a:pt x="152" y="0"/>
                      </a:moveTo>
                      <a:lnTo>
                        <a:pt x="0" y="110"/>
                      </a:lnTo>
                      <a:lnTo>
                        <a:pt x="164" y="36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2" name="Google Shape;4672;p22"/>
                <p:cNvSpPr/>
                <p:nvPr/>
              </p:nvSpPr>
              <p:spPr>
                <a:xfrm>
                  <a:off x="7620500" y="986400"/>
                  <a:ext cx="180975" cy="84138"/>
                </a:xfrm>
                <a:custGeom>
                  <a:rect b="b" l="l" r="r" t="t"/>
                  <a:pathLst>
                    <a:path extrusionOk="0" h="53" w="114">
                      <a:moveTo>
                        <a:pt x="114" y="19"/>
                      </a:moveTo>
                      <a:lnTo>
                        <a:pt x="0" y="53"/>
                      </a:lnTo>
                      <a:lnTo>
                        <a:pt x="112" y="0"/>
                      </a:lnTo>
                      <a:lnTo>
                        <a:pt x="114" y="1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3" name="Google Shape;4673;p22"/>
                <p:cNvSpPr/>
                <p:nvPr/>
              </p:nvSpPr>
              <p:spPr>
                <a:xfrm>
                  <a:off x="8155488" y="829238"/>
                  <a:ext cx="98425" cy="90488"/>
                </a:xfrm>
                <a:custGeom>
                  <a:rect b="b" l="l" r="r" t="t"/>
                  <a:pathLst>
                    <a:path extrusionOk="0" h="57" w="62">
                      <a:moveTo>
                        <a:pt x="0" y="42"/>
                      </a:moveTo>
                      <a:lnTo>
                        <a:pt x="62" y="0"/>
                      </a:lnTo>
                      <a:lnTo>
                        <a:pt x="10" y="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4" name="Google Shape;4674;p22"/>
                <p:cNvSpPr/>
                <p:nvPr/>
              </p:nvSpPr>
              <p:spPr>
                <a:xfrm>
                  <a:off x="8193588" y="862575"/>
                  <a:ext cx="236538" cy="161925"/>
                </a:xfrm>
                <a:custGeom>
                  <a:rect b="b" l="l" r="r" t="t"/>
                  <a:pathLst>
                    <a:path extrusionOk="0" h="102" w="149">
                      <a:moveTo>
                        <a:pt x="0" y="71"/>
                      </a:moveTo>
                      <a:lnTo>
                        <a:pt x="149" y="0"/>
                      </a:lnTo>
                      <a:lnTo>
                        <a:pt x="21" y="102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5" name="Google Shape;4675;p22"/>
                <p:cNvSpPr/>
                <p:nvPr/>
              </p:nvSpPr>
              <p:spPr>
                <a:xfrm>
                  <a:off x="7793538" y="1183250"/>
                  <a:ext cx="98425" cy="38100"/>
                </a:xfrm>
                <a:custGeom>
                  <a:rect b="b" l="l" r="r" t="t"/>
                  <a:pathLst>
                    <a:path extrusionOk="0" h="24" w="62">
                      <a:moveTo>
                        <a:pt x="52" y="0"/>
                      </a:moveTo>
                      <a:lnTo>
                        <a:pt x="0" y="21"/>
                      </a:lnTo>
                      <a:lnTo>
                        <a:pt x="62" y="24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6" name="Google Shape;4676;p22"/>
                <p:cNvSpPr/>
                <p:nvPr/>
              </p:nvSpPr>
              <p:spPr>
                <a:xfrm>
                  <a:off x="7815763" y="1311838"/>
                  <a:ext cx="155575" cy="211138"/>
                </a:xfrm>
                <a:custGeom>
                  <a:rect b="b" l="l" r="r" t="t"/>
                  <a:pathLst>
                    <a:path extrusionOk="0" h="133" w="98">
                      <a:moveTo>
                        <a:pt x="86" y="0"/>
                      </a:moveTo>
                      <a:lnTo>
                        <a:pt x="0" y="133"/>
                      </a:lnTo>
                      <a:lnTo>
                        <a:pt x="98" y="21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7" name="Google Shape;4677;p22"/>
                <p:cNvSpPr/>
                <p:nvPr/>
              </p:nvSpPr>
              <p:spPr>
                <a:xfrm>
                  <a:off x="8284075" y="1032438"/>
                  <a:ext cx="233363" cy="109538"/>
                </a:xfrm>
                <a:custGeom>
                  <a:rect b="b" l="l" r="r" t="t"/>
                  <a:pathLst>
                    <a:path extrusionOk="0" h="69" w="147">
                      <a:moveTo>
                        <a:pt x="0" y="45"/>
                      </a:moveTo>
                      <a:lnTo>
                        <a:pt x="147" y="0"/>
                      </a:lnTo>
                      <a:lnTo>
                        <a:pt x="16" y="69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8" name="Google Shape;4678;p22"/>
                <p:cNvSpPr/>
                <p:nvPr/>
              </p:nvSpPr>
              <p:spPr>
                <a:xfrm>
                  <a:off x="8347575" y="1213413"/>
                  <a:ext cx="161925" cy="52388"/>
                </a:xfrm>
                <a:custGeom>
                  <a:rect b="b" l="l" r="r" t="t"/>
                  <a:pathLst>
                    <a:path extrusionOk="0" h="33" w="102">
                      <a:moveTo>
                        <a:pt x="0" y="24"/>
                      </a:moveTo>
                      <a:lnTo>
                        <a:pt x="102" y="33"/>
                      </a:lnTo>
                      <a:lnTo>
                        <a:pt x="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9" name="Google Shape;4679;p22"/>
                <p:cNvSpPr/>
                <p:nvPr/>
              </p:nvSpPr>
              <p:spPr>
                <a:xfrm>
                  <a:off x="8257088" y="1021325"/>
                  <a:ext cx="82550" cy="66675"/>
                </a:xfrm>
                <a:custGeom>
                  <a:rect b="b" l="l" r="r" t="t"/>
                  <a:pathLst>
                    <a:path extrusionOk="0" h="42" w="52">
                      <a:moveTo>
                        <a:pt x="0" y="31"/>
                      </a:moveTo>
                      <a:lnTo>
                        <a:pt x="52" y="0"/>
                      </a:lnTo>
                      <a:lnTo>
                        <a:pt x="12" y="4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0" name="Google Shape;4680;p22"/>
                <p:cNvSpPr/>
                <p:nvPr/>
              </p:nvSpPr>
              <p:spPr>
                <a:xfrm>
                  <a:off x="7845925" y="1273738"/>
                  <a:ext cx="98425" cy="71438"/>
                </a:xfrm>
                <a:custGeom>
                  <a:rect b="b" l="l" r="r" t="t"/>
                  <a:pathLst>
                    <a:path extrusionOk="0" h="45" w="62">
                      <a:moveTo>
                        <a:pt x="57" y="0"/>
                      </a:moveTo>
                      <a:lnTo>
                        <a:pt x="0" y="45"/>
                      </a:lnTo>
                      <a:lnTo>
                        <a:pt x="62" y="14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1" name="Google Shape;4681;p22"/>
                <p:cNvSpPr/>
                <p:nvPr/>
              </p:nvSpPr>
              <p:spPr>
                <a:xfrm>
                  <a:off x="7922125" y="1386450"/>
                  <a:ext cx="131763" cy="192088"/>
                </a:xfrm>
                <a:custGeom>
                  <a:rect b="b" l="l" r="r" t="t"/>
                  <a:pathLst>
                    <a:path extrusionOk="0" h="121" w="83">
                      <a:moveTo>
                        <a:pt x="62" y="0"/>
                      </a:moveTo>
                      <a:lnTo>
                        <a:pt x="0" y="121"/>
                      </a:lnTo>
                      <a:lnTo>
                        <a:pt x="83" y="1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2" name="Google Shape;4682;p22"/>
                <p:cNvSpPr/>
                <p:nvPr/>
              </p:nvSpPr>
              <p:spPr>
                <a:xfrm>
                  <a:off x="8065000" y="1432488"/>
                  <a:ext cx="38100" cy="66675"/>
                </a:xfrm>
                <a:custGeom>
                  <a:rect b="b" l="l" r="r" t="t"/>
                  <a:pathLst>
                    <a:path extrusionOk="0" h="42" w="24">
                      <a:moveTo>
                        <a:pt x="12" y="0"/>
                      </a:moveTo>
                      <a:lnTo>
                        <a:pt x="0" y="42"/>
                      </a:lnTo>
                      <a:lnTo>
                        <a:pt x="24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3" name="Google Shape;4683;p22"/>
                <p:cNvSpPr/>
                <p:nvPr/>
              </p:nvSpPr>
              <p:spPr>
                <a:xfrm>
                  <a:off x="8325350" y="1081650"/>
                  <a:ext cx="260350" cy="96838"/>
                </a:xfrm>
                <a:custGeom>
                  <a:rect b="b" l="l" r="r" t="t"/>
                  <a:pathLst>
                    <a:path extrusionOk="0" h="61" w="164">
                      <a:moveTo>
                        <a:pt x="0" y="47"/>
                      </a:moveTo>
                      <a:lnTo>
                        <a:pt x="164" y="0"/>
                      </a:lnTo>
                      <a:lnTo>
                        <a:pt x="5" y="61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4" name="Google Shape;4684;p22"/>
                <p:cNvSpPr/>
                <p:nvPr/>
              </p:nvSpPr>
              <p:spPr>
                <a:xfrm>
                  <a:off x="7831638" y="538725"/>
                  <a:ext cx="52388" cy="63500"/>
                </a:xfrm>
                <a:custGeom>
                  <a:rect b="b" l="l" r="r" t="t"/>
                  <a:pathLst>
                    <a:path extrusionOk="0" h="17" w="14">
                      <a:moveTo>
                        <a:pt x="14" y="1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4" y="17"/>
                        <a:pt x="4" y="17"/>
                        <a:pt x="4" y="17"/>
                      </a:cubicBezTo>
                      <a:lnTo>
                        <a:pt x="1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5" name="Google Shape;4685;p22"/>
                <p:cNvSpPr/>
                <p:nvPr/>
              </p:nvSpPr>
              <p:spPr>
                <a:xfrm>
                  <a:off x="7741150" y="605400"/>
                  <a:ext cx="60325" cy="68262"/>
                </a:xfrm>
                <a:custGeom>
                  <a:rect b="b" l="l" r="r" t="t"/>
                  <a:pathLst>
                    <a:path extrusionOk="0" h="18" w="16">
                      <a:moveTo>
                        <a:pt x="16" y="8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2"/>
                        <a:pt x="2" y="5"/>
                        <a:pt x="0" y="7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lnTo>
                        <a:pt x="16" y="8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6" name="Google Shape;4686;p22"/>
                <p:cNvSpPr/>
                <p:nvPr/>
              </p:nvSpPr>
              <p:spPr>
                <a:xfrm>
                  <a:off x="7696700" y="719700"/>
                  <a:ext cx="47625" cy="41275"/>
                </a:xfrm>
                <a:custGeom>
                  <a:rect b="b" l="l" r="r" t="t"/>
                  <a:pathLst>
                    <a:path extrusionOk="0" h="11" w="13">
                      <a:moveTo>
                        <a:pt x="13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7" name="Google Shape;4687;p22"/>
                <p:cNvSpPr/>
                <p:nvPr/>
              </p:nvSpPr>
              <p:spPr>
                <a:xfrm>
                  <a:off x="7696700" y="835588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3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1" y="9"/>
                        <a:pt x="2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8" name="Google Shape;4688;p22"/>
                <p:cNvSpPr/>
                <p:nvPr/>
              </p:nvSpPr>
              <p:spPr>
                <a:xfrm>
                  <a:off x="7944350" y="522850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0" y="15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14"/>
                        <a:pt x="0" y="14"/>
                        <a:pt x="0" y="14"/>
                      </a:cubicBezTo>
                      <a:lnTo>
                        <a:pt x="10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9" name="Google Shape;4689;p22"/>
                <p:cNvSpPr/>
                <p:nvPr/>
              </p:nvSpPr>
              <p:spPr>
                <a:xfrm>
                  <a:off x="8057063" y="624450"/>
                  <a:ext cx="60325" cy="84138"/>
                </a:xfrm>
                <a:custGeom>
                  <a:rect b="b" l="l" r="r" t="t"/>
                  <a:pathLst>
                    <a:path extrusionOk="0" h="22" w="16">
                      <a:moveTo>
                        <a:pt x="3" y="22"/>
                      </a:move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4" y="4"/>
                        <a:pt x="13" y="2"/>
                        <a:pt x="12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lnTo>
                        <a:pt x="3" y="2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0" name="Google Shape;4690;p22"/>
                <p:cNvSpPr/>
                <p:nvPr/>
              </p:nvSpPr>
              <p:spPr>
                <a:xfrm>
                  <a:off x="8012613" y="564125"/>
                  <a:ext cx="49213" cy="57150"/>
                </a:xfrm>
                <a:custGeom>
                  <a:rect b="b" l="l" r="r" t="t"/>
                  <a:pathLst>
                    <a:path extrusionOk="0" h="15" w="13">
                      <a:moveTo>
                        <a:pt x="5" y="15"/>
                      </a:move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0" y="10"/>
                        <a:pt x="0" y="10"/>
                        <a:pt x="0" y="10"/>
                      </a:cubicBezTo>
                      <a:lnTo>
                        <a:pt x="5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1" name="Google Shape;4691;p22"/>
                <p:cNvSpPr/>
                <p:nvPr/>
              </p:nvSpPr>
              <p:spPr>
                <a:xfrm>
                  <a:off x="7880850" y="530788"/>
                  <a:ext cx="33338" cy="49213"/>
                </a:xfrm>
                <a:custGeom>
                  <a:rect b="b" l="l" r="r" t="t"/>
                  <a:pathLst>
                    <a:path extrusionOk="0" h="31" w="21">
                      <a:moveTo>
                        <a:pt x="21" y="31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31"/>
                      </a:lnTo>
                      <a:lnTo>
                        <a:pt x="21" y="31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2" name="Google Shape;4692;p22"/>
                <p:cNvSpPr/>
                <p:nvPr/>
              </p:nvSpPr>
              <p:spPr>
                <a:xfrm>
                  <a:off x="8095163" y="753038"/>
                  <a:ext cx="71437" cy="57150"/>
                </a:xfrm>
                <a:custGeom>
                  <a:rect b="b" l="l" r="r" t="t"/>
                  <a:pathLst>
                    <a:path extrusionOk="0" h="15" w="19">
                      <a:moveTo>
                        <a:pt x="6" y="15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6"/>
                        <a:pt x="18" y="4"/>
                        <a:pt x="17" y="2"/>
                      </a:cubicBezTo>
                      <a:cubicBezTo>
                        <a:pt x="17" y="1"/>
                        <a:pt x="16" y="1"/>
                        <a:pt x="16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lnTo>
                        <a:pt x="6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3" name="Google Shape;4693;p22"/>
                <p:cNvSpPr/>
                <p:nvPr/>
              </p:nvSpPr>
              <p:spPr>
                <a:xfrm>
                  <a:off x="8095163" y="692713"/>
                  <a:ext cx="46037" cy="46037"/>
                </a:xfrm>
                <a:custGeom>
                  <a:rect b="b" l="l" r="r" t="t"/>
                  <a:pathLst>
                    <a:path extrusionOk="0" h="12" w="12">
                      <a:moveTo>
                        <a:pt x="2" y="12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3"/>
                        <a:pt x="11" y="2"/>
                        <a:pt x="1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4" name="Google Shape;4694;p22"/>
                <p:cNvSpPr/>
                <p:nvPr/>
              </p:nvSpPr>
              <p:spPr>
                <a:xfrm>
                  <a:off x="7714163" y="903850"/>
                  <a:ext cx="65088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9"/>
                        <a:pt x="1" y="10"/>
                      </a:cubicBezTo>
                      <a:cubicBezTo>
                        <a:pt x="17" y="9"/>
                        <a:pt x="17" y="9"/>
                        <a:pt x="17" y="9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5" name="Google Shape;4695;p22"/>
                <p:cNvSpPr/>
                <p:nvPr/>
              </p:nvSpPr>
              <p:spPr>
                <a:xfrm>
                  <a:off x="7782425" y="1076888"/>
                  <a:ext cx="60325" cy="76200"/>
                </a:xfrm>
                <a:custGeom>
                  <a:rect b="b" l="l" r="r" t="t"/>
                  <a:pathLst>
                    <a:path extrusionOk="0" h="20" w="16">
                      <a:moveTo>
                        <a:pt x="11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2"/>
                        <a:pt x="3" y="16"/>
                        <a:pt x="5" y="20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6" name="Google Shape;4696;p22"/>
                <p:cNvSpPr/>
                <p:nvPr/>
              </p:nvSpPr>
              <p:spPr>
                <a:xfrm>
                  <a:off x="7741150" y="986400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5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8"/>
                        <a:pt x="1" y="9"/>
                        <a:pt x="2" y="10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6" y="8"/>
                        <a:pt x="16" y="8"/>
                        <a:pt x="16" y="8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7" name="Google Shape;4697;p22"/>
                <p:cNvSpPr/>
                <p:nvPr/>
              </p:nvSpPr>
              <p:spPr>
                <a:xfrm>
                  <a:off x="8155488" y="865750"/>
                  <a:ext cx="52388" cy="53975"/>
                </a:xfrm>
                <a:custGeom>
                  <a:rect b="b" l="l" r="r" t="t"/>
                  <a:pathLst>
                    <a:path extrusionOk="0" h="14" w="14">
                      <a:moveTo>
                        <a:pt x="4" y="14"/>
                      </a:move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3" y="1"/>
                        <a:pt x="12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8" name="Google Shape;4698;p22"/>
                <p:cNvSpPr/>
                <p:nvPr/>
              </p:nvSpPr>
              <p:spPr>
                <a:xfrm>
                  <a:off x="8193588" y="953063"/>
                  <a:ext cx="74613" cy="71437"/>
                </a:xfrm>
                <a:custGeom>
                  <a:rect b="b" l="l" r="r" t="t"/>
                  <a:pathLst>
                    <a:path extrusionOk="0" h="19" w="20">
                      <a:moveTo>
                        <a:pt x="9" y="19"/>
                      </a:move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8" y="7"/>
                        <a:pt x="16" y="3"/>
                        <a:pt x="14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9" name="Google Shape;4699;p22"/>
                <p:cNvSpPr/>
                <p:nvPr/>
              </p:nvSpPr>
              <p:spPr>
                <a:xfrm>
                  <a:off x="7828463" y="1183250"/>
                  <a:ext cx="63500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7"/>
                        <a:pt x="2" y="8"/>
                        <a:pt x="2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0" name="Google Shape;4700;p22"/>
                <p:cNvSpPr/>
                <p:nvPr/>
              </p:nvSpPr>
              <p:spPr>
                <a:xfrm>
                  <a:off x="7922125" y="1311838"/>
                  <a:ext cx="49213" cy="63500"/>
                </a:xfrm>
                <a:custGeom>
                  <a:rect b="b" l="l" r="r" t="t"/>
                  <a:pathLst>
                    <a:path extrusionOk="0" h="17" w="13">
                      <a:moveTo>
                        <a:pt x="8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13"/>
                        <a:pt x="2" y="14"/>
                        <a:pt x="3" y="15"/>
                      </a:cubicBezTo>
                      <a:cubicBezTo>
                        <a:pt x="4" y="16"/>
                        <a:pt x="4" y="17"/>
                        <a:pt x="5" y="17"/>
                      </a:cubicBezTo>
                      <a:cubicBezTo>
                        <a:pt x="13" y="9"/>
                        <a:pt x="13" y="9"/>
                        <a:pt x="13" y="9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1" name="Google Shape;4701;p22"/>
                <p:cNvSpPr/>
                <p:nvPr/>
              </p:nvSpPr>
              <p:spPr>
                <a:xfrm>
                  <a:off x="8284075" y="1088000"/>
                  <a:ext cx="71437" cy="53975"/>
                </a:xfrm>
                <a:custGeom>
                  <a:rect b="b" l="l" r="r" t="t"/>
                  <a:pathLst>
                    <a:path extrusionOk="0" h="14" w="19">
                      <a:moveTo>
                        <a:pt x="7" y="14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5"/>
                        <a:pt x="16" y="2"/>
                        <a:pt x="14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2" name="Google Shape;4702;p22"/>
                <p:cNvSpPr/>
                <p:nvPr/>
              </p:nvSpPr>
              <p:spPr>
                <a:xfrm>
                  <a:off x="8347575" y="1213413"/>
                  <a:ext cx="57150" cy="41275"/>
                </a:xfrm>
                <a:custGeom>
                  <a:rect b="b" l="l" r="r" t="t"/>
                  <a:pathLst>
                    <a:path extrusionOk="0" h="11" w="15">
                      <a:moveTo>
                        <a:pt x="0" y="10"/>
                      </a:move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5" y="10"/>
                        <a:pt x="15" y="9"/>
                      </a:cubicBezTo>
                      <a:cubicBezTo>
                        <a:pt x="15" y="7"/>
                        <a:pt x="15" y="6"/>
                        <a:pt x="14" y="5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3" name="Google Shape;4703;p22"/>
                <p:cNvSpPr/>
                <p:nvPr/>
              </p:nvSpPr>
              <p:spPr>
                <a:xfrm>
                  <a:off x="8257088" y="1043550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5" y="12"/>
                      </a:move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3" y="1"/>
                        <a:pt x="12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4" name="Google Shape;4704;p22"/>
                <p:cNvSpPr/>
                <p:nvPr/>
              </p:nvSpPr>
              <p:spPr>
                <a:xfrm>
                  <a:off x="7891963" y="1273738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12" y="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0"/>
                        <a:pt x="1" y="11"/>
                        <a:pt x="2" y="12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5" name="Google Shape;4705;p22"/>
                <p:cNvSpPr/>
                <p:nvPr/>
              </p:nvSpPr>
              <p:spPr>
                <a:xfrm>
                  <a:off x="7996738" y="1386450"/>
                  <a:ext cx="57150" cy="63500"/>
                </a:xfrm>
                <a:custGeom>
                  <a:rect b="b" l="l" r="r" t="t"/>
                  <a:pathLst>
                    <a:path extrusionOk="0" h="17" w="15">
                      <a:moveTo>
                        <a:pt x="6" y="0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2" y="14"/>
                        <a:pt x="4" y="15"/>
                        <a:pt x="6" y="17"/>
                      </a:cubicBezTo>
                      <a:cubicBezTo>
                        <a:pt x="15" y="5"/>
                        <a:pt x="15" y="5"/>
                        <a:pt x="15" y="5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6" name="Google Shape;4706;p22"/>
                <p:cNvSpPr/>
                <p:nvPr/>
              </p:nvSpPr>
              <p:spPr>
                <a:xfrm>
                  <a:off x="8068175" y="1432488"/>
                  <a:ext cx="34925" cy="47625"/>
                </a:xfrm>
                <a:custGeom>
                  <a:rect b="b" l="l" r="r" t="t"/>
                  <a:pathLst>
                    <a:path extrusionOk="0" h="13" w="9">
                      <a:moveTo>
                        <a:pt x="4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1" y="13"/>
                        <a:pt x="2" y="13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7" name="Google Shape;4707;p22"/>
                <p:cNvSpPr/>
                <p:nvPr/>
              </p:nvSpPr>
              <p:spPr>
                <a:xfrm>
                  <a:off x="8325350" y="1141975"/>
                  <a:ext cx="55563" cy="36513"/>
                </a:xfrm>
                <a:custGeom>
                  <a:rect b="b" l="l" r="r" t="t"/>
                  <a:pathLst>
                    <a:path extrusionOk="0" h="10" w="15">
                      <a:moveTo>
                        <a:pt x="2" y="10"/>
                      </a:move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4" y="3"/>
                        <a:pt x="13" y="2"/>
                        <a:pt x="12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8" name="Google Shape;4708;p22"/>
                <p:cNvSpPr/>
                <p:nvPr/>
              </p:nvSpPr>
              <p:spPr>
                <a:xfrm>
                  <a:off x="7710988" y="522850"/>
                  <a:ext cx="682625" cy="973137"/>
                </a:xfrm>
                <a:custGeom>
                  <a:rect b="b" l="l" r="r" t="t"/>
                  <a:pathLst>
                    <a:path extrusionOk="0" h="258" w="181">
                      <a:moveTo>
                        <a:pt x="69" y="218"/>
                      </a:moveTo>
                      <a:cubicBezTo>
                        <a:pt x="100" y="258"/>
                        <a:pt x="129" y="253"/>
                        <a:pt x="152" y="231"/>
                      </a:cubicBezTo>
                      <a:cubicBezTo>
                        <a:pt x="181" y="204"/>
                        <a:pt x="175" y="181"/>
                        <a:pt x="156" y="156"/>
                      </a:cubicBezTo>
                      <a:cubicBezTo>
                        <a:pt x="132" y="124"/>
                        <a:pt x="118" y="98"/>
                        <a:pt x="102" y="51"/>
                      </a:cubicBezTo>
                      <a:cubicBezTo>
                        <a:pt x="94" y="26"/>
                        <a:pt x="76" y="0"/>
                        <a:pt x="41" y="16"/>
                      </a:cubicBezTo>
                      <a:cubicBezTo>
                        <a:pt x="13" y="29"/>
                        <a:pt x="0" y="54"/>
                        <a:pt x="9" y="90"/>
                      </a:cubicBezTo>
                      <a:cubicBezTo>
                        <a:pt x="18" y="128"/>
                        <a:pt x="36" y="175"/>
                        <a:pt x="69" y="2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9" name="Google Shape;4709;p22"/>
                <p:cNvSpPr/>
                <p:nvPr/>
              </p:nvSpPr>
              <p:spPr>
                <a:xfrm>
                  <a:off x="7718925" y="624450"/>
                  <a:ext cx="674688" cy="871538"/>
                </a:xfrm>
                <a:custGeom>
                  <a:rect b="b" l="l" r="r" t="t"/>
                  <a:pathLst>
                    <a:path extrusionOk="0" h="231" w="179">
                      <a:moveTo>
                        <a:pt x="136" y="162"/>
                      </a:moveTo>
                      <a:cubicBezTo>
                        <a:pt x="118" y="178"/>
                        <a:pt x="91" y="176"/>
                        <a:pt x="63" y="131"/>
                      </a:cubicBezTo>
                      <a:cubicBezTo>
                        <a:pt x="33" y="83"/>
                        <a:pt x="17" y="33"/>
                        <a:pt x="23" y="0"/>
                      </a:cubicBezTo>
                      <a:cubicBezTo>
                        <a:pt x="7" y="14"/>
                        <a:pt x="0" y="35"/>
                        <a:pt x="7" y="63"/>
                      </a:cubicBezTo>
                      <a:cubicBezTo>
                        <a:pt x="16" y="101"/>
                        <a:pt x="34" y="148"/>
                        <a:pt x="67" y="191"/>
                      </a:cubicBezTo>
                      <a:cubicBezTo>
                        <a:pt x="98" y="231"/>
                        <a:pt x="127" y="226"/>
                        <a:pt x="150" y="204"/>
                      </a:cubicBezTo>
                      <a:cubicBezTo>
                        <a:pt x="179" y="177"/>
                        <a:pt x="173" y="154"/>
                        <a:pt x="154" y="129"/>
                      </a:cubicBezTo>
                      <a:cubicBezTo>
                        <a:pt x="150" y="123"/>
                        <a:pt x="145" y="117"/>
                        <a:pt x="141" y="111"/>
                      </a:cubicBezTo>
                      <a:cubicBezTo>
                        <a:pt x="147" y="128"/>
                        <a:pt x="150" y="150"/>
                        <a:pt x="136" y="16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10" name="Google Shape;4710;p22"/>
                <p:cNvSpPr/>
                <p:nvPr/>
              </p:nvSpPr>
              <p:spPr>
                <a:xfrm>
                  <a:off x="7930063" y="594288"/>
                  <a:ext cx="161925" cy="276225"/>
                </a:xfrm>
                <a:custGeom>
                  <a:rect b="b" l="l" r="r" t="t"/>
                  <a:pathLst>
                    <a:path extrusionOk="0" h="73" w="43">
                      <a:moveTo>
                        <a:pt x="35" y="31"/>
                      </a:moveTo>
                      <a:cubicBezTo>
                        <a:pt x="43" y="49"/>
                        <a:pt x="43" y="67"/>
                        <a:pt x="36" y="70"/>
                      </a:cubicBezTo>
                      <a:cubicBezTo>
                        <a:pt x="29" y="73"/>
                        <a:pt x="17" y="60"/>
                        <a:pt x="9" y="42"/>
                      </a:cubicBezTo>
                      <a:cubicBezTo>
                        <a:pt x="1" y="23"/>
                        <a:pt x="0" y="6"/>
                        <a:pt x="8" y="3"/>
                      </a:cubicBezTo>
                      <a:cubicBezTo>
                        <a:pt x="15" y="0"/>
                        <a:pt x="27" y="12"/>
                        <a:pt x="35" y="31"/>
                      </a:cubicBezTo>
                      <a:close/>
                    </a:path>
                  </a:pathLst>
                </a:custGeom>
                <a:solidFill>
                  <a:srgbClr val="F8F8F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711" name="Google Shape;4711;p22"/>
            <p:cNvGrpSpPr/>
            <p:nvPr/>
          </p:nvGrpSpPr>
          <p:grpSpPr>
            <a:xfrm>
              <a:off x="8175701" y="38331"/>
              <a:ext cx="1672890" cy="5246351"/>
              <a:chOff x="8175701" y="38331"/>
              <a:chExt cx="1672890" cy="5246351"/>
            </a:xfrm>
          </p:grpSpPr>
          <p:grpSp>
            <p:nvGrpSpPr>
              <p:cNvPr id="4712" name="Google Shape;4712;p22"/>
              <p:cNvGrpSpPr/>
              <p:nvPr/>
            </p:nvGrpSpPr>
            <p:grpSpPr>
              <a:xfrm>
                <a:off x="8529106" y="38331"/>
                <a:ext cx="1164275" cy="993345"/>
                <a:chOff x="-469100" y="3905588"/>
                <a:chExt cx="1352550" cy="1154113"/>
              </a:xfrm>
            </p:grpSpPr>
            <p:grpSp>
              <p:nvGrpSpPr>
                <p:cNvPr id="4713" name="Google Shape;4713;p22"/>
                <p:cNvGrpSpPr/>
                <p:nvPr/>
              </p:nvGrpSpPr>
              <p:grpSpPr>
                <a:xfrm>
                  <a:off x="-469100" y="3905588"/>
                  <a:ext cx="1352550" cy="1154113"/>
                  <a:chOff x="-469100" y="3905588"/>
                  <a:chExt cx="1352550" cy="1154113"/>
                </a:xfrm>
              </p:grpSpPr>
              <p:sp>
                <p:nvSpPr>
                  <p:cNvPr id="4714" name="Google Shape;4714;p22"/>
                  <p:cNvSpPr/>
                  <p:nvPr/>
                </p:nvSpPr>
                <p:spPr>
                  <a:xfrm>
                    <a:off x="-469100" y="3905588"/>
                    <a:ext cx="1352550" cy="1154113"/>
                  </a:xfrm>
                  <a:custGeom>
                    <a:rect b="b" l="l" r="r" t="t"/>
                    <a:pathLst>
                      <a:path extrusionOk="0" h="306" w="359">
                        <a:moveTo>
                          <a:pt x="197" y="261"/>
                        </a:moveTo>
                        <a:cubicBezTo>
                          <a:pt x="197" y="261"/>
                          <a:pt x="197" y="261"/>
                          <a:pt x="197" y="261"/>
                        </a:cubicBezTo>
                        <a:cubicBezTo>
                          <a:pt x="200" y="261"/>
                          <a:pt x="203" y="262"/>
                          <a:pt x="205" y="264"/>
                        </a:cubicBezTo>
                        <a:cubicBezTo>
                          <a:pt x="207" y="265"/>
                          <a:pt x="208" y="267"/>
                          <a:pt x="208" y="269"/>
                        </a:cubicBezTo>
                        <a:cubicBezTo>
                          <a:pt x="208" y="273"/>
                          <a:pt x="202" y="277"/>
                          <a:pt x="197" y="277"/>
                        </a:cubicBezTo>
                        <a:cubicBezTo>
                          <a:pt x="197" y="277"/>
                          <a:pt x="197" y="277"/>
                          <a:pt x="197" y="277"/>
                        </a:cubicBezTo>
                        <a:cubicBezTo>
                          <a:pt x="196" y="277"/>
                          <a:pt x="196" y="277"/>
                          <a:pt x="196" y="277"/>
                        </a:cubicBezTo>
                        <a:cubicBezTo>
                          <a:pt x="191" y="277"/>
                          <a:pt x="188" y="274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8"/>
                          <a:pt x="188" y="267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90" y="263"/>
                          <a:pt x="193" y="261"/>
                          <a:pt x="196" y="261"/>
                        </a:cubicBezTo>
                        <a:cubicBezTo>
                          <a:pt x="196" y="261"/>
                          <a:pt x="196" y="261"/>
                          <a:pt x="197" y="261"/>
                        </a:cubicBezTo>
                        <a:moveTo>
                          <a:pt x="308" y="170"/>
                        </a:moveTo>
                        <a:cubicBezTo>
                          <a:pt x="308" y="170"/>
                          <a:pt x="308" y="170"/>
                          <a:pt x="309" y="170"/>
                        </a:cubicBezTo>
                        <a:cubicBezTo>
                          <a:pt x="313" y="170"/>
                          <a:pt x="318" y="172"/>
                          <a:pt x="321" y="175"/>
                        </a:cubicBezTo>
                        <a:cubicBezTo>
                          <a:pt x="324" y="177"/>
                          <a:pt x="325" y="179"/>
                          <a:pt x="325" y="182"/>
                        </a:cubicBezTo>
                        <a:cubicBezTo>
                          <a:pt x="325" y="189"/>
                          <a:pt x="317" y="196"/>
                          <a:pt x="309" y="196"/>
                        </a:cubicBezTo>
                        <a:cubicBezTo>
                          <a:pt x="308" y="196"/>
                          <a:pt x="308" y="196"/>
                          <a:pt x="308" y="196"/>
                        </a:cubicBezTo>
                        <a:cubicBezTo>
                          <a:pt x="307" y="196"/>
                          <a:pt x="307" y="196"/>
                          <a:pt x="307" y="196"/>
                        </a:cubicBezTo>
                        <a:cubicBezTo>
                          <a:pt x="300" y="196"/>
                          <a:pt x="294" y="190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1"/>
                          <a:pt x="294" y="179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7" y="173"/>
                          <a:pt x="302" y="170"/>
                          <a:pt x="307" y="170"/>
                        </a:cubicBezTo>
                        <a:cubicBezTo>
                          <a:pt x="307" y="170"/>
                          <a:pt x="307" y="170"/>
                          <a:pt x="308" y="170"/>
                        </a:cubicBezTo>
                        <a:moveTo>
                          <a:pt x="41" y="150"/>
                        </a:moveTo>
                        <a:cubicBezTo>
                          <a:pt x="42" y="150"/>
                          <a:pt x="42" y="150"/>
                          <a:pt x="42" y="150"/>
                        </a:cubicBezTo>
                        <a:cubicBezTo>
                          <a:pt x="46" y="150"/>
                          <a:pt x="51" y="151"/>
                          <a:pt x="53" y="154"/>
                        </a:cubicBezTo>
                        <a:cubicBezTo>
                          <a:pt x="56" y="156"/>
                          <a:pt x="57" y="158"/>
                          <a:pt x="57" y="161"/>
                        </a:cubicBezTo>
                        <a:cubicBezTo>
                          <a:pt x="57" y="167"/>
                          <a:pt x="50" y="173"/>
                          <a:pt x="42" y="173"/>
                        </a:cubicBezTo>
                        <a:cubicBezTo>
                          <a:pt x="42" y="173"/>
                          <a:pt x="42" y="173"/>
                          <a:pt x="41" y="173"/>
                        </a:cubicBezTo>
                        <a:cubicBezTo>
                          <a:pt x="41" y="173"/>
                          <a:pt x="41" y="173"/>
                          <a:pt x="40" y="173"/>
                        </a:cubicBezTo>
                        <a:cubicBezTo>
                          <a:pt x="34" y="173"/>
                          <a:pt x="29" y="168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59"/>
                          <a:pt x="29" y="158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2" y="152"/>
                          <a:pt x="36" y="150"/>
                          <a:pt x="40" y="150"/>
                        </a:cubicBezTo>
                        <a:cubicBezTo>
                          <a:pt x="41" y="150"/>
                          <a:pt x="41" y="150"/>
                          <a:pt x="41" y="150"/>
                        </a:cubicBezTo>
                        <a:moveTo>
                          <a:pt x="285" y="133"/>
                        </a:moveTo>
                        <a:cubicBezTo>
                          <a:pt x="285" y="133"/>
                          <a:pt x="285" y="133"/>
                          <a:pt x="285" y="133"/>
                        </a:cubicBezTo>
                        <a:cubicBezTo>
                          <a:pt x="287" y="133"/>
                          <a:pt x="289" y="133"/>
                          <a:pt x="290" y="134"/>
                        </a:cubicBezTo>
                        <a:cubicBezTo>
                          <a:pt x="291" y="135"/>
                          <a:pt x="291" y="136"/>
                          <a:pt x="291" y="137"/>
                        </a:cubicBezTo>
                        <a:cubicBezTo>
                          <a:pt x="291" y="139"/>
                          <a:pt x="288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2" y="142"/>
                          <a:pt x="280" y="140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6"/>
                          <a:pt x="280" y="136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4"/>
                          <a:pt x="283" y="133"/>
                          <a:pt x="285" y="133"/>
                        </a:cubicBezTo>
                        <a:cubicBezTo>
                          <a:pt x="285" y="133"/>
                          <a:pt x="285" y="133"/>
                          <a:pt x="285" y="133"/>
                        </a:cubicBezTo>
                        <a:moveTo>
                          <a:pt x="33" y="122"/>
                        </a:moveTo>
                        <a:cubicBezTo>
                          <a:pt x="34" y="122"/>
                          <a:pt x="34" y="122"/>
                          <a:pt x="34" y="122"/>
                        </a:cubicBezTo>
                        <a:cubicBezTo>
                          <a:pt x="37" y="122"/>
                          <a:pt x="40" y="123"/>
                          <a:pt x="42" y="125"/>
                        </a:cubicBezTo>
                        <a:cubicBezTo>
                          <a:pt x="43" y="126"/>
                          <a:pt x="44" y="127"/>
                          <a:pt x="44" y="129"/>
                        </a:cubicBezTo>
                        <a:cubicBezTo>
                          <a:pt x="44" y="134"/>
                          <a:pt x="39" y="138"/>
                          <a:pt x="34" y="138"/>
                        </a:cubicBezTo>
                        <a:cubicBezTo>
                          <a:pt x="34" y="138"/>
                          <a:pt x="34" y="138"/>
                          <a:pt x="33" y="138"/>
                        </a:cubicBezTo>
                        <a:cubicBezTo>
                          <a:pt x="33" y="138"/>
                          <a:pt x="33" y="138"/>
                          <a:pt x="33" y="138"/>
                        </a:cubicBezTo>
                        <a:cubicBezTo>
                          <a:pt x="28" y="138"/>
                          <a:pt x="25" y="134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28"/>
                          <a:pt x="25" y="127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7" y="124"/>
                          <a:pt x="30" y="122"/>
                          <a:pt x="33" y="122"/>
                        </a:cubicBezTo>
                        <a:cubicBezTo>
                          <a:pt x="33" y="122"/>
                          <a:pt x="33" y="122"/>
                          <a:pt x="33" y="122"/>
                        </a:cubicBezTo>
                        <a:moveTo>
                          <a:pt x="43" y="101"/>
                        </a:moveTo>
                        <a:cubicBezTo>
                          <a:pt x="43" y="101"/>
                          <a:pt x="44" y="101"/>
                          <a:pt x="44" y="101"/>
                        </a:cubicBezTo>
                        <a:cubicBezTo>
                          <a:pt x="45" y="101"/>
                          <a:pt x="47" y="102"/>
                          <a:pt x="48" y="103"/>
                        </a:cubicBezTo>
                        <a:cubicBezTo>
                          <a:pt x="49" y="104"/>
                          <a:pt x="49" y="105"/>
                          <a:pt x="49" y="106"/>
                        </a:cubicBezTo>
                        <a:cubicBezTo>
                          <a:pt x="49" y="108"/>
                          <a:pt x="47" y="110"/>
                          <a:pt x="44" y="110"/>
                        </a:cubicBezTo>
                        <a:cubicBezTo>
                          <a:pt x="44" y="110"/>
                          <a:pt x="43" y="110"/>
                          <a:pt x="43" y="110"/>
                        </a:cubicBezTo>
                        <a:cubicBezTo>
                          <a:pt x="43" y="110"/>
                          <a:pt x="43" y="110"/>
                          <a:pt x="43" y="110"/>
                        </a:cubicBezTo>
                        <a:cubicBezTo>
                          <a:pt x="40" y="110"/>
                          <a:pt x="38" y="108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5"/>
                          <a:pt x="39" y="105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40" y="102"/>
                          <a:pt x="41" y="101"/>
                          <a:pt x="43" y="101"/>
                        </a:cubicBezTo>
                        <a:cubicBezTo>
                          <a:pt x="43" y="101"/>
                          <a:pt x="43" y="101"/>
                          <a:pt x="43" y="101"/>
                        </a:cubicBezTo>
                        <a:moveTo>
                          <a:pt x="164" y="239"/>
                        </a:moveTo>
                        <a:cubicBezTo>
                          <a:pt x="106" y="239"/>
                          <a:pt x="66" y="217"/>
                          <a:pt x="66" y="166"/>
                        </a:cubicBezTo>
                        <a:cubicBezTo>
                          <a:pt x="66" y="137"/>
                          <a:pt x="67" y="111"/>
                          <a:pt x="89" y="89"/>
                        </a:cubicBezTo>
                        <a:cubicBezTo>
                          <a:pt x="105" y="71"/>
                          <a:pt x="138" y="63"/>
                          <a:pt x="164" y="53"/>
                        </a:cubicBezTo>
                        <a:cubicBezTo>
                          <a:pt x="169" y="52"/>
                          <a:pt x="174" y="51"/>
                          <a:pt x="179" y="51"/>
                        </a:cubicBezTo>
                        <a:cubicBezTo>
                          <a:pt x="203" y="51"/>
                          <a:pt x="225" y="73"/>
                          <a:pt x="242" y="93"/>
                        </a:cubicBezTo>
                        <a:cubicBezTo>
                          <a:pt x="258" y="111"/>
                          <a:pt x="269" y="118"/>
                          <a:pt x="269" y="140"/>
                        </a:cubicBezTo>
                        <a:cubicBezTo>
                          <a:pt x="269" y="167"/>
                          <a:pt x="250" y="190"/>
                          <a:pt x="229" y="208"/>
                        </a:cubicBezTo>
                        <a:cubicBezTo>
                          <a:pt x="210" y="225"/>
                          <a:pt x="191" y="239"/>
                          <a:pt x="164" y="239"/>
                        </a:cubicBezTo>
                        <a:moveTo>
                          <a:pt x="106" y="44"/>
                        </a:moveTo>
                        <a:cubicBezTo>
                          <a:pt x="106" y="44"/>
                          <a:pt x="106" y="44"/>
                          <a:pt x="107" y="44"/>
                        </a:cubicBezTo>
                        <a:cubicBezTo>
                          <a:pt x="109" y="44"/>
                          <a:pt x="112" y="45"/>
                          <a:pt x="114" y="47"/>
                        </a:cubicBezTo>
                        <a:cubicBezTo>
                          <a:pt x="115" y="48"/>
                          <a:pt x="116" y="49"/>
                          <a:pt x="116" y="51"/>
                        </a:cubicBezTo>
                        <a:cubicBezTo>
                          <a:pt x="116" y="55"/>
                          <a:pt x="111" y="59"/>
                          <a:pt x="107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1" y="59"/>
                          <a:pt x="98" y="56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0"/>
                          <a:pt x="99" y="49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100" y="46"/>
                          <a:pt x="103" y="44"/>
                          <a:pt x="106" y="44"/>
                        </a:cubicBezTo>
                        <a:cubicBezTo>
                          <a:pt x="106" y="44"/>
                          <a:pt x="106" y="44"/>
                          <a:pt x="106" y="44"/>
                        </a:cubicBezTo>
                        <a:moveTo>
                          <a:pt x="200" y="0"/>
                        </a:moveTo>
                        <a:cubicBezTo>
                          <a:pt x="197" y="0"/>
                          <a:pt x="195" y="0"/>
                          <a:pt x="192" y="0"/>
                        </a:cubicBezTo>
                        <a:cubicBezTo>
                          <a:pt x="188" y="0"/>
                          <a:pt x="183" y="1"/>
                          <a:pt x="179" y="2"/>
                        </a:cubicBezTo>
                        <a:cubicBezTo>
                          <a:pt x="177" y="3"/>
                          <a:pt x="175" y="4"/>
                          <a:pt x="173" y="4"/>
                        </a:cubicBezTo>
                        <a:cubicBezTo>
                          <a:pt x="170" y="6"/>
                          <a:pt x="166" y="7"/>
                          <a:pt x="162" y="9"/>
                        </a:cubicBezTo>
                        <a:cubicBezTo>
                          <a:pt x="161" y="9"/>
                          <a:pt x="161" y="9"/>
                          <a:pt x="161" y="9"/>
                        </a:cubicBezTo>
                        <a:cubicBezTo>
                          <a:pt x="92" y="34"/>
                          <a:pt x="0" y="60"/>
                          <a:pt x="0" y="144"/>
                        </a:cubicBezTo>
                        <a:cubicBezTo>
                          <a:pt x="0" y="169"/>
                          <a:pt x="7" y="19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22" y="218"/>
                          <a:pt x="27" y="224"/>
                          <a:pt x="32" y="229"/>
                        </a:cubicBezTo>
                        <a:cubicBezTo>
                          <a:pt x="51" y="250"/>
                          <a:pt x="78" y="263"/>
                          <a:pt x="112" y="266"/>
                        </a:cubicBezTo>
                        <a:cubicBezTo>
                          <a:pt x="137" y="269"/>
                          <a:pt x="153" y="299"/>
                          <a:pt x="180" y="305"/>
                        </a:cubicBezTo>
                        <a:cubicBezTo>
                          <a:pt x="183" y="306"/>
                          <a:pt x="187" y="306"/>
                          <a:pt x="191" y="306"/>
                        </a:cubicBezTo>
                        <a:cubicBezTo>
                          <a:pt x="219" y="306"/>
                          <a:pt x="270" y="291"/>
                          <a:pt x="297" y="251"/>
                        </a:cubicBezTo>
                        <a:cubicBezTo>
                          <a:pt x="314" y="226"/>
                          <a:pt x="359" y="175"/>
                          <a:pt x="359" y="144"/>
                        </a:cubicBezTo>
                        <a:cubicBezTo>
                          <a:pt x="359" y="129"/>
                          <a:pt x="353" y="119"/>
                          <a:pt x="344" y="109"/>
                        </a:cubicBezTo>
                        <a:cubicBezTo>
                          <a:pt x="339" y="104"/>
                          <a:pt x="333" y="99"/>
                          <a:pt x="327" y="94"/>
                        </a:cubicBezTo>
                        <a:cubicBezTo>
                          <a:pt x="312" y="82"/>
                          <a:pt x="296" y="71"/>
                          <a:pt x="286" y="53"/>
                        </a:cubicBezTo>
                        <a:cubicBezTo>
                          <a:pt x="266" y="19"/>
                          <a:pt x="233" y="1"/>
                          <a:pt x="202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01" y="0"/>
                          <a:pt x="201" y="0"/>
                          <a:pt x="200" y="0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15" name="Google Shape;4715;p22"/>
                  <p:cNvSpPr/>
                  <p:nvPr/>
                </p:nvSpPr>
                <p:spPr>
                  <a:xfrm>
                    <a:off x="-219862" y="4064338"/>
                    <a:ext cx="763588" cy="742950"/>
                  </a:xfrm>
                  <a:custGeom>
                    <a:rect b="b" l="l" r="r" t="t"/>
                    <a:pathLst>
                      <a:path extrusionOk="0" h="197" w="203">
                        <a:moveTo>
                          <a:pt x="203" y="98"/>
                        </a:moveTo>
                        <a:cubicBezTo>
                          <a:pt x="203" y="125"/>
                          <a:pt x="184" y="148"/>
                          <a:pt x="163" y="166"/>
                        </a:cubicBezTo>
                        <a:cubicBezTo>
                          <a:pt x="144" y="183"/>
                          <a:pt x="125" y="197"/>
                          <a:pt x="98" y="197"/>
                        </a:cubicBezTo>
                        <a:cubicBezTo>
                          <a:pt x="40" y="197"/>
                          <a:pt x="0" y="175"/>
                          <a:pt x="0" y="124"/>
                        </a:cubicBezTo>
                        <a:cubicBezTo>
                          <a:pt x="0" y="95"/>
                          <a:pt x="1" y="69"/>
                          <a:pt x="23" y="47"/>
                        </a:cubicBezTo>
                        <a:cubicBezTo>
                          <a:pt x="39" y="29"/>
                          <a:pt x="72" y="21"/>
                          <a:pt x="98" y="11"/>
                        </a:cubicBezTo>
                        <a:cubicBezTo>
                          <a:pt x="129" y="0"/>
                          <a:pt x="156" y="27"/>
                          <a:pt x="176" y="51"/>
                        </a:cubicBezTo>
                        <a:cubicBezTo>
                          <a:pt x="192" y="69"/>
                          <a:pt x="203" y="76"/>
                          <a:pt x="203" y="98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16" name="Google Shape;4716;p22"/>
                  <p:cNvSpPr/>
                  <p:nvPr/>
                </p:nvSpPr>
                <p:spPr>
                  <a:xfrm>
                    <a:off x="-130962" y="4259600"/>
                    <a:ext cx="523875" cy="403225"/>
                  </a:xfrm>
                  <a:custGeom>
                    <a:rect b="b" l="l" r="r" t="t"/>
                    <a:pathLst>
                      <a:path extrusionOk="0" h="107" w="139">
                        <a:moveTo>
                          <a:pt x="33" y="74"/>
                        </a:moveTo>
                        <a:cubicBezTo>
                          <a:pt x="33" y="74"/>
                          <a:pt x="33" y="74"/>
                          <a:pt x="33" y="74"/>
                        </a:cubicBezTo>
                        <a:cubicBezTo>
                          <a:pt x="35" y="74"/>
                          <a:pt x="37" y="75"/>
                          <a:pt x="38" y="76"/>
                        </a:cubicBezTo>
                        <a:cubicBezTo>
                          <a:pt x="39" y="77"/>
                          <a:pt x="39" y="78"/>
                          <a:pt x="39" y="79"/>
                        </a:cubicBezTo>
                        <a:cubicBezTo>
                          <a:pt x="39" y="82"/>
                          <a:pt x="36" y="84"/>
                          <a:pt x="33" y="84"/>
                        </a:cubicBezTo>
                        <a:cubicBezTo>
                          <a:pt x="33" y="84"/>
                          <a:pt x="33" y="84"/>
                          <a:pt x="33" y="84"/>
                        </a:cubicBezTo>
                        <a:cubicBezTo>
                          <a:pt x="33" y="84"/>
                          <a:pt x="32" y="84"/>
                          <a:pt x="32" y="84"/>
                        </a:cubicBezTo>
                        <a:cubicBezTo>
                          <a:pt x="30" y="84"/>
                          <a:pt x="27" y="82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8"/>
                          <a:pt x="27" y="78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9" y="75"/>
                          <a:pt x="30" y="74"/>
                          <a:pt x="32" y="74"/>
                        </a:cubicBezTo>
                        <a:cubicBezTo>
                          <a:pt x="32" y="74"/>
                          <a:pt x="33" y="74"/>
                          <a:pt x="33" y="74"/>
                        </a:cubicBezTo>
                        <a:moveTo>
                          <a:pt x="79" y="87"/>
                        </a:moveTo>
                        <a:cubicBezTo>
                          <a:pt x="56" y="87"/>
                          <a:pt x="30" y="80"/>
                          <a:pt x="30" y="55"/>
                        </a:cubicBezTo>
                        <a:cubicBezTo>
                          <a:pt x="30" y="30"/>
                          <a:pt x="60" y="11"/>
                          <a:pt x="83" y="11"/>
                        </a:cubicBezTo>
                        <a:cubicBezTo>
                          <a:pt x="105" y="11"/>
                          <a:pt x="126" y="15"/>
                          <a:pt x="126" y="40"/>
                        </a:cubicBezTo>
                        <a:cubicBezTo>
                          <a:pt x="126" y="65"/>
                          <a:pt x="101" y="87"/>
                          <a:pt x="79" y="87"/>
                        </a:cubicBezTo>
                        <a:moveTo>
                          <a:pt x="76" y="0"/>
                        </a:moveTo>
                        <a:cubicBezTo>
                          <a:pt x="44" y="0"/>
                          <a:pt x="0" y="27"/>
                          <a:pt x="0" y="62"/>
                        </a:cubicBezTo>
                        <a:cubicBezTo>
                          <a:pt x="0" y="98"/>
                          <a:pt x="38" y="107"/>
                          <a:pt x="70" y="107"/>
                        </a:cubicBezTo>
                        <a:cubicBezTo>
                          <a:pt x="102" y="107"/>
                          <a:pt x="139" y="76"/>
                          <a:pt x="139" y="41"/>
                        </a:cubicBezTo>
                        <a:cubicBezTo>
                          <a:pt x="139" y="5"/>
                          <a:pt x="108" y="0"/>
                          <a:pt x="76" y="0"/>
                        </a:cubicBezTo>
                      </a:path>
                    </a:pathLst>
                  </a:custGeom>
                  <a:solidFill>
                    <a:schemeClr val="accent3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17" name="Google Shape;4717;p22"/>
                  <p:cNvSpPr/>
                  <p:nvPr/>
                </p:nvSpPr>
                <p:spPr>
                  <a:xfrm>
                    <a:off x="-16662" y="4300875"/>
                    <a:ext cx="361950" cy="287338"/>
                  </a:xfrm>
                  <a:custGeom>
                    <a:rect b="b" l="l" r="r" t="t"/>
                    <a:pathLst>
                      <a:path extrusionOk="0" h="76" w="96">
                        <a:moveTo>
                          <a:pt x="74" y="31"/>
                        </a:moveTo>
                        <a:cubicBezTo>
                          <a:pt x="74" y="31"/>
                          <a:pt x="74" y="31"/>
                          <a:pt x="75" y="31"/>
                        </a:cubicBezTo>
                        <a:cubicBezTo>
                          <a:pt x="79" y="31"/>
                          <a:pt x="84" y="33"/>
                          <a:pt x="87" y="36"/>
                        </a:cubicBezTo>
                        <a:cubicBezTo>
                          <a:pt x="89" y="38"/>
                          <a:pt x="91" y="40"/>
                          <a:pt x="91" y="43"/>
                        </a:cubicBezTo>
                        <a:cubicBezTo>
                          <a:pt x="91" y="51"/>
                          <a:pt x="83" y="57"/>
                          <a:pt x="75" y="57"/>
                        </a:cubicBezTo>
                        <a:cubicBezTo>
                          <a:pt x="74" y="57"/>
                          <a:pt x="74" y="57"/>
                          <a:pt x="73" y="57"/>
                        </a:cubicBezTo>
                        <a:cubicBezTo>
                          <a:pt x="73" y="57"/>
                          <a:pt x="73" y="57"/>
                          <a:pt x="73" y="57"/>
                        </a:cubicBezTo>
                        <a:cubicBezTo>
                          <a:pt x="65" y="57"/>
                          <a:pt x="60" y="51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2"/>
                          <a:pt x="60" y="40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3" y="34"/>
                          <a:pt x="68" y="31"/>
                          <a:pt x="73" y="31"/>
                        </a:cubicBezTo>
                        <a:cubicBezTo>
                          <a:pt x="73" y="31"/>
                          <a:pt x="73" y="31"/>
                          <a:pt x="74" y="31"/>
                        </a:cubicBezTo>
                        <a:moveTo>
                          <a:pt x="25" y="24"/>
                        </a:moveTo>
                        <a:cubicBezTo>
                          <a:pt x="25" y="24"/>
                          <a:pt x="25" y="24"/>
                          <a:pt x="26" y="24"/>
                        </a:cubicBezTo>
                        <a:cubicBezTo>
                          <a:pt x="29" y="24"/>
                          <a:pt x="32" y="25"/>
                          <a:pt x="34" y="27"/>
                        </a:cubicBezTo>
                        <a:cubicBezTo>
                          <a:pt x="35" y="29"/>
                          <a:pt x="36" y="30"/>
                          <a:pt x="36" y="32"/>
                        </a:cubicBezTo>
                        <a:cubicBezTo>
                          <a:pt x="36" y="37"/>
                          <a:pt x="31" y="41"/>
                          <a:pt x="26" y="41"/>
                        </a:cubicBezTo>
                        <a:cubicBezTo>
                          <a:pt x="25" y="41"/>
                          <a:pt x="25" y="41"/>
                          <a:pt x="25" y="41"/>
                        </a:cubicBezTo>
                        <a:cubicBezTo>
                          <a:pt x="25" y="41"/>
                          <a:pt x="25" y="41"/>
                          <a:pt x="24" y="41"/>
                        </a:cubicBezTo>
                        <a:cubicBezTo>
                          <a:pt x="20" y="41"/>
                          <a:pt x="16" y="37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1"/>
                          <a:pt x="17" y="30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8" y="26"/>
                          <a:pt x="21" y="24"/>
                          <a:pt x="24" y="24"/>
                        </a:cubicBezTo>
                        <a:cubicBezTo>
                          <a:pt x="25" y="24"/>
                          <a:pt x="25" y="24"/>
                          <a:pt x="25" y="24"/>
                        </a:cubicBezTo>
                        <a:moveTo>
                          <a:pt x="53" y="0"/>
                        </a:moveTo>
                        <a:cubicBezTo>
                          <a:pt x="30" y="0"/>
                          <a:pt x="0" y="19"/>
                          <a:pt x="0" y="44"/>
                        </a:cubicBezTo>
                        <a:cubicBezTo>
                          <a:pt x="0" y="69"/>
                          <a:pt x="26" y="76"/>
                          <a:pt x="49" y="76"/>
                        </a:cubicBezTo>
                        <a:cubicBezTo>
                          <a:pt x="71" y="76"/>
                          <a:pt x="96" y="54"/>
                          <a:pt x="96" y="29"/>
                        </a:cubicBezTo>
                        <a:cubicBezTo>
                          <a:pt x="96" y="4"/>
                          <a:pt x="75" y="0"/>
                          <a:pt x="53" y="0"/>
                        </a:cubicBezTo>
                      </a:path>
                    </a:pathLst>
                  </a:custGeom>
                  <a:solidFill>
                    <a:srgbClr val="191919">
                      <a:alpha val="25000"/>
                    </a:srgbClr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718" name="Google Shape;4718;p22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19" name="Google Shape;4719;p22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rgbClr val="191919">
                    <a:alpha val="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0" name="Google Shape;4720;p22"/>
                <p:cNvSpPr/>
                <p:nvPr/>
              </p:nvSpPr>
              <p:spPr>
                <a:xfrm>
                  <a:off x="638975" y="4546938"/>
                  <a:ext cx="115888" cy="96838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4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19"/>
                        <a:pt x="31" y="12"/>
                      </a:cubicBezTo>
                      <a:cubicBezTo>
                        <a:pt x="31" y="9"/>
                        <a:pt x="30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1" name="Google Shape;4721;p22"/>
                <p:cNvSpPr/>
                <p:nvPr/>
              </p:nvSpPr>
              <p:spPr>
                <a:xfrm>
                  <a:off x="638975" y="4546938"/>
                  <a:ext cx="101600" cy="96838"/>
                </a:xfrm>
                <a:custGeom>
                  <a:rect b="b" l="l" r="r" t="t"/>
                  <a:pathLst>
                    <a:path extrusionOk="0" h="26" w="27">
                      <a:moveTo>
                        <a:pt x="27" y="12"/>
                      </a:moveTo>
                      <a:cubicBezTo>
                        <a:pt x="27" y="19"/>
                        <a:pt x="20" y="26"/>
                        <a:pt x="13" y="26"/>
                      </a:cubicBezTo>
                      <a:cubicBezTo>
                        <a:pt x="6" y="26"/>
                        <a:pt x="0" y="20"/>
                        <a:pt x="0" y="13"/>
                      </a:cubicBezTo>
                      <a:cubicBezTo>
                        <a:pt x="0" y="11"/>
                        <a:pt x="0" y="9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3" y="3"/>
                        <a:pt x="8" y="0"/>
                        <a:pt x="13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2" name="Google Shape;4722;p22"/>
                <p:cNvSpPr/>
                <p:nvPr/>
              </p:nvSpPr>
              <p:spPr>
                <a:xfrm>
                  <a:off x="642150" y="4546938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23" y="8"/>
                      </a:moveTo>
                      <a:cubicBezTo>
                        <a:pt x="23" y="14"/>
                        <a:pt x="17" y="19"/>
                        <a:pt x="11" y="19"/>
                      </a:cubicBezTo>
                      <a:cubicBezTo>
                        <a:pt x="5" y="19"/>
                        <a:pt x="0" y="14"/>
                        <a:pt x="0" y="8"/>
                      </a:cubicBezTo>
                      <a:cubicBezTo>
                        <a:pt x="0" y="8"/>
                        <a:pt x="0" y="8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3"/>
                        <a:pt x="7" y="0"/>
                        <a:pt x="12" y="0"/>
                      </a:cubicBezTo>
                      <a:cubicBezTo>
                        <a:pt x="16" y="0"/>
                        <a:pt x="20" y="2"/>
                        <a:pt x="23" y="5"/>
                      </a:cubicBezTo>
                      <a:cubicBezTo>
                        <a:pt x="23" y="6"/>
                        <a:pt x="23" y="7"/>
                        <a:pt x="23" y="8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3" name="Google Shape;4723;p22"/>
                <p:cNvSpPr/>
                <p:nvPr/>
              </p:nvSpPr>
              <p:spPr>
                <a:xfrm>
                  <a:off x="664375" y="4572338"/>
                  <a:ext cx="348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4" name="Google Shape;4724;p22"/>
                <p:cNvSpPr/>
                <p:nvPr/>
              </p:nvSpPr>
              <p:spPr>
                <a:xfrm>
                  <a:off x="604050" y="440723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0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2"/>
                        <a:pt x="5" y="3"/>
                        <a:pt x="5" y="4"/>
                      </a:cubicBezTo>
                      <a:cubicBezTo>
                        <a:pt x="5" y="6"/>
                        <a:pt x="2" y="8"/>
                        <a:pt x="0" y="9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3" y="9"/>
                        <a:pt x="6" y="6"/>
                        <a:pt x="6" y="4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5" name="Google Shape;4725;p22"/>
                <p:cNvSpPr/>
                <p:nvPr/>
              </p:nvSpPr>
              <p:spPr>
                <a:xfrm>
                  <a:off x="585000" y="440723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4"/>
                      </a:moveTo>
                      <a:cubicBezTo>
                        <a:pt x="10" y="6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4"/>
                      </a:cubicBezTo>
                      <a:cubicBezTo>
                        <a:pt x="0" y="3"/>
                        <a:pt x="0" y="3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3" y="0"/>
                        <a:pt x="5" y="0"/>
                      </a:cubicBezTo>
                      <a:cubicBezTo>
                        <a:pt x="6" y="0"/>
                        <a:pt x="8" y="0"/>
                        <a:pt x="8" y="1"/>
                      </a:cubicBezTo>
                      <a:cubicBezTo>
                        <a:pt x="9" y="2"/>
                        <a:pt x="10" y="3"/>
                        <a:pt x="10" y="4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6" name="Google Shape;4726;p22"/>
                <p:cNvSpPr/>
                <p:nvPr/>
              </p:nvSpPr>
              <p:spPr>
                <a:xfrm>
                  <a:off x="589763" y="4407238"/>
                  <a:ext cx="30163" cy="22225"/>
                </a:xfrm>
                <a:custGeom>
                  <a:rect b="b" l="l" r="r" t="t"/>
                  <a:pathLst>
                    <a:path extrusionOk="0" h="6" w="8">
                      <a:moveTo>
                        <a:pt x="8" y="2"/>
                      </a:moveTo>
                      <a:cubicBezTo>
                        <a:pt x="8" y="4"/>
                        <a:pt x="6" y="6"/>
                        <a:pt x="3" y="6"/>
                      </a:cubicBezTo>
                      <a:cubicBezTo>
                        <a:pt x="1" y="6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5" y="0"/>
                        <a:pt x="7" y="0"/>
                        <a:pt x="7" y="1"/>
                      </a:cubicBezTo>
                      <a:cubicBezTo>
                        <a:pt x="8" y="2"/>
                        <a:pt x="8" y="2"/>
                        <a:pt x="8" y="2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7" name="Google Shape;4727;p22"/>
                <p:cNvSpPr/>
                <p:nvPr/>
              </p:nvSpPr>
              <p:spPr>
                <a:xfrm>
                  <a:off x="597700" y="4415175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8" name="Google Shape;4728;p22"/>
                <p:cNvSpPr/>
                <p:nvPr/>
              </p:nvSpPr>
              <p:spPr>
                <a:xfrm>
                  <a:off x="272263" y="4889838"/>
                  <a:ext cx="42862" cy="60325"/>
                </a:xfrm>
                <a:custGeom>
                  <a:rect b="b" l="l" r="r" t="t"/>
                  <a:pathLst>
                    <a:path extrusionOk="0" h="16" w="1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5" y="16"/>
                        <a:pt x="11" y="12"/>
                        <a:pt x="11" y="8"/>
                      </a:cubicBezTo>
                      <a:cubicBezTo>
                        <a:pt x="11" y="6"/>
                        <a:pt x="10" y="4"/>
                        <a:pt x="8" y="3"/>
                      </a:cubicBezTo>
                      <a:cubicBezTo>
                        <a:pt x="6" y="1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9" name="Google Shape;4729;p22"/>
                <p:cNvSpPr/>
                <p:nvPr/>
              </p:nvSpPr>
              <p:spPr>
                <a:xfrm>
                  <a:off x="238925" y="4889838"/>
                  <a:ext cx="63500" cy="60325"/>
                </a:xfrm>
                <a:custGeom>
                  <a:rect b="b" l="l" r="r" t="t"/>
                  <a:pathLst>
                    <a:path extrusionOk="0" h="16" w="17">
                      <a:moveTo>
                        <a:pt x="17" y="8"/>
                      </a:moveTo>
                      <a:cubicBezTo>
                        <a:pt x="17" y="12"/>
                        <a:pt x="12" y="16"/>
                        <a:pt x="8" y="16"/>
                      </a:cubicBezTo>
                      <a:cubicBezTo>
                        <a:pt x="3" y="16"/>
                        <a:pt x="0" y="13"/>
                        <a:pt x="0" y="8"/>
                      </a:cubicBezTo>
                      <a:cubicBezTo>
                        <a:pt x="0" y="7"/>
                        <a:pt x="0" y="6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1" y="0"/>
                        <a:pt x="13" y="1"/>
                        <a:pt x="15" y="3"/>
                      </a:cubicBezTo>
                      <a:cubicBezTo>
                        <a:pt x="16" y="4"/>
                        <a:pt x="17" y="6"/>
                        <a:pt x="17" y="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0" name="Google Shape;4730;p22"/>
                <p:cNvSpPr/>
                <p:nvPr/>
              </p:nvSpPr>
              <p:spPr>
                <a:xfrm>
                  <a:off x="242100" y="4889838"/>
                  <a:ext cx="53975" cy="44450"/>
                </a:xfrm>
                <a:custGeom>
                  <a:rect b="b" l="l" r="r" t="t"/>
                  <a:pathLst>
                    <a:path extrusionOk="0" h="12" w="14">
                      <a:moveTo>
                        <a:pt x="14" y="5"/>
                      </a:moveTo>
                      <a:cubicBezTo>
                        <a:pt x="14" y="9"/>
                        <a:pt x="10" y="12"/>
                        <a:pt x="7" y="12"/>
                      </a:cubicBezTo>
                      <a:cubicBezTo>
                        <a:pt x="3" y="12"/>
                        <a:pt x="0" y="9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4" y="4"/>
                        <a:pt x="14" y="4"/>
                        <a:pt x="14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1" name="Google Shape;4731;p22"/>
                <p:cNvSpPr/>
                <p:nvPr/>
              </p:nvSpPr>
              <p:spPr>
                <a:xfrm>
                  <a:off x="254800" y="4904125"/>
                  <a:ext cx="22200" cy="237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2" name="Google Shape;4732;p22"/>
                <p:cNvSpPr/>
                <p:nvPr/>
              </p:nvSpPr>
              <p:spPr>
                <a:xfrm>
                  <a:off x="-315112" y="4470738"/>
                  <a:ext cx="60325" cy="87312"/>
                </a:xfrm>
                <a:custGeom>
                  <a:rect b="b" l="l" r="r" t="t"/>
                  <a:pathLst>
                    <a:path extrusionOk="0" h="23" w="16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4" y="0"/>
                        <a:pt x="7" y="1"/>
                        <a:pt x="9" y="4"/>
                      </a:cubicBezTo>
                      <a:cubicBezTo>
                        <a:pt x="9" y="4"/>
                        <a:pt x="9" y="4"/>
                        <a:pt x="9" y="4"/>
                      </a:cubicBezTo>
                      <a:cubicBezTo>
                        <a:pt x="11" y="6"/>
                        <a:pt x="12" y="8"/>
                        <a:pt x="12" y="11"/>
                      </a:cubicBezTo>
                      <a:cubicBezTo>
                        <a:pt x="12" y="17"/>
                        <a:pt x="6" y="22"/>
                        <a:pt x="0" y="23"/>
                      </a:cubicBezTo>
                      <a:cubicBezTo>
                        <a:pt x="1" y="23"/>
                        <a:pt x="1" y="23"/>
                        <a:pt x="1" y="23"/>
                      </a:cubicBezTo>
                      <a:cubicBezTo>
                        <a:pt x="9" y="23"/>
                        <a:pt x="16" y="17"/>
                        <a:pt x="16" y="11"/>
                      </a:cubicBezTo>
                      <a:cubicBezTo>
                        <a:pt x="16" y="8"/>
                        <a:pt x="15" y="6"/>
                        <a:pt x="12" y="4"/>
                      </a:cubicBezTo>
                      <a:cubicBezTo>
                        <a:pt x="10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3" name="Google Shape;4733;p22"/>
                <p:cNvSpPr/>
                <p:nvPr/>
              </p:nvSpPr>
              <p:spPr>
                <a:xfrm>
                  <a:off x="-359562" y="4470738"/>
                  <a:ext cx="90488" cy="87312"/>
                </a:xfrm>
                <a:custGeom>
                  <a:rect b="b" l="l" r="r" t="t"/>
                  <a:pathLst>
                    <a:path extrusionOk="0" h="23" w="24">
                      <a:moveTo>
                        <a:pt x="24" y="11"/>
                      </a:moveTo>
                      <a:cubicBezTo>
                        <a:pt x="24" y="17"/>
                        <a:pt x="18" y="23"/>
                        <a:pt x="11" y="23"/>
                      </a:cubicBezTo>
                      <a:cubicBezTo>
                        <a:pt x="5" y="23"/>
                        <a:pt x="0" y="18"/>
                        <a:pt x="0" y="11"/>
                      </a:cubicBezTo>
                      <a:cubicBezTo>
                        <a:pt x="0" y="9"/>
                        <a:pt x="0" y="8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3" y="2"/>
                        <a:pt x="7" y="0"/>
                        <a:pt x="11" y="0"/>
                      </a:cubicBezTo>
                      <a:cubicBezTo>
                        <a:pt x="15" y="0"/>
                        <a:pt x="19" y="1"/>
                        <a:pt x="21" y="4"/>
                      </a:cubicBezTo>
                      <a:cubicBezTo>
                        <a:pt x="23" y="6"/>
                        <a:pt x="24" y="8"/>
                        <a:pt x="24" y="1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4" name="Google Shape;4734;p22"/>
                <p:cNvSpPr/>
                <p:nvPr/>
              </p:nvSpPr>
              <p:spPr>
                <a:xfrm>
                  <a:off x="-356387" y="4470738"/>
                  <a:ext cx="79375" cy="65088"/>
                </a:xfrm>
                <a:custGeom>
                  <a:rect b="b" l="l" r="r" t="t"/>
                  <a:pathLst>
                    <a:path extrusionOk="0" h="17" w="21">
                      <a:moveTo>
                        <a:pt x="21" y="7"/>
                      </a:moveTo>
                      <a:cubicBezTo>
                        <a:pt x="21" y="12"/>
                        <a:pt x="15" y="17"/>
                        <a:pt x="10" y="17"/>
                      </a:cubicBezTo>
                      <a:cubicBezTo>
                        <a:pt x="5" y="17"/>
                        <a:pt x="0" y="12"/>
                        <a:pt x="0" y="7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2" y="2"/>
                        <a:pt x="6" y="0"/>
                        <a:pt x="10" y="0"/>
                      </a:cubicBezTo>
                      <a:cubicBezTo>
                        <a:pt x="14" y="0"/>
                        <a:pt x="18" y="1"/>
                        <a:pt x="20" y="4"/>
                      </a:cubicBezTo>
                      <a:cubicBezTo>
                        <a:pt x="21" y="5"/>
                        <a:pt x="21" y="6"/>
                        <a:pt x="21" y="7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5" name="Google Shape;4735;p22"/>
                <p:cNvSpPr/>
                <p:nvPr/>
              </p:nvSpPr>
              <p:spPr>
                <a:xfrm>
                  <a:off x="-337337" y="4492963"/>
                  <a:ext cx="33300" cy="270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6" name="Google Shape;4736;p22"/>
                <p:cNvSpPr/>
                <p:nvPr/>
              </p:nvSpPr>
              <p:spPr>
                <a:xfrm>
                  <a:off x="-345275" y="4365963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6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5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7" name="Google Shape;4737;p22"/>
                <p:cNvSpPr/>
                <p:nvPr/>
              </p:nvSpPr>
              <p:spPr>
                <a:xfrm>
                  <a:off x="-375437" y="4365963"/>
                  <a:ext cx="60325" cy="60325"/>
                </a:xfrm>
                <a:custGeom>
                  <a:rect b="b" l="l" r="r" t="t"/>
                  <a:pathLst>
                    <a:path extrusionOk="0" h="16" w="16">
                      <a:moveTo>
                        <a:pt x="16" y="7"/>
                      </a:moveTo>
                      <a:cubicBezTo>
                        <a:pt x="16" y="12"/>
                        <a:pt x="12" y="16"/>
                        <a:pt x="8" y="16"/>
                      </a:cubicBezTo>
                      <a:cubicBezTo>
                        <a:pt x="3" y="16"/>
                        <a:pt x="0" y="12"/>
                        <a:pt x="0" y="8"/>
                      </a:cubicBezTo>
                      <a:cubicBezTo>
                        <a:pt x="0" y="6"/>
                        <a:pt x="0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3" y="1"/>
                        <a:pt x="14" y="3"/>
                      </a:cubicBezTo>
                      <a:cubicBezTo>
                        <a:pt x="16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8" name="Google Shape;4738;p22"/>
                <p:cNvSpPr/>
                <p:nvPr/>
              </p:nvSpPr>
              <p:spPr>
                <a:xfrm>
                  <a:off x="-370675" y="4365963"/>
                  <a:ext cx="52388" cy="41275"/>
                </a:xfrm>
                <a:custGeom>
                  <a:rect b="b" l="l" r="r" t="t"/>
                  <a:pathLst>
                    <a:path extrusionOk="0" h="11" w="14">
                      <a:moveTo>
                        <a:pt x="14" y="4"/>
                      </a:moveTo>
                      <a:cubicBezTo>
                        <a:pt x="14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2" y="1"/>
                        <a:pt x="13" y="3"/>
                      </a:cubicBezTo>
                      <a:cubicBezTo>
                        <a:pt x="14" y="3"/>
                        <a:pt x="14" y="4"/>
                        <a:pt x="14" y="4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9" name="Google Shape;4739;p22"/>
                <p:cNvSpPr/>
                <p:nvPr/>
              </p:nvSpPr>
              <p:spPr>
                <a:xfrm>
                  <a:off x="-307175" y="428658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1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7"/>
                        <a:pt x="3" y="9"/>
                        <a:pt x="0" y="9"/>
                      </a:cubicBezTo>
                      <a:cubicBezTo>
                        <a:pt x="0" y="9"/>
                        <a:pt x="1" y="9"/>
                        <a:pt x="1" y="9"/>
                      </a:cubicBezTo>
                      <a:cubicBezTo>
                        <a:pt x="4" y="9"/>
                        <a:pt x="6" y="7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0" name="Google Shape;4740;p22"/>
                <p:cNvSpPr/>
                <p:nvPr/>
              </p:nvSpPr>
              <p:spPr>
                <a:xfrm>
                  <a:off x="-326225" y="428658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5"/>
                      </a:moveTo>
                      <a:cubicBezTo>
                        <a:pt x="10" y="7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5"/>
                      </a:cubicBezTo>
                      <a:cubicBezTo>
                        <a:pt x="0" y="4"/>
                        <a:pt x="1" y="4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1"/>
                        <a:pt x="3" y="0"/>
                        <a:pt x="5" y="0"/>
                      </a:cubicBezTo>
                      <a:cubicBezTo>
                        <a:pt x="6" y="0"/>
                        <a:pt x="8" y="1"/>
                        <a:pt x="9" y="2"/>
                      </a:cubicBezTo>
                      <a:cubicBezTo>
                        <a:pt x="9" y="3"/>
                        <a:pt x="10" y="4"/>
                        <a:pt x="10" y="5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1" name="Google Shape;4741;p22"/>
                <p:cNvSpPr/>
                <p:nvPr/>
              </p:nvSpPr>
              <p:spPr>
                <a:xfrm>
                  <a:off x="-323050" y="4286588"/>
                  <a:ext cx="30163" cy="25400"/>
                </a:xfrm>
                <a:custGeom>
                  <a:rect b="b" l="l" r="r" t="t"/>
                  <a:pathLst>
                    <a:path extrusionOk="0" h="7" w="8">
                      <a:moveTo>
                        <a:pt x="8" y="3"/>
                      </a:moveTo>
                      <a:cubicBezTo>
                        <a:pt x="8" y="5"/>
                        <a:pt x="6" y="7"/>
                        <a:pt x="4" y="7"/>
                      </a:cubicBezTo>
                      <a:cubicBezTo>
                        <a:pt x="2" y="7"/>
                        <a:pt x="0" y="5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5" y="0"/>
                        <a:pt x="7" y="1"/>
                        <a:pt x="8" y="2"/>
                      </a:cubicBezTo>
                      <a:cubicBezTo>
                        <a:pt x="8" y="2"/>
                        <a:pt x="8" y="3"/>
                        <a:pt x="8" y="3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2" name="Google Shape;4742;p22"/>
                <p:cNvSpPr/>
                <p:nvPr/>
              </p:nvSpPr>
              <p:spPr>
                <a:xfrm>
                  <a:off x="-315112" y="4297700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3" name="Google Shape;4743;p22"/>
                <p:cNvSpPr/>
                <p:nvPr/>
              </p:nvSpPr>
              <p:spPr>
                <a:xfrm>
                  <a:off x="-70637" y="4070688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5"/>
                      </a:cubicBezTo>
                      <a:cubicBezTo>
                        <a:pt x="0" y="15"/>
                        <a:pt x="0" y="15"/>
                        <a:pt x="1" y="15"/>
                      </a:cubicBezTo>
                      <a:cubicBezTo>
                        <a:pt x="5" y="15"/>
                        <a:pt x="10" y="11"/>
                        <a:pt x="10" y="7"/>
                      </a:cubicBezTo>
                      <a:cubicBezTo>
                        <a:pt x="10" y="5"/>
                        <a:pt x="9" y="4"/>
                        <a:pt x="8" y="3"/>
                      </a:cubicBezTo>
                      <a:cubicBezTo>
                        <a:pt x="6" y="1"/>
                        <a:pt x="3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4" name="Google Shape;4744;p22"/>
                <p:cNvSpPr/>
                <p:nvPr/>
              </p:nvSpPr>
              <p:spPr>
                <a:xfrm>
                  <a:off x="-100800" y="4070688"/>
                  <a:ext cx="60325" cy="57150"/>
                </a:xfrm>
                <a:custGeom>
                  <a:rect b="b" l="l" r="r" t="t"/>
                  <a:pathLst>
                    <a:path extrusionOk="0" h="15" w="16">
                      <a:moveTo>
                        <a:pt x="16" y="7"/>
                      </a:moveTo>
                      <a:cubicBezTo>
                        <a:pt x="16" y="11"/>
                        <a:pt x="12" y="15"/>
                        <a:pt x="8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ubicBezTo>
                        <a:pt x="0" y="6"/>
                        <a:pt x="1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5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5" name="Google Shape;4745;p22"/>
                <p:cNvSpPr/>
                <p:nvPr/>
              </p:nvSpPr>
              <p:spPr>
                <a:xfrm>
                  <a:off x="-96037" y="4070688"/>
                  <a:ext cx="49213" cy="42862"/>
                </a:xfrm>
                <a:custGeom>
                  <a:rect b="b" l="l" r="r" t="t"/>
                  <a:pathLst>
                    <a:path extrusionOk="0" h="11" w="13">
                      <a:moveTo>
                        <a:pt x="13" y="5"/>
                      </a:moveTo>
                      <a:cubicBezTo>
                        <a:pt x="13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1" y="1"/>
                        <a:pt x="13" y="3"/>
                      </a:cubicBezTo>
                      <a:cubicBezTo>
                        <a:pt x="13" y="3"/>
                        <a:pt x="13" y="4"/>
                        <a:pt x="13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6" name="Google Shape;4746;p22"/>
                <p:cNvSpPr/>
                <p:nvPr/>
              </p:nvSpPr>
              <p:spPr>
                <a:xfrm>
                  <a:off x="-84925" y="4086563"/>
                  <a:ext cx="19200" cy="192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7" name="Google Shape;4747;p22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8" name="Google Shape;4748;p22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9" name="Google Shape;4749;p22"/>
                <p:cNvSpPr/>
                <p:nvPr/>
              </p:nvSpPr>
              <p:spPr>
                <a:xfrm>
                  <a:off x="208763" y="4418350"/>
                  <a:ext cx="117475" cy="98425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3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20"/>
                        <a:pt x="31" y="12"/>
                      </a:cubicBezTo>
                      <a:cubicBezTo>
                        <a:pt x="31" y="9"/>
                        <a:pt x="29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0" name="Google Shape;4750;p22"/>
                <p:cNvSpPr/>
                <p:nvPr/>
              </p:nvSpPr>
              <p:spPr>
                <a:xfrm>
                  <a:off x="208763" y="4445338"/>
                  <a:ext cx="49213" cy="71437"/>
                </a:xfrm>
                <a:custGeom>
                  <a:rect b="b" l="l" r="r" t="t"/>
                  <a:pathLst>
                    <a:path extrusionOk="0" h="19" w="13">
                      <a:moveTo>
                        <a:pt x="0" y="6"/>
                      </a:moveTo>
                      <a:cubicBezTo>
                        <a:pt x="0" y="13"/>
                        <a:pt x="5" y="19"/>
                        <a:pt x="13" y="19"/>
                      </a:cubicBezTo>
                      <a:cubicBezTo>
                        <a:pt x="13" y="19"/>
                        <a:pt x="13" y="19"/>
                        <a:pt x="13" y="19"/>
                      </a:cubicBezTo>
                      <a:cubicBezTo>
                        <a:pt x="6" y="18"/>
                        <a:pt x="0" y="13"/>
                        <a:pt x="0" y="6"/>
                      </a:cubicBezTo>
                      <a:moveTo>
                        <a:pt x="1" y="0"/>
                      </a:moveTo>
                      <a:cubicBezTo>
                        <a:pt x="0" y="2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4"/>
                        <a:pt x="0" y="2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1" name="Google Shape;4751;p22"/>
                <p:cNvSpPr/>
                <p:nvPr/>
              </p:nvSpPr>
              <p:spPr>
                <a:xfrm>
                  <a:off x="208763" y="4437400"/>
                  <a:ext cx="101600" cy="79375"/>
                </a:xfrm>
                <a:custGeom>
                  <a:rect b="b" l="l" r="r" t="t"/>
                  <a:pathLst>
                    <a:path extrusionOk="0" h="21" w="27">
                      <a:moveTo>
                        <a:pt x="24" y="0"/>
                      </a:moveTo>
                      <a:cubicBezTo>
                        <a:pt x="24" y="1"/>
                        <a:pt x="24" y="2"/>
                        <a:pt x="24" y="3"/>
                      </a:cubicBezTo>
                      <a:cubicBezTo>
                        <a:pt x="24" y="9"/>
                        <a:pt x="18" y="14"/>
                        <a:pt x="12" y="14"/>
                      </a:cubicBezTo>
                      <a:cubicBezTo>
                        <a:pt x="6" y="14"/>
                        <a:pt x="1" y="9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4"/>
                        <a:pt x="0" y="6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5"/>
                        <a:pt x="6" y="20"/>
                        <a:pt x="13" y="21"/>
                      </a:cubicBezTo>
                      <a:cubicBezTo>
                        <a:pt x="20" y="20"/>
                        <a:pt x="27" y="14"/>
                        <a:pt x="27" y="7"/>
                      </a:cubicBezTo>
                      <a:cubicBezTo>
                        <a:pt x="27" y="4"/>
                        <a:pt x="26" y="2"/>
                        <a:pt x="24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2" name="Google Shape;4752;p22"/>
                <p:cNvSpPr/>
                <p:nvPr/>
              </p:nvSpPr>
              <p:spPr>
                <a:xfrm>
                  <a:off x="211938" y="4418350"/>
                  <a:ext cx="49213" cy="30163"/>
                </a:xfrm>
                <a:custGeom>
                  <a:rect b="b" l="l" r="r" t="t"/>
                  <a:pathLst>
                    <a:path extrusionOk="0" h="8" w="13">
                      <a:moveTo>
                        <a:pt x="12" y="0"/>
                      </a:moveTo>
                      <a:cubicBezTo>
                        <a:pt x="7" y="0"/>
                        <a:pt x="2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3" y="3"/>
                        <a:pt x="7" y="1"/>
                        <a:pt x="13" y="0"/>
                      </a:cubicBezTo>
                      <a:cubicBezTo>
                        <a:pt x="12" y="0"/>
                        <a:pt x="12" y="0"/>
                        <a:pt x="12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3" name="Google Shape;4753;p22"/>
                <p:cNvSpPr/>
                <p:nvPr/>
              </p:nvSpPr>
              <p:spPr>
                <a:xfrm>
                  <a:off x="211938" y="4418350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10" y="15"/>
                      </a:moveTo>
                      <a:cubicBezTo>
                        <a:pt x="8" y="15"/>
                        <a:pt x="5" y="13"/>
                        <a:pt x="5" y="11"/>
                      </a:cubicBezTo>
                      <a:cubicBezTo>
                        <a:pt x="5" y="9"/>
                        <a:pt x="8" y="7"/>
                        <a:pt x="10" y="7"/>
                      </a:cubicBezTo>
                      <a:cubicBezTo>
                        <a:pt x="13" y="7"/>
                        <a:pt x="15" y="9"/>
                        <a:pt x="15" y="11"/>
                      </a:cubicBezTo>
                      <a:cubicBezTo>
                        <a:pt x="15" y="13"/>
                        <a:pt x="13" y="15"/>
                        <a:pt x="10" y="15"/>
                      </a:cubicBezTo>
                      <a:moveTo>
                        <a:pt x="13" y="0"/>
                      </a:moveTo>
                      <a:cubicBezTo>
                        <a:pt x="7" y="1"/>
                        <a:pt x="3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4"/>
                        <a:pt x="5" y="19"/>
                        <a:pt x="11" y="19"/>
                      </a:cubicBezTo>
                      <a:cubicBezTo>
                        <a:pt x="17" y="19"/>
                        <a:pt x="23" y="14"/>
                        <a:pt x="23" y="8"/>
                      </a:cubicBezTo>
                      <a:cubicBezTo>
                        <a:pt x="23" y="7"/>
                        <a:pt x="23" y="6"/>
                        <a:pt x="23" y="5"/>
                      </a:cubicBezTo>
                      <a:cubicBezTo>
                        <a:pt x="23" y="5"/>
                        <a:pt x="23" y="5"/>
                        <a:pt x="23" y="5"/>
                      </a:cubicBezTo>
                      <a:cubicBezTo>
                        <a:pt x="20" y="2"/>
                        <a:pt x="16" y="0"/>
                        <a:pt x="13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4" name="Google Shape;4754;p22"/>
                <p:cNvSpPr/>
                <p:nvPr/>
              </p:nvSpPr>
              <p:spPr>
                <a:xfrm>
                  <a:off x="230988" y="4445338"/>
                  <a:ext cx="381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5" name="Google Shape;4755;p22"/>
                <p:cNvSpPr/>
                <p:nvPr/>
              </p:nvSpPr>
              <p:spPr>
                <a:xfrm>
                  <a:off x="77000" y="4391363"/>
                  <a:ext cx="41275" cy="65088"/>
                </a:xfrm>
                <a:custGeom>
                  <a:rect b="b" l="l" r="r" t="t"/>
                  <a:pathLst>
                    <a:path extrusionOk="0" h="17" w="1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1"/>
                        <a:pt x="5" y="2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5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7"/>
                      </a:cubicBezTo>
                      <a:cubicBezTo>
                        <a:pt x="0" y="17"/>
                        <a:pt x="0" y="17"/>
                        <a:pt x="1" y="17"/>
                      </a:cubicBezTo>
                      <a:cubicBezTo>
                        <a:pt x="6" y="17"/>
                        <a:pt x="11" y="13"/>
                        <a:pt x="11" y="8"/>
                      </a:cubicBezTo>
                      <a:cubicBezTo>
                        <a:pt x="11" y="6"/>
                        <a:pt x="10" y="5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6" name="Google Shape;4756;p22"/>
                <p:cNvSpPr/>
                <p:nvPr/>
              </p:nvSpPr>
              <p:spPr>
                <a:xfrm>
                  <a:off x="43663" y="4410413"/>
                  <a:ext cx="33338" cy="46037"/>
                </a:xfrm>
                <a:custGeom>
                  <a:rect b="b" l="l" r="r" t="t"/>
                  <a:pathLst>
                    <a:path extrusionOk="0" h="12" w="9">
                      <a:moveTo>
                        <a:pt x="0" y="4"/>
                      </a:moveTo>
                      <a:cubicBezTo>
                        <a:pt x="0" y="8"/>
                        <a:pt x="4" y="12"/>
                        <a:pt x="8" y="12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4" y="11"/>
                        <a:pt x="0" y="8"/>
                        <a:pt x="0" y="4"/>
                      </a:cubicBezTo>
                      <a:moveTo>
                        <a:pt x="1" y="0"/>
                      </a:moveTo>
                      <a:cubicBezTo>
                        <a:pt x="1" y="1"/>
                        <a:pt x="0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7" name="Google Shape;4757;p22"/>
                <p:cNvSpPr/>
                <p:nvPr/>
              </p:nvSpPr>
              <p:spPr>
                <a:xfrm>
                  <a:off x="43663" y="4402475"/>
                  <a:ext cx="63500" cy="53975"/>
                </a:xfrm>
                <a:custGeom>
                  <a:rect b="b" l="l" r="r" t="t"/>
                  <a:pathLst>
                    <a:path extrusionOk="0" h="14" w="17">
                      <a:moveTo>
                        <a:pt x="15" y="0"/>
                      </a:moveTo>
                      <a:cubicBezTo>
                        <a:pt x="16" y="1"/>
                        <a:pt x="16" y="2"/>
                        <a:pt x="16" y="2"/>
                      </a:cubicBezTo>
                      <a:cubicBezTo>
                        <a:pt x="16" y="6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0"/>
                        <a:pt x="4" y="13"/>
                        <a:pt x="9" y="14"/>
                      </a:cubicBezTo>
                      <a:cubicBezTo>
                        <a:pt x="13" y="13"/>
                        <a:pt x="17" y="9"/>
                        <a:pt x="17" y="5"/>
                      </a:cubicBezTo>
                      <a:cubicBezTo>
                        <a:pt x="17" y="3"/>
                        <a:pt x="17" y="2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8" name="Google Shape;4758;p22"/>
                <p:cNvSpPr/>
                <p:nvPr/>
              </p:nvSpPr>
              <p:spPr>
                <a:xfrm>
                  <a:off x="46838" y="4391363"/>
                  <a:ext cx="30163" cy="19050"/>
                </a:xfrm>
                <a:custGeom>
                  <a:rect b="b" l="l" r="r" t="t"/>
                  <a:pathLst>
                    <a:path extrusionOk="0" h="5" w="8">
                      <a:moveTo>
                        <a:pt x="7" y="0"/>
                      </a:moveTo>
                      <a:cubicBezTo>
                        <a:pt x="4" y="0"/>
                        <a:pt x="1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2" y="2"/>
                        <a:pt x="5" y="1"/>
                        <a:pt x="8" y="0"/>
                      </a:cubicBezTo>
                      <a:cubicBezTo>
                        <a:pt x="8" y="0"/>
                        <a:pt x="8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9" name="Google Shape;4759;p22"/>
                <p:cNvSpPr/>
                <p:nvPr/>
              </p:nvSpPr>
              <p:spPr>
                <a:xfrm>
                  <a:off x="46838" y="4391363"/>
                  <a:ext cx="57150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10"/>
                      </a:move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5"/>
                        <a:pt x="7" y="5"/>
                      </a:cubicBezTo>
                      <a:cubicBezTo>
                        <a:pt x="8" y="5"/>
                        <a:pt x="10" y="6"/>
                        <a:pt x="10" y="7"/>
                      </a:cubicBezTo>
                      <a:cubicBezTo>
                        <a:pt x="10" y="9"/>
                        <a:pt x="8" y="10"/>
                        <a:pt x="7" y="10"/>
                      </a:cubicBezTo>
                      <a:moveTo>
                        <a:pt x="8" y="0"/>
                      </a:moveTo>
                      <a:cubicBezTo>
                        <a:pt x="5" y="1"/>
                        <a:pt x="2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9"/>
                        <a:pt x="15" y="5"/>
                      </a:cubicBezTo>
                      <a:cubicBezTo>
                        <a:pt x="15" y="5"/>
                        <a:pt x="15" y="4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0" y="1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0" name="Google Shape;4760;p22"/>
                <p:cNvSpPr/>
                <p:nvPr/>
              </p:nvSpPr>
              <p:spPr>
                <a:xfrm>
                  <a:off x="62713" y="441041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1" name="Google Shape;4761;p22"/>
                <p:cNvSpPr/>
                <p:nvPr/>
              </p:nvSpPr>
              <p:spPr>
                <a:xfrm>
                  <a:off x="299250" y="4229438"/>
                  <a:ext cx="79375" cy="60325"/>
                </a:xfrm>
                <a:custGeom>
                  <a:rect b="b" l="l" r="r" t="t"/>
                  <a:pathLst>
                    <a:path extrusionOk="0" h="16" w="21">
                      <a:moveTo>
                        <a:pt x="19" y="0"/>
                      </a:moveTo>
                      <a:cubicBezTo>
                        <a:pt x="19" y="0"/>
                        <a:pt x="19" y="1"/>
                        <a:pt x="19" y="2"/>
                      </a:cubicBezTo>
                      <a:cubicBezTo>
                        <a:pt x="19" y="7"/>
                        <a:pt x="15" y="11"/>
                        <a:pt x="10" y="11"/>
                      </a:cubicBezTo>
                      <a:cubicBezTo>
                        <a:pt x="5" y="11"/>
                        <a:pt x="1" y="7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5" y="16"/>
                        <a:pt x="11" y="16"/>
                      </a:cubicBezTo>
                      <a:cubicBezTo>
                        <a:pt x="16" y="16"/>
                        <a:pt x="21" y="11"/>
                        <a:pt x="21" y="6"/>
                      </a:cubicBezTo>
                      <a:cubicBezTo>
                        <a:pt x="21" y="3"/>
                        <a:pt x="20" y="1"/>
                        <a:pt x="19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2" name="Google Shape;4762;p22"/>
                <p:cNvSpPr/>
                <p:nvPr/>
              </p:nvSpPr>
              <p:spPr>
                <a:xfrm>
                  <a:off x="302425" y="4215150"/>
                  <a:ext cx="68262" cy="55563"/>
                </a:xfrm>
                <a:custGeom>
                  <a:rect b="b" l="l" r="r" t="t"/>
                  <a:pathLst>
                    <a:path extrusionOk="0" h="15" w="18">
                      <a:moveTo>
                        <a:pt x="8" y="12"/>
                      </a:moveTo>
                      <a:cubicBezTo>
                        <a:pt x="6" y="12"/>
                        <a:pt x="4" y="10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0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6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8" y="11"/>
                        <a:pt x="18" y="6"/>
                      </a:cubicBezTo>
                      <a:cubicBezTo>
                        <a:pt x="18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2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3" name="Google Shape;4763;p22"/>
                <p:cNvSpPr/>
                <p:nvPr/>
              </p:nvSpPr>
              <p:spPr>
                <a:xfrm>
                  <a:off x="318300" y="4234200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4" name="Google Shape;4764;p22"/>
                <p:cNvSpPr/>
                <p:nvPr/>
              </p:nvSpPr>
              <p:spPr>
                <a:xfrm>
                  <a:off x="340525" y="4215150"/>
                  <a:ext cx="52388" cy="74613"/>
                </a:xfrm>
                <a:custGeom>
                  <a:rect b="b" l="l" r="r" t="t"/>
                  <a:pathLst>
                    <a:path extrusionOk="0" h="20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2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9" y="5"/>
                        <a:pt x="10" y="7"/>
                        <a:pt x="10" y="10"/>
                      </a:cubicBezTo>
                      <a:cubicBezTo>
                        <a:pt x="10" y="15"/>
                        <a:pt x="5" y="20"/>
                        <a:pt x="0" y="20"/>
                      </a:cubicBezTo>
                      <a:cubicBezTo>
                        <a:pt x="0" y="20"/>
                        <a:pt x="0" y="20"/>
                        <a:pt x="1" y="20"/>
                      </a:cubicBezTo>
                      <a:cubicBezTo>
                        <a:pt x="7" y="20"/>
                        <a:pt x="14" y="15"/>
                        <a:pt x="14" y="10"/>
                      </a:cubicBezTo>
                      <a:cubicBezTo>
                        <a:pt x="14" y="7"/>
                        <a:pt x="12" y="5"/>
                        <a:pt x="11" y="4"/>
                      </a:cubicBezTo>
                      <a:cubicBezTo>
                        <a:pt x="8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5" name="Google Shape;4765;p22"/>
                <p:cNvSpPr/>
                <p:nvPr/>
              </p:nvSpPr>
              <p:spPr>
                <a:xfrm>
                  <a:off x="-5550" y="4539000"/>
                  <a:ext cx="22225" cy="3810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8"/>
                        <a:pt x="2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3" y="10"/>
                        <a:pt x="6" y="8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6" name="Google Shape;4766;p22"/>
                <p:cNvSpPr/>
                <p:nvPr/>
              </p:nvSpPr>
              <p:spPr>
                <a:xfrm>
                  <a:off x="-27775" y="4546938"/>
                  <a:ext cx="41275" cy="30163"/>
                </a:xfrm>
                <a:custGeom>
                  <a:rect b="b" l="l" r="r" t="t"/>
                  <a:pathLst>
                    <a:path extrusionOk="0" h="8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7" y="6"/>
                        <a:pt x="5" y="6"/>
                      </a:cubicBezTo>
                      <a:cubicBezTo>
                        <a:pt x="3" y="6"/>
                        <a:pt x="1" y="4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3" y="8"/>
                        <a:pt x="6" y="8"/>
                      </a:cubicBezTo>
                      <a:cubicBezTo>
                        <a:pt x="8" y="8"/>
                        <a:pt x="11" y="6"/>
                        <a:pt x="11" y="3"/>
                      </a:cubicBezTo>
                      <a:cubicBezTo>
                        <a:pt x="11" y="2"/>
                        <a:pt x="10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7" name="Google Shape;4767;p22"/>
                <p:cNvSpPr/>
                <p:nvPr/>
              </p:nvSpPr>
              <p:spPr>
                <a:xfrm>
                  <a:off x="-24600" y="4539000"/>
                  <a:ext cx="33338" cy="30163"/>
                </a:xfrm>
                <a:custGeom>
                  <a:rect b="b" l="l" r="r" t="t"/>
                  <a:pathLst>
                    <a:path extrusionOk="0" h="8" w="9">
                      <a:moveTo>
                        <a:pt x="4" y="6"/>
                      </a:moveTo>
                      <a:cubicBezTo>
                        <a:pt x="3" y="6"/>
                        <a:pt x="2" y="5"/>
                        <a:pt x="2" y="4"/>
                      </a:cubicBezTo>
                      <a:cubicBezTo>
                        <a:pt x="2" y="4"/>
                        <a:pt x="3" y="3"/>
                        <a:pt x="4" y="3"/>
                      </a:cubicBezTo>
                      <a:cubicBezTo>
                        <a:pt x="5" y="3"/>
                        <a:pt x="6" y="4"/>
                        <a:pt x="6" y="4"/>
                      </a:cubicBezTo>
                      <a:cubicBezTo>
                        <a:pt x="6" y="5"/>
                        <a:pt x="5" y="6"/>
                        <a:pt x="4" y="6"/>
                      </a:cubicBezTo>
                      <a:moveTo>
                        <a:pt x="5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6" y="8"/>
                        <a:pt x="9" y="6"/>
                        <a:pt x="9" y="3"/>
                      </a:cubicBezTo>
                      <a:cubicBezTo>
                        <a:pt x="9" y="3"/>
                        <a:pt x="9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8" y="1"/>
                        <a:pt x="6" y="0"/>
                        <a:pt x="5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8" name="Google Shape;4768;p22"/>
                <p:cNvSpPr/>
                <p:nvPr/>
              </p:nvSpPr>
              <p:spPr>
                <a:xfrm>
                  <a:off x="-16662" y="455011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9" name="Google Shape;4769;p22"/>
                <p:cNvSpPr/>
                <p:nvPr/>
              </p:nvSpPr>
              <p:spPr>
                <a:xfrm>
                  <a:off x="-107150" y="4311988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9" y="6"/>
                        <a:pt x="9" y="7"/>
                      </a:cubicBezTo>
                      <a:cubicBezTo>
                        <a:pt x="9" y="12"/>
                        <a:pt x="4" y="16"/>
                        <a:pt x="0" y="16"/>
                      </a:cubicBezTo>
                      <a:cubicBezTo>
                        <a:pt x="0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6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0" name="Google Shape;4770;p22"/>
                <p:cNvSpPr/>
                <p:nvPr/>
              </p:nvSpPr>
              <p:spPr>
                <a:xfrm>
                  <a:off x="-142075" y="4324688"/>
                  <a:ext cx="68262" cy="47625"/>
                </a:xfrm>
                <a:custGeom>
                  <a:rect b="b" l="l" r="r" t="t"/>
                  <a:pathLst>
                    <a:path extrusionOk="0" h="13" w="18">
                      <a:moveTo>
                        <a:pt x="15" y="0"/>
                      </a:moveTo>
                      <a:cubicBezTo>
                        <a:pt x="16" y="0"/>
                        <a:pt x="16" y="1"/>
                        <a:pt x="16" y="1"/>
                      </a:cubicBezTo>
                      <a:cubicBezTo>
                        <a:pt x="16" y="5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0" y="4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4" y="13"/>
                        <a:pt x="9" y="13"/>
                      </a:cubicBezTo>
                      <a:cubicBezTo>
                        <a:pt x="13" y="13"/>
                        <a:pt x="18" y="9"/>
                        <a:pt x="18" y="4"/>
                      </a:cubicBezTo>
                      <a:cubicBezTo>
                        <a:pt x="18" y="3"/>
                        <a:pt x="17" y="1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1" name="Google Shape;4771;p22"/>
                <p:cNvSpPr/>
                <p:nvPr/>
              </p:nvSpPr>
              <p:spPr>
                <a:xfrm>
                  <a:off x="-137312" y="4311988"/>
                  <a:ext cx="55563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9"/>
                      </a:moveTo>
                      <a:cubicBezTo>
                        <a:pt x="5" y="9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8" y="4"/>
                        <a:pt x="10" y="5"/>
                        <a:pt x="10" y="7"/>
                      </a:cubicBezTo>
                      <a:cubicBezTo>
                        <a:pt x="10" y="8"/>
                        <a:pt x="8" y="9"/>
                        <a:pt x="7" y="9"/>
                      </a:cubicBezTo>
                      <a:moveTo>
                        <a:pt x="8" y="0"/>
                      </a:moveTo>
                      <a:cubicBezTo>
                        <a:pt x="5" y="0"/>
                        <a:pt x="2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8"/>
                        <a:pt x="15" y="4"/>
                      </a:cubicBezTo>
                      <a:cubicBezTo>
                        <a:pt x="15" y="4"/>
                        <a:pt x="15" y="3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1"/>
                        <a:pt x="11" y="0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2" name="Google Shape;4772;p22"/>
                <p:cNvSpPr/>
                <p:nvPr/>
              </p:nvSpPr>
              <p:spPr>
                <a:xfrm>
                  <a:off x="-123025" y="432786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3" name="Google Shape;4773;p22"/>
                <p:cNvSpPr/>
                <p:nvPr/>
              </p:nvSpPr>
              <p:spPr>
                <a:xfrm>
                  <a:off x="-24600" y="4215150"/>
                  <a:ext cx="26988" cy="41275"/>
                </a:xfrm>
                <a:custGeom>
                  <a:rect b="b" l="l" r="r" t="t"/>
                  <a:pathLst>
                    <a:path extrusionOk="0" h="11" w="7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3"/>
                        <a:pt x="5" y="4"/>
                        <a:pt x="5" y="5"/>
                      </a:cubicBezTo>
                      <a:cubicBezTo>
                        <a:pt x="5" y="8"/>
                        <a:pt x="2" y="11"/>
                        <a:pt x="0" y="1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4" y="11"/>
                        <a:pt x="7" y="8"/>
                        <a:pt x="7" y="5"/>
                      </a:cubicBezTo>
                      <a:cubicBezTo>
                        <a:pt x="7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4" name="Google Shape;4774;p22"/>
                <p:cNvSpPr/>
                <p:nvPr/>
              </p:nvSpPr>
              <p:spPr>
                <a:xfrm>
                  <a:off x="-46825" y="4221500"/>
                  <a:ext cx="41275" cy="34925"/>
                </a:xfrm>
                <a:custGeom>
                  <a:rect b="b" l="l" r="r" t="t"/>
                  <a:pathLst>
                    <a:path extrusionOk="0" h="9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8" y="6"/>
                        <a:pt x="5" y="6"/>
                      </a:cubicBezTo>
                      <a:cubicBezTo>
                        <a:pt x="2" y="6"/>
                        <a:pt x="0" y="4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9"/>
                        <a:pt x="6" y="9"/>
                      </a:cubicBezTo>
                      <a:cubicBezTo>
                        <a:pt x="8" y="9"/>
                        <a:pt x="11" y="6"/>
                        <a:pt x="11" y="3"/>
                      </a:cubicBezTo>
                      <a:cubicBezTo>
                        <a:pt x="11" y="2"/>
                        <a:pt x="11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5" name="Google Shape;4775;p22"/>
                <p:cNvSpPr/>
                <p:nvPr/>
              </p:nvSpPr>
              <p:spPr>
                <a:xfrm>
                  <a:off x="-46825" y="4215150"/>
                  <a:ext cx="36513" cy="30163"/>
                </a:xfrm>
                <a:custGeom>
                  <a:rect b="b" l="l" r="r" t="t"/>
                  <a:pathLst>
                    <a:path extrusionOk="0" h="8" w="10">
                      <a:moveTo>
                        <a:pt x="5" y="6"/>
                      </a:moveTo>
                      <a:cubicBezTo>
                        <a:pt x="4" y="6"/>
                        <a:pt x="3" y="5"/>
                        <a:pt x="3" y="4"/>
                      </a:cubicBezTo>
                      <a:cubicBezTo>
                        <a:pt x="3" y="4"/>
                        <a:pt x="4" y="3"/>
                        <a:pt x="5" y="3"/>
                      </a:cubicBezTo>
                      <a:cubicBezTo>
                        <a:pt x="6" y="3"/>
                        <a:pt x="7" y="4"/>
                        <a:pt x="7" y="4"/>
                      </a:cubicBezTo>
                      <a:cubicBezTo>
                        <a:pt x="7" y="5"/>
                        <a:pt x="6" y="6"/>
                        <a:pt x="5" y="6"/>
                      </a:cubicBezTo>
                      <a:moveTo>
                        <a:pt x="6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5" y="8"/>
                      </a:cubicBezTo>
                      <a:cubicBezTo>
                        <a:pt x="8" y="8"/>
                        <a:pt x="10" y="6"/>
                        <a:pt x="10" y="3"/>
                      </a:cubicBezTo>
                      <a:cubicBezTo>
                        <a:pt x="10" y="3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9" y="1"/>
                        <a:pt x="7" y="0"/>
                        <a:pt x="6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6" name="Google Shape;4776;p22"/>
                <p:cNvSpPr/>
                <p:nvPr/>
              </p:nvSpPr>
              <p:spPr>
                <a:xfrm>
                  <a:off x="-35712" y="422626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7" name="Google Shape;4777;p22"/>
                <p:cNvSpPr/>
                <p:nvPr/>
              </p:nvSpPr>
              <p:spPr>
                <a:xfrm>
                  <a:off x="219875" y="4154825"/>
                  <a:ext cx="34925" cy="49213"/>
                </a:xfrm>
                <a:custGeom>
                  <a:rect b="b" l="l" r="r" t="t"/>
                  <a:pathLst>
                    <a:path extrusionOk="0" h="13" w="9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3"/>
                        <a:pt x="7" y="4"/>
                        <a:pt x="7" y="6"/>
                      </a:cubicBezTo>
                      <a:cubicBezTo>
                        <a:pt x="7" y="10"/>
                        <a:pt x="3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5" y="13"/>
                        <a:pt x="9" y="10"/>
                        <a:pt x="9" y="6"/>
                      </a:cubicBezTo>
                      <a:cubicBezTo>
                        <a:pt x="9" y="4"/>
                        <a:pt x="8" y="3"/>
                        <a:pt x="7" y="2"/>
                      </a:cubicBezTo>
                      <a:cubicBezTo>
                        <a:pt x="5" y="0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8" name="Google Shape;4778;p22"/>
                <p:cNvSpPr/>
                <p:nvPr/>
              </p:nvSpPr>
              <p:spPr>
                <a:xfrm>
                  <a:off x="194475" y="4161175"/>
                  <a:ext cx="52388" cy="42862"/>
                </a:xfrm>
                <a:custGeom>
                  <a:rect b="b" l="l" r="r" t="t"/>
                  <a:pathLst>
                    <a:path extrusionOk="0" h="11" w="14">
                      <a:moveTo>
                        <a:pt x="12" y="0"/>
                      </a:moveTo>
                      <a:cubicBezTo>
                        <a:pt x="12" y="0"/>
                        <a:pt x="12" y="1"/>
                        <a:pt x="12" y="2"/>
                      </a:cubicBezTo>
                      <a:cubicBezTo>
                        <a:pt x="12" y="5"/>
                        <a:pt x="9" y="8"/>
                        <a:pt x="6" y="8"/>
                      </a:cubicBezTo>
                      <a:cubicBezTo>
                        <a:pt x="3" y="8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8"/>
                        <a:pt x="3" y="11"/>
                        <a:pt x="7" y="11"/>
                      </a:cubicBezTo>
                      <a:cubicBezTo>
                        <a:pt x="10" y="11"/>
                        <a:pt x="14" y="8"/>
                        <a:pt x="14" y="4"/>
                      </a:cubicBezTo>
                      <a:cubicBezTo>
                        <a:pt x="14" y="2"/>
                        <a:pt x="13" y="1"/>
                        <a:pt x="12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9" name="Google Shape;4779;p22"/>
                <p:cNvSpPr/>
                <p:nvPr/>
              </p:nvSpPr>
              <p:spPr>
                <a:xfrm>
                  <a:off x="194475" y="4154825"/>
                  <a:ext cx="44450" cy="36513"/>
                </a:xfrm>
                <a:custGeom>
                  <a:rect b="b" l="l" r="r" t="t"/>
                  <a:pathLst>
                    <a:path extrusionOk="0" h="10" w="12">
                      <a:moveTo>
                        <a:pt x="6" y="7"/>
                      </a:moveTo>
                      <a:cubicBezTo>
                        <a:pt x="4" y="7"/>
                        <a:pt x="3" y="6"/>
                        <a:pt x="3" y="5"/>
                      </a:cubicBezTo>
                      <a:cubicBezTo>
                        <a:pt x="3" y="4"/>
                        <a:pt x="4" y="3"/>
                        <a:pt x="6" y="3"/>
                      </a:cubicBezTo>
                      <a:cubicBezTo>
                        <a:pt x="7" y="3"/>
                        <a:pt x="8" y="4"/>
                        <a:pt x="8" y="5"/>
                      </a:cubicBezTo>
                      <a:cubicBezTo>
                        <a:pt x="8" y="6"/>
                        <a:pt x="7" y="7"/>
                        <a:pt x="6" y="7"/>
                      </a:cubicBezTo>
                      <a:moveTo>
                        <a:pt x="7" y="0"/>
                      </a:moveTo>
                      <a:cubicBezTo>
                        <a:pt x="4" y="0"/>
                        <a:pt x="2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7"/>
                        <a:pt x="3" y="10"/>
                        <a:pt x="6" y="10"/>
                      </a:cubicBezTo>
                      <a:cubicBezTo>
                        <a:pt x="9" y="10"/>
                        <a:pt x="12" y="7"/>
                        <a:pt x="12" y="4"/>
                      </a:cubicBezTo>
                      <a:cubicBezTo>
                        <a:pt x="12" y="3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1" y="1"/>
                        <a:pt x="9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0" name="Google Shape;4780;p22"/>
                <p:cNvSpPr/>
                <p:nvPr/>
              </p:nvSpPr>
              <p:spPr>
                <a:xfrm>
                  <a:off x="205588" y="4165938"/>
                  <a:ext cx="19200" cy="144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1" name="Google Shape;4781;p22"/>
                <p:cNvSpPr/>
                <p:nvPr/>
              </p:nvSpPr>
              <p:spPr>
                <a:xfrm>
                  <a:off x="189713" y="4667588"/>
                  <a:ext cx="52388" cy="79375"/>
                </a:xfrm>
                <a:custGeom>
                  <a:rect b="b" l="l" r="r" t="t"/>
                  <a:pathLst>
                    <a:path extrusionOk="0" h="21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1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10" y="5"/>
                        <a:pt x="11" y="7"/>
                        <a:pt x="11" y="10"/>
                      </a:cubicBezTo>
                      <a:cubicBezTo>
                        <a:pt x="11" y="16"/>
                        <a:pt x="5" y="21"/>
                        <a:pt x="0" y="21"/>
                      </a:cubicBezTo>
                      <a:cubicBezTo>
                        <a:pt x="0" y="21"/>
                        <a:pt x="0" y="21"/>
                        <a:pt x="1" y="21"/>
                      </a:cubicBezTo>
                      <a:cubicBezTo>
                        <a:pt x="7" y="21"/>
                        <a:pt x="14" y="16"/>
                        <a:pt x="14" y="10"/>
                      </a:cubicBezTo>
                      <a:cubicBezTo>
                        <a:pt x="14" y="7"/>
                        <a:pt x="13" y="5"/>
                        <a:pt x="11" y="4"/>
                      </a:cubicBezTo>
                      <a:cubicBezTo>
                        <a:pt x="8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2" name="Google Shape;4782;p22"/>
                <p:cNvSpPr/>
                <p:nvPr/>
              </p:nvSpPr>
              <p:spPr>
                <a:xfrm>
                  <a:off x="145263" y="4681875"/>
                  <a:ext cx="85725" cy="65088"/>
                </a:xfrm>
                <a:custGeom>
                  <a:rect b="b" l="l" r="r" t="t"/>
                  <a:pathLst>
                    <a:path extrusionOk="0" h="17" w="23">
                      <a:moveTo>
                        <a:pt x="20" y="0"/>
                      </a:moveTo>
                      <a:cubicBezTo>
                        <a:pt x="20" y="0"/>
                        <a:pt x="21" y="1"/>
                        <a:pt x="21" y="2"/>
                      </a:cubicBezTo>
                      <a:cubicBezTo>
                        <a:pt x="21" y="7"/>
                        <a:pt x="16" y="11"/>
                        <a:pt x="11" y="11"/>
                      </a:cubicBezTo>
                      <a:cubicBezTo>
                        <a:pt x="6" y="11"/>
                        <a:pt x="2" y="7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2"/>
                        <a:pt x="5" y="17"/>
                        <a:pt x="12" y="17"/>
                      </a:cubicBezTo>
                      <a:cubicBezTo>
                        <a:pt x="17" y="17"/>
                        <a:pt x="23" y="12"/>
                        <a:pt x="23" y="6"/>
                      </a:cubicBezTo>
                      <a:cubicBezTo>
                        <a:pt x="23" y="3"/>
                        <a:pt x="22" y="1"/>
                        <a:pt x="2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3" name="Google Shape;4783;p22"/>
                <p:cNvSpPr/>
                <p:nvPr/>
              </p:nvSpPr>
              <p:spPr>
                <a:xfrm>
                  <a:off x="151613" y="4667588"/>
                  <a:ext cx="73025" cy="55563"/>
                </a:xfrm>
                <a:custGeom>
                  <a:rect b="b" l="l" r="r" t="t"/>
                  <a:pathLst>
                    <a:path extrusionOk="0" h="15" w="19">
                      <a:moveTo>
                        <a:pt x="8" y="12"/>
                      </a:moveTo>
                      <a:cubicBezTo>
                        <a:pt x="6" y="12"/>
                        <a:pt x="4" y="11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1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5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9" y="11"/>
                        <a:pt x="19" y="6"/>
                      </a:cubicBezTo>
                      <a:cubicBezTo>
                        <a:pt x="19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1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4" name="Google Shape;4784;p22"/>
                <p:cNvSpPr/>
                <p:nvPr/>
              </p:nvSpPr>
              <p:spPr>
                <a:xfrm>
                  <a:off x="167488" y="4686638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785" name="Google Shape;4785;p22"/>
              <p:cNvGrpSpPr/>
              <p:nvPr/>
            </p:nvGrpSpPr>
            <p:grpSpPr>
              <a:xfrm rot="1682737">
                <a:off x="8437084" y="1219920"/>
                <a:ext cx="1150126" cy="1399097"/>
                <a:chOff x="7491913" y="372038"/>
                <a:chExt cx="1503363" cy="1828800"/>
              </a:xfrm>
            </p:grpSpPr>
            <p:sp>
              <p:nvSpPr>
                <p:cNvPr id="4786" name="Google Shape;4786;p22"/>
                <p:cNvSpPr/>
                <p:nvPr/>
              </p:nvSpPr>
              <p:spPr>
                <a:xfrm>
                  <a:off x="8117388" y="1383275"/>
                  <a:ext cx="746125" cy="700088"/>
                </a:xfrm>
                <a:custGeom>
                  <a:rect b="b" l="l" r="r" t="t"/>
                  <a:pathLst>
                    <a:path extrusionOk="0" h="186" w="198">
                      <a:moveTo>
                        <a:pt x="12" y="0"/>
                      </a:moveTo>
                      <a:cubicBezTo>
                        <a:pt x="13" y="13"/>
                        <a:pt x="15" y="26"/>
                        <a:pt x="20" y="38"/>
                      </a:cubicBezTo>
                      <a:cubicBezTo>
                        <a:pt x="25" y="50"/>
                        <a:pt x="32" y="61"/>
                        <a:pt x="43" y="67"/>
                      </a:cubicBezTo>
                      <a:cubicBezTo>
                        <a:pt x="54" y="73"/>
                        <a:pt x="68" y="74"/>
                        <a:pt x="81" y="74"/>
                      </a:cubicBezTo>
                      <a:cubicBezTo>
                        <a:pt x="88" y="73"/>
                        <a:pt x="94" y="73"/>
                        <a:pt x="101" y="72"/>
                      </a:cubicBezTo>
                      <a:cubicBezTo>
                        <a:pt x="108" y="72"/>
                        <a:pt x="116" y="72"/>
                        <a:pt x="123" y="74"/>
                      </a:cubicBezTo>
                      <a:cubicBezTo>
                        <a:pt x="127" y="75"/>
                        <a:pt x="130" y="77"/>
                        <a:pt x="133" y="80"/>
                      </a:cubicBezTo>
                      <a:cubicBezTo>
                        <a:pt x="136" y="83"/>
                        <a:pt x="137" y="86"/>
                        <a:pt x="139" y="90"/>
                      </a:cubicBezTo>
                      <a:cubicBezTo>
                        <a:pt x="141" y="97"/>
                        <a:pt x="142" y="104"/>
                        <a:pt x="142" y="111"/>
                      </a:cubicBezTo>
                      <a:cubicBezTo>
                        <a:pt x="143" y="125"/>
                        <a:pt x="142" y="138"/>
                        <a:pt x="142" y="152"/>
                      </a:cubicBezTo>
                      <a:cubicBezTo>
                        <a:pt x="142" y="155"/>
                        <a:pt x="142" y="159"/>
                        <a:pt x="142" y="162"/>
                      </a:cubicBezTo>
                      <a:cubicBezTo>
                        <a:pt x="142" y="166"/>
                        <a:pt x="142" y="169"/>
                        <a:pt x="144" y="172"/>
                      </a:cubicBezTo>
                      <a:cubicBezTo>
                        <a:pt x="144" y="173"/>
                        <a:pt x="144" y="173"/>
                        <a:pt x="145" y="174"/>
                      </a:cubicBezTo>
                      <a:cubicBezTo>
                        <a:pt x="145" y="174"/>
                        <a:pt x="146" y="175"/>
                        <a:pt x="147" y="175"/>
                      </a:cubicBezTo>
                      <a:cubicBezTo>
                        <a:pt x="148" y="176"/>
                        <a:pt x="149" y="177"/>
                        <a:pt x="151" y="178"/>
                      </a:cubicBezTo>
                      <a:cubicBezTo>
                        <a:pt x="154" y="179"/>
                        <a:pt x="157" y="179"/>
                        <a:pt x="160" y="179"/>
                      </a:cubicBezTo>
                      <a:cubicBezTo>
                        <a:pt x="167" y="178"/>
                        <a:pt x="174" y="175"/>
                        <a:pt x="181" y="175"/>
                      </a:cubicBezTo>
                      <a:cubicBezTo>
                        <a:pt x="184" y="175"/>
                        <a:pt x="188" y="177"/>
                        <a:pt x="190" y="178"/>
                      </a:cubicBezTo>
                      <a:cubicBezTo>
                        <a:pt x="193" y="180"/>
                        <a:pt x="196" y="183"/>
                        <a:pt x="198" y="186"/>
                      </a:cubicBezTo>
                      <a:cubicBezTo>
                        <a:pt x="196" y="183"/>
                        <a:pt x="193" y="180"/>
                        <a:pt x="190" y="179"/>
                      </a:cubicBezTo>
                      <a:cubicBezTo>
                        <a:pt x="187" y="177"/>
                        <a:pt x="184" y="176"/>
                        <a:pt x="181" y="176"/>
                      </a:cubicBezTo>
                      <a:cubicBezTo>
                        <a:pt x="174" y="176"/>
                        <a:pt x="167" y="179"/>
                        <a:pt x="161" y="180"/>
                      </a:cubicBezTo>
                      <a:cubicBezTo>
                        <a:pt x="157" y="181"/>
                        <a:pt x="153" y="181"/>
                        <a:pt x="150" y="180"/>
                      </a:cubicBezTo>
                      <a:cubicBezTo>
                        <a:pt x="148" y="179"/>
                        <a:pt x="147" y="178"/>
                        <a:pt x="145" y="177"/>
                      </a:cubicBezTo>
                      <a:cubicBezTo>
                        <a:pt x="145" y="176"/>
                        <a:pt x="144" y="176"/>
                        <a:pt x="143" y="175"/>
                      </a:cubicBezTo>
                      <a:cubicBezTo>
                        <a:pt x="143" y="175"/>
                        <a:pt x="142" y="174"/>
                        <a:pt x="141" y="173"/>
                      </a:cubicBezTo>
                      <a:cubicBezTo>
                        <a:pt x="140" y="169"/>
                        <a:pt x="139" y="166"/>
                        <a:pt x="139" y="162"/>
                      </a:cubicBezTo>
                      <a:cubicBezTo>
                        <a:pt x="139" y="159"/>
                        <a:pt x="139" y="155"/>
                        <a:pt x="139" y="152"/>
                      </a:cubicBezTo>
                      <a:cubicBezTo>
                        <a:pt x="139" y="138"/>
                        <a:pt x="139" y="125"/>
                        <a:pt x="138" y="111"/>
                      </a:cubicBezTo>
                      <a:cubicBezTo>
                        <a:pt x="137" y="104"/>
                        <a:pt x="136" y="98"/>
                        <a:pt x="134" y="92"/>
                      </a:cubicBezTo>
                      <a:cubicBezTo>
                        <a:pt x="132" y="89"/>
                        <a:pt x="131" y="86"/>
                        <a:pt x="129" y="84"/>
                      </a:cubicBezTo>
                      <a:cubicBezTo>
                        <a:pt x="127" y="82"/>
                        <a:pt x="124" y="81"/>
                        <a:pt x="121" y="80"/>
                      </a:cubicBezTo>
                      <a:cubicBezTo>
                        <a:pt x="115" y="78"/>
                        <a:pt x="109" y="79"/>
                        <a:pt x="102" y="79"/>
                      </a:cubicBezTo>
                      <a:cubicBezTo>
                        <a:pt x="95" y="80"/>
                        <a:pt x="88" y="81"/>
                        <a:pt x="81" y="81"/>
                      </a:cubicBezTo>
                      <a:cubicBezTo>
                        <a:pt x="74" y="82"/>
                        <a:pt x="67" y="82"/>
                        <a:pt x="60" y="81"/>
                      </a:cubicBezTo>
                      <a:cubicBezTo>
                        <a:pt x="53" y="81"/>
                        <a:pt x="46" y="79"/>
                        <a:pt x="39" y="75"/>
                      </a:cubicBezTo>
                      <a:cubicBezTo>
                        <a:pt x="32" y="72"/>
                        <a:pt x="26" y="67"/>
                        <a:pt x="21" y="61"/>
                      </a:cubicBezTo>
                      <a:cubicBezTo>
                        <a:pt x="17" y="56"/>
                        <a:pt x="13" y="49"/>
                        <a:pt x="10" y="43"/>
                      </a:cubicBezTo>
                      <a:cubicBezTo>
                        <a:pt x="7" y="36"/>
                        <a:pt x="5" y="29"/>
                        <a:pt x="3" y="22"/>
                      </a:cubicBezTo>
                      <a:cubicBezTo>
                        <a:pt x="2" y="15"/>
                        <a:pt x="0" y="8"/>
                        <a:pt x="0" y="1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7" name="Google Shape;4787;p22"/>
                <p:cNvSpPr/>
                <p:nvPr/>
              </p:nvSpPr>
              <p:spPr>
                <a:xfrm>
                  <a:off x="8234863" y="1394388"/>
                  <a:ext cx="387350" cy="806450"/>
                </a:xfrm>
                <a:custGeom>
                  <a:rect b="b" l="l" r="r" t="t"/>
                  <a:pathLst>
                    <a:path extrusionOk="0" h="214" w="103">
                      <a:moveTo>
                        <a:pt x="13" y="0"/>
                      </a:moveTo>
                      <a:cubicBezTo>
                        <a:pt x="14" y="9"/>
                        <a:pt x="17" y="18"/>
                        <a:pt x="22" y="26"/>
                      </a:cubicBezTo>
                      <a:cubicBezTo>
                        <a:pt x="27" y="35"/>
                        <a:pt x="34" y="43"/>
                        <a:pt x="40" y="50"/>
                      </a:cubicBezTo>
                      <a:cubicBezTo>
                        <a:pt x="44" y="54"/>
                        <a:pt x="47" y="58"/>
                        <a:pt x="50" y="63"/>
                      </a:cubicBezTo>
                      <a:cubicBezTo>
                        <a:pt x="52" y="65"/>
                        <a:pt x="53" y="67"/>
                        <a:pt x="55" y="69"/>
                      </a:cubicBezTo>
                      <a:cubicBezTo>
                        <a:pt x="56" y="71"/>
                        <a:pt x="58" y="74"/>
                        <a:pt x="59" y="76"/>
                      </a:cubicBezTo>
                      <a:cubicBezTo>
                        <a:pt x="63" y="87"/>
                        <a:pt x="63" y="98"/>
                        <a:pt x="63" y="108"/>
                      </a:cubicBezTo>
                      <a:cubicBezTo>
                        <a:pt x="62" y="119"/>
                        <a:pt x="60" y="129"/>
                        <a:pt x="59" y="139"/>
                      </a:cubicBezTo>
                      <a:cubicBezTo>
                        <a:pt x="59" y="144"/>
                        <a:pt x="59" y="149"/>
                        <a:pt x="59" y="154"/>
                      </a:cubicBezTo>
                      <a:cubicBezTo>
                        <a:pt x="59" y="159"/>
                        <a:pt x="60" y="164"/>
                        <a:pt x="62" y="169"/>
                      </a:cubicBezTo>
                      <a:cubicBezTo>
                        <a:pt x="66" y="178"/>
                        <a:pt x="74" y="185"/>
                        <a:pt x="82" y="192"/>
                      </a:cubicBezTo>
                      <a:cubicBezTo>
                        <a:pt x="86" y="195"/>
                        <a:pt x="90" y="198"/>
                        <a:pt x="93" y="202"/>
                      </a:cubicBezTo>
                      <a:cubicBezTo>
                        <a:pt x="97" y="205"/>
                        <a:pt x="100" y="209"/>
                        <a:pt x="103" y="214"/>
                      </a:cubicBezTo>
                      <a:cubicBezTo>
                        <a:pt x="100" y="209"/>
                        <a:pt x="97" y="206"/>
                        <a:pt x="93" y="202"/>
                      </a:cubicBezTo>
                      <a:cubicBezTo>
                        <a:pt x="89" y="199"/>
                        <a:pt x="85" y="196"/>
                        <a:pt x="81" y="193"/>
                      </a:cubicBezTo>
                      <a:cubicBezTo>
                        <a:pt x="73" y="186"/>
                        <a:pt x="64" y="179"/>
                        <a:pt x="60" y="170"/>
                      </a:cubicBezTo>
                      <a:cubicBezTo>
                        <a:pt x="57" y="165"/>
                        <a:pt x="56" y="160"/>
                        <a:pt x="55" y="155"/>
                      </a:cubicBezTo>
                      <a:cubicBezTo>
                        <a:pt x="55" y="149"/>
                        <a:pt x="55" y="144"/>
                        <a:pt x="55" y="139"/>
                      </a:cubicBezTo>
                      <a:cubicBezTo>
                        <a:pt x="55" y="128"/>
                        <a:pt x="56" y="118"/>
                        <a:pt x="56" y="108"/>
                      </a:cubicBezTo>
                      <a:cubicBezTo>
                        <a:pt x="56" y="98"/>
                        <a:pt x="56" y="88"/>
                        <a:pt x="52" y="80"/>
                      </a:cubicBezTo>
                      <a:cubicBezTo>
                        <a:pt x="51" y="77"/>
                        <a:pt x="50" y="76"/>
                        <a:pt x="48" y="74"/>
                      </a:cubicBezTo>
                      <a:cubicBezTo>
                        <a:pt x="47" y="72"/>
                        <a:pt x="45" y="70"/>
                        <a:pt x="43" y="68"/>
                      </a:cubicBezTo>
                      <a:cubicBezTo>
                        <a:pt x="40" y="64"/>
                        <a:pt x="37" y="60"/>
                        <a:pt x="33" y="57"/>
                      </a:cubicBezTo>
                      <a:cubicBezTo>
                        <a:pt x="26" y="49"/>
                        <a:pt x="19" y="41"/>
                        <a:pt x="13" y="32"/>
                      </a:cubicBezTo>
                      <a:cubicBezTo>
                        <a:pt x="7" y="23"/>
                        <a:pt x="3" y="13"/>
                        <a:pt x="0" y="2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8" name="Google Shape;4788;p22"/>
                <p:cNvSpPr/>
                <p:nvPr/>
              </p:nvSpPr>
              <p:spPr>
                <a:xfrm>
                  <a:off x="8292013" y="1295963"/>
                  <a:ext cx="703263" cy="709613"/>
                </a:xfrm>
                <a:custGeom>
                  <a:rect b="b" l="l" r="r" t="t"/>
                  <a:pathLst>
                    <a:path extrusionOk="0" h="188" w="187">
                      <a:moveTo>
                        <a:pt x="10" y="0"/>
                      </a:moveTo>
                      <a:cubicBezTo>
                        <a:pt x="14" y="7"/>
                        <a:pt x="15" y="13"/>
                        <a:pt x="17" y="19"/>
                      </a:cubicBezTo>
                      <a:cubicBezTo>
                        <a:pt x="19" y="25"/>
                        <a:pt x="21" y="30"/>
                        <a:pt x="24" y="35"/>
                      </a:cubicBezTo>
                      <a:cubicBezTo>
                        <a:pt x="27" y="41"/>
                        <a:pt x="30" y="46"/>
                        <a:pt x="34" y="50"/>
                      </a:cubicBezTo>
                      <a:cubicBezTo>
                        <a:pt x="36" y="52"/>
                        <a:pt x="38" y="53"/>
                        <a:pt x="40" y="55"/>
                      </a:cubicBezTo>
                      <a:cubicBezTo>
                        <a:pt x="42" y="56"/>
                        <a:pt x="45" y="57"/>
                        <a:pt x="48" y="58"/>
                      </a:cubicBezTo>
                      <a:cubicBezTo>
                        <a:pt x="59" y="62"/>
                        <a:pt x="71" y="62"/>
                        <a:pt x="84" y="63"/>
                      </a:cubicBezTo>
                      <a:cubicBezTo>
                        <a:pt x="90" y="63"/>
                        <a:pt x="96" y="64"/>
                        <a:pt x="103" y="65"/>
                      </a:cubicBezTo>
                      <a:cubicBezTo>
                        <a:pt x="106" y="65"/>
                        <a:pt x="109" y="66"/>
                        <a:pt x="112" y="67"/>
                      </a:cubicBezTo>
                      <a:cubicBezTo>
                        <a:pt x="116" y="68"/>
                        <a:pt x="119" y="70"/>
                        <a:pt x="121" y="73"/>
                      </a:cubicBezTo>
                      <a:cubicBezTo>
                        <a:pt x="123" y="76"/>
                        <a:pt x="125" y="79"/>
                        <a:pt x="127" y="82"/>
                      </a:cubicBezTo>
                      <a:cubicBezTo>
                        <a:pt x="128" y="85"/>
                        <a:pt x="129" y="88"/>
                        <a:pt x="130" y="91"/>
                      </a:cubicBezTo>
                      <a:cubicBezTo>
                        <a:pt x="132" y="97"/>
                        <a:pt x="133" y="104"/>
                        <a:pt x="134" y="110"/>
                      </a:cubicBezTo>
                      <a:cubicBezTo>
                        <a:pt x="135" y="113"/>
                        <a:pt x="136" y="116"/>
                        <a:pt x="137" y="118"/>
                      </a:cubicBezTo>
                      <a:cubicBezTo>
                        <a:pt x="138" y="121"/>
                        <a:pt x="139" y="124"/>
                        <a:pt x="140" y="127"/>
                      </a:cubicBezTo>
                      <a:cubicBezTo>
                        <a:pt x="141" y="129"/>
                        <a:pt x="143" y="131"/>
                        <a:pt x="146" y="132"/>
                      </a:cubicBezTo>
                      <a:cubicBezTo>
                        <a:pt x="148" y="134"/>
                        <a:pt x="151" y="134"/>
                        <a:pt x="154" y="134"/>
                      </a:cubicBezTo>
                      <a:cubicBezTo>
                        <a:pt x="161" y="135"/>
                        <a:pt x="167" y="135"/>
                        <a:pt x="173" y="138"/>
                      </a:cubicBezTo>
                      <a:cubicBezTo>
                        <a:pt x="175" y="138"/>
                        <a:pt x="176" y="139"/>
                        <a:pt x="177" y="140"/>
                      </a:cubicBezTo>
                      <a:cubicBezTo>
                        <a:pt x="179" y="141"/>
                        <a:pt x="180" y="142"/>
                        <a:pt x="181" y="143"/>
                      </a:cubicBezTo>
                      <a:cubicBezTo>
                        <a:pt x="183" y="144"/>
                        <a:pt x="184" y="146"/>
                        <a:pt x="184" y="148"/>
                      </a:cubicBezTo>
                      <a:cubicBezTo>
                        <a:pt x="184" y="149"/>
                        <a:pt x="184" y="151"/>
                        <a:pt x="184" y="152"/>
                      </a:cubicBezTo>
                      <a:cubicBezTo>
                        <a:pt x="183" y="159"/>
                        <a:pt x="181" y="165"/>
                        <a:pt x="181" y="171"/>
                      </a:cubicBezTo>
                      <a:cubicBezTo>
                        <a:pt x="182" y="177"/>
                        <a:pt x="184" y="183"/>
                        <a:pt x="187" y="188"/>
                      </a:cubicBezTo>
                      <a:cubicBezTo>
                        <a:pt x="184" y="183"/>
                        <a:pt x="181" y="177"/>
                        <a:pt x="181" y="171"/>
                      </a:cubicBezTo>
                      <a:cubicBezTo>
                        <a:pt x="180" y="165"/>
                        <a:pt x="181" y="158"/>
                        <a:pt x="182" y="152"/>
                      </a:cubicBezTo>
                      <a:cubicBezTo>
                        <a:pt x="183" y="149"/>
                        <a:pt x="182" y="146"/>
                        <a:pt x="180" y="144"/>
                      </a:cubicBezTo>
                      <a:cubicBezTo>
                        <a:pt x="179" y="144"/>
                        <a:pt x="178" y="143"/>
                        <a:pt x="176" y="142"/>
                      </a:cubicBezTo>
                      <a:cubicBezTo>
                        <a:pt x="175" y="141"/>
                        <a:pt x="174" y="140"/>
                        <a:pt x="172" y="140"/>
                      </a:cubicBezTo>
                      <a:cubicBezTo>
                        <a:pt x="167" y="138"/>
                        <a:pt x="161" y="138"/>
                        <a:pt x="154" y="137"/>
                      </a:cubicBezTo>
                      <a:cubicBezTo>
                        <a:pt x="151" y="137"/>
                        <a:pt x="148" y="137"/>
                        <a:pt x="144" y="136"/>
                      </a:cubicBezTo>
                      <a:cubicBezTo>
                        <a:pt x="141" y="134"/>
                        <a:pt x="139" y="132"/>
                        <a:pt x="137" y="129"/>
                      </a:cubicBezTo>
                      <a:cubicBezTo>
                        <a:pt x="135" y="126"/>
                        <a:pt x="134" y="123"/>
                        <a:pt x="133" y="120"/>
                      </a:cubicBezTo>
                      <a:cubicBezTo>
                        <a:pt x="132" y="117"/>
                        <a:pt x="131" y="114"/>
                        <a:pt x="130" y="111"/>
                      </a:cubicBezTo>
                      <a:cubicBezTo>
                        <a:pt x="128" y="105"/>
                        <a:pt x="127" y="98"/>
                        <a:pt x="125" y="93"/>
                      </a:cubicBezTo>
                      <a:cubicBezTo>
                        <a:pt x="123" y="87"/>
                        <a:pt x="120" y="82"/>
                        <a:pt x="117" y="77"/>
                      </a:cubicBezTo>
                      <a:cubicBezTo>
                        <a:pt x="113" y="74"/>
                        <a:pt x="108" y="72"/>
                        <a:pt x="102" y="71"/>
                      </a:cubicBezTo>
                      <a:cubicBezTo>
                        <a:pt x="96" y="71"/>
                        <a:pt x="90" y="71"/>
                        <a:pt x="83" y="71"/>
                      </a:cubicBezTo>
                      <a:cubicBezTo>
                        <a:pt x="71" y="70"/>
                        <a:pt x="58" y="71"/>
                        <a:pt x="45" y="67"/>
                      </a:cubicBezTo>
                      <a:cubicBezTo>
                        <a:pt x="42" y="66"/>
                        <a:pt x="38" y="65"/>
                        <a:pt x="35" y="63"/>
                      </a:cubicBezTo>
                      <a:cubicBezTo>
                        <a:pt x="32" y="61"/>
                        <a:pt x="29" y="59"/>
                        <a:pt x="27" y="57"/>
                      </a:cubicBezTo>
                      <a:cubicBezTo>
                        <a:pt x="22" y="52"/>
                        <a:pt x="18" y="46"/>
                        <a:pt x="15" y="41"/>
                      </a:cubicBezTo>
                      <a:cubicBezTo>
                        <a:pt x="11" y="35"/>
                        <a:pt x="9" y="29"/>
                        <a:pt x="7" y="23"/>
                      </a:cubicBezTo>
                      <a:cubicBezTo>
                        <a:pt x="4" y="17"/>
                        <a:pt x="2" y="11"/>
                        <a:pt x="0" y="7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9" name="Google Shape;4789;p22"/>
                <p:cNvSpPr/>
                <p:nvPr/>
              </p:nvSpPr>
              <p:spPr>
                <a:xfrm>
                  <a:off x="8117388" y="1383275"/>
                  <a:ext cx="109537" cy="222250"/>
                </a:xfrm>
                <a:custGeom>
                  <a:rect b="b" l="l" r="r" t="t"/>
                  <a:pathLst>
                    <a:path extrusionOk="0" h="59" w="29">
                      <a:moveTo>
                        <a:pt x="20" y="38"/>
                      </a:moveTo>
                      <a:cubicBezTo>
                        <a:pt x="15" y="26"/>
                        <a:pt x="13" y="13"/>
                        <a:pt x="12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8"/>
                        <a:pt x="2" y="15"/>
                        <a:pt x="3" y="22"/>
                      </a:cubicBezTo>
                      <a:cubicBezTo>
                        <a:pt x="5" y="29"/>
                        <a:pt x="7" y="36"/>
                        <a:pt x="10" y="43"/>
                      </a:cubicBezTo>
                      <a:cubicBezTo>
                        <a:pt x="13" y="48"/>
                        <a:pt x="16" y="54"/>
                        <a:pt x="19" y="59"/>
                      </a:cubicBezTo>
                      <a:cubicBezTo>
                        <a:pt x="23" y="58"/>
                        <a:pt x="26" y="57"/>
                        <a:pt x="29" y="55"/>
                      </a:cubicBezTo>
                      <a:cubicBezTo>
                        <a:pt x="26" y="50"/>
                        <a:pt x="22" y="44"/>
                        <a:pt x="20" y="3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0" name="Google Shape;4790;p22"/>
                <p:cNvSpPr/>
                <p:nvPr/>
              </p:nvSpPr>
              <p:spPr>
                <a:xfrm>
                  <a:off x="8234863" y="1394388"/>
                  <a:ext cx="98425" cy="146050"/>
                </a:xfrm>
                <a:custGeom>
                  <a:rect b="b" l="l" r="r" t="t"/>
                  <a:pathLst>
                    <a:path extrusionOk="0" h="39" w="26">
                      <a:moveTo>
                        <a:pt x="13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3"/>
                        <a:pt x="7" y="23"/>
                        <a:pt x="13" y="32"/>
                      </a:cubicBezTo>
                      <a:cubicBezTo>
                        <a:pt x="15" y="35"/>
                        <a:pt x="16" y="37"/>
                        <a:pt x="18" y="39"/>
                      </a:cubicBezTo>
                      <a:cubicBezTo>
                        <a:pt x="21" y="37"/>
                        <a:pt x="23" y="34"/>
                        <a:pt x="26" y="32"/>
                      </a:cubicBezTo>
                      <a:cubicBezTo>
                        <a:pt x="25" y="30"/>
                        <a:pt x="23" y="28"/>
                        <a:pt x="22" y="26"/>
                      </a:cubicBezTo>
                      <a:cubicBezTo>
                        <a:pt x="17" y="18"/>
                        <a:pt x="14" y="9"/>
                        <a:pt x="13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1" name="Google Shape;4791;p22"/>
                <p:cNvSpPr/>
                <p:nvPr/>
              </p:nvSpPr>
              <p:spPr>
                <a:xfrm>
                  <a:off x="8292013" y="1295963"/>
                  <a:ext cx="96838" cy="180975"/>
                </a:xfrm>
                <a:custGeom>
                  <a:rect b="b" l="l" r="r" t="t"/>
                  <a:pathLst>
                    <a:path extrusionOk="0" h="48" w="26">
                      <a:moveTo>
                        <a:pt x="24" y="35"/>
                      </a:moveTo>
                      <a:cubicBezTo>
                        <a:pt x="21" y="30"/>
                        <a:pt x="19" y="25"/>
                        <a:pt x="17" y="19"/>
                      </a:cubicBezTo>
                      <a:cubicBezTo>
                        <a:pt x="15" y="13"/>
                        <a:pt x="14" y="7"/>
                        <a:pt x="10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11"/>
                        <a:pt x="4" y="17"/>
                        <a:pt x="7" y="23"/>
                      </a:cubicBezTo>
                      <a:cubicBezTo>
                        <a:pt x="9" y="29"/>
                        <a:pt x="11" y="35"/>
                        <a:pt x="15" y="41"/>
                      </a:cubicBezTo>
                      <a:cubicBezTo>
                        <a:pt x="16" y="43"/>
                        <a:pt x="17" y="46"/>
                        <a:pt x="19" y="48"/>
                      </a:cubicBezTo>
                      <a:cubicBezTo>
                        <a:pt x="21" y="45"/>
                        <a:pt x="24" y="42"/>
                        <a:pt x="26" y="38"/>
                      </a:cubicBezTo>
                      <a:cubicBezTo>
                        <a:pt x="25" y="37"/>
                        <a:pt x="25" y="36"/>
                        <a:pt x="24" y="3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2" name="Google Shape;4792;p22"/>
                <p:cNvSpPr/>
                <p:nvPr/>
              </p:nvSpPr>
              <p:spPr>
                <a:xfrm>
                  <a:off x="7801475" y="432363"/>
                  <a:ext cx="82550" cy="169863"/>
                </a:xfrm>
                <a:custGeom>
                  <a:rect b="b" l="l" r="r" t="t"/>
                  <a:pathLst>
                    <a:path extrusionOk="0" h="107" w="52">
                      <a:moveTo>
                        <a:pt x="28" y="107"/>
                      </a:moveTo>
                      <a:lnTo>
                        <a:pt x="0" y="0"/>
                      </a:lnTo>
                      <a:lnTo>
                        <a:pt x="52" y="100"/>
                      </a:lnTo>
                      <a:lnTo>
                        <a:pt x="28" y="10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3" name="Google Shape;4793;p22"/>
                <p:cNvSpPr/>
                <p:nvPr/>
              </p:nvSpPr>
              <p:spPr>
                <a:xfrm>
                  <a:off x="7598275" y="481575"/>
                  <a:ext cx="203200" cy="192088"/>
                </a:xfrm>
                <a:custGeom>
                  <a:rect b="b" l="l" r="r" t="t"/>
                  <a:pathLst>
                    <a:path extrusionOk="0" h="121" w="128">
                      <a:moveTo>
                        <a:pt x="128" y="97"/>
                      </a:moveTo>
                      <a:lnTo>
                        <a:pt x="0" y="0"/>
                      </a:lnTo>
                      <a:lnTo>
                        <a:pt x="116" y="121"/>
                      </a:lnTo>
                      <a:lnTo>
                        <a:pt x="128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4" name="Google Shape;4794;p22"/>
                <p:cNvSpPr/>
                <p:nvPr/>
              </p:nvSpPr>
              <p:spPr>
                <a:xfrm>
                  <a:off x="7620500" y="708588"/>
                  <a:ext cx="123825" cy="52388"/>
                </a:xfrm>
                <a:custGeom>
                  <a:rect b="b" l="l" r="r" t="t"/>
                  <a:pathLst>
                    <a:path extrusionOk="0" h="33" w="78">
                      <a:moveTo>
                        <a:pt x="78" y="11"/>
                      </a:moveTo>
                      <a:lnTo>
                        <a:pt x="0" y="0"/>
                      </a:lnTo>
                      <a:lnTo>
                        <a:pt x="78" y="33"/>
                      </a:lnTo>
                      <a:lnTo>
                        <a:pt x="78" y="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5" name="Google Shape;4795;p22"/>
                <p:cNvSpPr/>
                <p:nvPr/>
              </p:nvSpPr>
              <p:spPr>
                <a:xfrm>
                  <a:off x="7491913" y="835588"/>
                  <a:ext cx="265113" cy="65088"/>
                </a:xfrm>
                <a:custGeom>
                  <a:rect b="b" l="l" r="r" t="t"/>
                  <a:pathLst>
                    <a:path extrusionOk="0" h="41" w="167">
                      <a:moveTo>
                        <a:pt x="159" y="0"/>
                      </a:moveTo>
                      <a:lnTo>
                        <a:pt x="0" y="41"/>
                      </a:lnTo>
                      <a:lnTo>
                        <a:pt x="167" y="26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6" name="Google Shape;4796;p22"/>
                <p:cNvSpPr/>
                <p:nvPr/>
              </p:nvSpPr>
              <p:spPr>
                <a:xfrm>
                  <a:off x="7944350" y="372038"/>
                  <a:ext cx="38100" cy="207963"/>
                </a:xfrm>
                <a:custGeom>
                  <a:rect b="b" l="l" r="r" t="t"/>
                  <a:pathLst>
                    <a:path extrusionOk="0" h="131" w="24">
                      <a:moveTo>
                        <a:pt x="0" y="128"/>
                      </a:moveTo>
                      <a:lnTo>
                        <a:pt x="22" y="0"/>
                      </a:lnTo>
                      <a:lnTo>
                        <a:pt x="24" y="131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7" name="Google Shape;4797;p22"/>
                <p:cNvSpPr/>
                <p:nvPr/>
              </p:nvSpPr>
              <p:spPr>
                <a:xfrm>
                  <a:off x="8057063" y="511738"/>
                  <a:ext cx="169863" cy="196850"/>
                </a:xfrm>
                <a:custGeom>
                  <a:rect b="b" l="l" r="r" t="t"/>
                  <a:pathLst>
                    <a:path extrusionOk="0" h="124" w="107">
                      <a:moveTo>
                        <a:pt x="0" y="97"/>
                      </a:moveTo>
                      <a:lnTo>
                        <a:pt x="107" y="0"/>
                      </a:lnTo>
                      <a:lnTo>
                        <a:pt x="7" y="124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8" name="Google Shape;4798;p22"/>
                <p:cNvSpPr/>
                <p:nvPr/>
              </p:nvSpPr>
              <p:spPr>
                <a:xfrm>
                  <a:off x="8012613" y="541900"/>
                  <a:ext cx="63500" cy="79375"/>
                </a:xfrm>
                <a:custGeom>
                  <a:rect b="b" l="l" r="r" t="t"/>
                  <a:pathLst>
                    <a:path extrusionOk="0" h="50" w="40">
                      <a:moveTo>
                        <a:pt x="0" y="38"/>
                      </a:moveTo>
                      <a:lnTo>
                        <a:pt x="40" y="0"/>
                      </a:lnTo>
                      <a:lnTo>
                        <a:pt x="12" y="5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9" name="Google Shape;4799;p22"/>
                <p:cNvSpPr/>
                <p:nvPr/>
              </p:nvSpPr>
              <p:spPr>
                <a:xfrm>
                  <a:off x="7880850" y="527613"/>
                  <a:ext cx="33338" cy="52388"/>
                </a:xfrm>
                <a:custGeom>
                  <a:rect b="b" l="l" r="r" t="t"/>
                  <a:pathLst>
                    <a:path extrusionOk="0" h="33" w="21">
                      <a:moveTo>
                        <a:pt x="7" y="33"/>
                      </a:moveTo>
                      <a:lnTo>
                        <a:pt x="0" y="0"/>
                      </a:lnTo>
                      <a:lnTo>
                        <a:pt x="21" y="33"/>
                      </a:lnTo>
                      <a:lnTo>
                        <a:pt x="7" y="3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0" name="Google Shape;4800;p22"/>
                <p:cNvSpPr/>
                <p:nvPr/>
              </p:nvSpPr>
              <p:spPr>
                <a:xfrm>
                  <a:off x="8095163" y="695888"/>
                  <a:ext cx="222250" cy="114300"/>
                </a:xfrm>
                <a:custGeom>
                  <a:rect b="b" l="l" r="r" t="t"/>
                  <a:pathLst>
                    <a:path extrusionOk="0" h="72" w="140">
                      <a:moveTo>
                        <a:pt x="0" y="48"/>
                      </a:moveTo>
                      <a:lnTo>
                        <a:pt x="140" y="0"/>
                      </a:lnTo>
                      <a:lnTo>
                        <a:pt x="14" y="72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1" name="Google Shape;4801;p22"/>
                <p:cNvSpPr/>
                <p:nvPr/>
              </p:nvSpPr>
              <p:spPr>
                <a:xfrm>
                  <a:off x="8095163" y="651438"/>
                  <a:ext cx="117475" cy="87313"/>
                </a:xfrm>
                <a:custGeom>
                  <a:rect b="b" l="l" r="r" t="t"/>
                  <a:pathLst>
                    <a:path extrusionOk="0" h="55" w="74">
                      <a:moveTo>
                        <a:pt x="0" y="40"/>
                      </a:moveTo>
                      <a:lnTo>
                        <a:pt x="74" y="0"/>
                      </a:lnTo>
                      <a:lnTo>
                        <a:pt x="5" y="55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2" name="Google Shape;4802;p22"/>
                <p:cNvSpPr/>
                <p:nvPr/>
              </p:nvSpPr>
              <p:spPr>
                <a:xfrm>
                  <a:off x="7688763" y="903850"/>
                  <a:ext cx="90488" cy="41275"/>
                </a:xfrm>
                <a:custGeom>
                  <a:rect b="b" l="l" r="r" t="t"/>
                  <a:pathLst>
                    <a:path extrusionOk="0" h="26" w="57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7" y="21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3" name="Google Shape;4803;p22"/>
                <p:cNvSpPr/>
                <p:nvPr/>
              </p:nvSpPr>
              <p:spPr>
                <a:xfrm>
                  <a:off x="7582400" y="1076888"/>
                  <a:ext cx="260350" cy="174625"/>
                </a:xfrm>
                <a:custGeom>
                  <a:rect b="b" l="l" r="r" t="t"/>
                  <a:pathLst>
                    <a:path extrusionOk="0" h="110" w="164">
                      <a:moveTo>
                        <a:pt x="152" y="0"/>
                      </a:moveTo>
                      <a:lnTo>
                        <a:pt x="0" y="110"/>
                      </a:lnTo>
                      <a:lnTo>
                        <a:pt x="164" y="36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4" name="Google Shape;4804;p22"/>
                <p:cNvSpPr/>
                <p:nvPr/>
              </p:nvSpPr>
              <p:spPr>
                <a:xfrm>
                  <a:off x="7620500" y="986400"/>
                  <a:ext cx="180975" cy="84138"/>
                </a:xfrm>
                <a:custGeom>
                  <a:rect b="b" l="l" r="r" t="t"/>
                  <a:pathLst>
                    <a:path extrusionOk="0" h="53" w="114">
                      <a:moveTo>
                        <a:pt x="114" y="19"/>
                      </a:moveTo>
                      <a:lnTo>
                        <a:pt x="0" y="53"/>
                      </a:lnTo>
                      <a:lnTo>
                        <a:pt x="112" y="0"/>
                      </a:lnTo>
                      <a:lnTo>
                        <a:pt x="114" y="1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5" name="Google Shape;4805;p22"/>
                <p:cNvSpPr/>
                <p:nvPr/>
              </p:nvSpPr>
              <p:spPr>
                <a:xfrm>
                  <a:off x="8155488" y="829238"/>
                  <a:ext cx="98425" cy="90488"/>
                </a:xfrm>
                <a:custGeom>
                  <a:rect b="b" l="l" r="r" t="t"/>
                  <a:pathLst>
                    <a:path extrusionOk="0" h="57" w="62">
                      <a:moveTo>
                        <a:pt x="0" y="42"/>
                      </a:moveTo>
                      <a:lnTo>
                        <a:pt x="62" y="0"/>
                      </a:lnTo>
                      <a:lnTo>
                        <a:pt x="10" y="57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6" name="Google Shape;4806;p22"/>
                <p:cNvSpPr/>
                <p:nvPr/>
              </p:nvSpPr>
              <p:spPr>
                <a:xfrm>
                  <a:off x="8193588" y="862575"/>
                  <a:ext cx="236538" cy="161925"/>
                </a:xfrm>
                <a:custGeom>
                  <a:rect b="b" l="l" r="r" t="t"/>
                  <a:pathLst>
                    <a:path extrusionOk="0" h="102" w="149">
                      <a:moveTo>
                        <a:pt x="0" y="71"/>
                      </a:moveTo>
                      <a:lnTo>
                        <a:pt x="149" y="0"/>
                      </a:lnTo>
                      <a:lnTo>
                        <a:pt x="21" y="102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7" name="Google Shape;4807;p22"/>
                <p:cNvSpPr/>
                <p:nvPr/>
              </p:nvSpPr>
              <p:spPr>
                <a:xfrm>
                  <a:off x="7793538" y="1183250"/>
                  <a:ext cx="98425" cy="38100"/>
                </a:xfrm>
                <a:custGeom>
                  <a:rect b="b" l="l" r="r" t="t"/>
                  <a:pathLst>
                    <a:path extrusionOk="0" h="24" w="62">
                      <a:moveTo>
                        <a:pt x="52" y="0"/>
                      </a:moveTo>
                      <a:lnTo>
                        <a:pt x="0" y="21"/>
                      </a:lnTo>
                      <a:lnTo>
                        <a:pt x="62" y="24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8" name="Google Shape;4808;p22"/>
                <p:cNvSpPr/>
                <p:nvPr/>
              </p:nvSpPr>
              <p:spPr>
                <a:xfrm>
                  <a:off x="7815763" y="1311838"/>
                  <a:ext cx="155575" cy="211138"/>
                </a:xfrm>
                <a:custGeom>
                  <a:rect b="b" l="l" r="r" t="t"/>
                  <a:pathLst>
                    <a:path extrusionOk="0" h="133" w="98">
                      <a:moveTo>
                        <a:pt x="86" y="0"/>
                      </a:moveTo>
                      <a:lnTo>
                        <a:pt x="0" y="133"/>
                      </a:lnTo>
                      <a:lnTo>
                        <a:pt x="98" y="21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9" name="Google Shape;4809;p22"/>
                <p:cNvSpPr/>
                <p:nvPr/>
              </p:nvSpPr>
              <p:spPr>
                <a:xfrm>
                  <a:off x="8284075" y="1032438"/>
                  <a:ext cx="233363" cy="109538"/>
                </a:xfrm>
                <a:custGeom>
                  <a:rect b="b" l="l" r="r" t="t"/>
                  <a:pathLst>
                    <a:path extrusionOk="0" h="69" w="147">
                      <a:moveTo>
                        <a:pt x="0" y="45"/>
                      </a:moveTo>
                      <a:lnTo>
                        <a:pt x="147" y="0"/>
                      </a:lnTo>
                      <a:lnTo>
                        <a:pt x="16" y="69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0" name="Google Shape;4810;p22"/>
                <p:cNvSpPr/>
                <p:nvPr/>
              </p:nvSpPr>
              <p:spPr>
                <a:xfrm>
                  <a:off x="8347575" y="1213413"/>
                  <a:ext cx="161925" cy="52388"/>
                </a:xfrm>
                <a:custGeom>
                  <a:rect b="b" l="l" r="r" t="t"/>
                  <a:pathLst>
                    <a:path extrusionOk="0" h="33" w="102">
                      <a:moveTo>
                        <a:pt x="0" y="24"/>
                      </a:moveTo>
                      <a:lnTo>
                        <a:pt x="102" y="33"/>
                      </a:lnTo>
                      <a:lnTo>
                        <a:pt x="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1" name="Google Shape;4811;p22"/>
                <p:cNvSpPr/>
                <p:nvPr/>
              </p:nvSpPr>
              <p:spPr>
                <a:xfrm>
                  <a:off x="8257088" y="1021325"/>
                  <a:ext cx="82550" cy="66675"/>
                </a:xfrm>
                <a:custGeom>
                  <a:rect b="b" l="l" r="r" t="t"/>
                  <a:pathLst>
                    <a:path extrusionOk="0" h="42" w="52">
                      <a:moveTo>
                        <a:pt x="0" y="31"/>
                      </a:moveTo>
                      <a:lnTo>
                        <a:pt x="52" y="0"/>
                      </a:lnTo>
                      <a:lnTo>
                        <a:pt x="12" y="4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2" name="Google Shape;4812;p22"/>
                <p:cNvSpPr/>
                <p:nvPr/>
              </p:nvSpPr>
              <p:spPr>
                <a:xfrm>
                  <a:off x="7845925" y="1273738"/>
                  <a:ext cx="98425" cy="71438"/>
                </a:xfrm>
                <a:custGeom>
                  <a:rect b="b" l="l" r="r" t="t"/>
                  <a:pathLst>
                    <a:path extrusionOk="0" h="45" w="62">
                      <a:moveTo>
                        <a:pt x="57" y="0"/>
                      </a:moveTo>
                      <a:lnTo>
                        <a:pt x="0" y="45"/>
                      </a:lnTo>
                      <a:lnTo>
                        <a:pt x="62" y="14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3" name="Google Shape;4813;p22"/>
                <p:cNvSpPr/>
                <p:nvPr/>
              </p:nvSpPr>
              <p:spPr>
                <a:xfrm>
                  <a:off x="7922125" y="1386450"/>
                  <a:ext cx="131763" cy="192088"/>
                </a:xfrm>
                <a:custGeom>
                  <a:rect b="b" l="l" r="r" t="t"/>
                  <a:pathLst>
                    <a:path extrusionOk="0" h="121" w="83">
                      <a:moveTo>
                        <a:pt x="62" y="0"/>
                      </a:moveTo>
                      <a:lnTo>
                        <a:pt x="0" y="121"/>
                      </a:lnTo>
                      <a:lnTo>
                        <a:pt x="83" y="12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4" name="Google Shape;4814;p22"/>
                <p:cNvSpPr/>
                <p:nvPr/>
              </p:nvSpPr>
              <p:spPr>
                <a:xfrm>
                  <a:off x="8065000" y="1432488"/>
                  <a:ext cx="38100" cy="66675"/>
                </a:xfrm>
                <a:custGeom>
                  <a:rect b="b" l="l" r="r" t="t"/>
                  <a:pathLst>
                    <a:path extrusionOk="0" h="42" w="24">
                      <a:moveTo>
                        <a:pt x="12" y="0"/>
                      </a:moveTo>
                      <a:lnTo>
                        <a:pt x="0" y="42"/>
                      </a:lnTo>
                      <a:lnTo>
                        <a:pt x="24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5" name="Google Shape;4815;p22"/>
                <p:cNvSpPr/>
                <p:nvPr/>
              </p:nvSpPr>
              <p:spPr>
                <a:xfrm>
                  <a:off x="8325350" y="1081650"/>
                  <a:ext cx="260350" cy="96838"/>
                </a:xfrm>
                <a:custGeom>
                  <a:rect b="b" l="l" r="r" t="t"/>
                  <a:pathLst>
                    <a:path extrusionOk="0" h="61" w="164">
                      <a:moveTo>
                        <a:pt x="0" y="47"/>
                      </a:moveTo>
                      <a:lnTo>
                        <a:pt x="164" y="0"/>
                      </a:lnTo>
                      <a:lnTo>
                        <a:pt x="5" y="61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6" name="Google Shape;4816;p22"/>
                <p:cNvSpPr/>
                <p:nvPr/>
              </p:nvSpPr>
              <p:spPr>
                <a:xfrm>
                  <a:off x="7831638" y="538725"/>
                  <a:ext cx="52388" cy="63500"/>
                </a:xfrm>
                <a:custGeom>
                  <a:rect b="b" l="l" r="r" t="t"/>
                  <a:pathLst>
                    <a:path extrusionOk="0" h="17" w="14">
                      <a:moveTo>
                        <a:pt x="14" y="14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4" y="17"/>
                        <a:pt x="4" y="17"/>
                        <a:pt x="4" y="17"/>
                      </a:cubicBezTo>
                      <a:lnTo>
                        <a:pt x="1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7" name="Google Shape;4817;p22"/>
                <p:cNvSpPr/>
                <p:nvPr/>
              </p:nvSpPr>
              <p:spPr>
                <a:xfrm>
                  <a:off x="7741150" y="605400"/>
                  <a:ext cx="60325" cy="68262"/>
                </a:xfrm>
                <a:custGeom>
                  <a:rect b="b" l="l" r="r" t="t"/>
                  <a:pathLst>
                    <a:path extrusionOk="0" h="18" w="16">
                      <a:moveTo>
                        <a:pt x="16" y="8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2"/>
                        <a:pt x="2" y="5"/>
                        <a:pt x="0" y="7"/>
                      </a:cubicBezTo>
                      <a:cubicBezTo>
                        <a:pt x="11" y="18"/>
                        <a:pt x="11" y="18"/>
                        <a:pt x="11" y="18"/>
                      </a:cubicBezTo>
                      <a:lnTo>
                        <a:pt x="16" y="8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8" name="Google Shape;4818;p22"/>
                <p:cNvSpPr/>
                <p:nvPr/>
              </p:nvSpPr>
              <p:spPr>
                <a:xfrm>
                  <a:off x="7696700" y="719700"/>
                  <a:ext cx="47625" cy="41275"/>
                </a:xfrm>
                <a:custGeom>
                  <a:rect b="b" l="l" r="r" t="t"/>
                  <a:pathLst>
                    <a:path extrusionOk="0" h="11" w="13">
                      <a:moveTo>
                        <a:pt x="13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lnTo>
                        <a:pt x="13" y="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9" name="Google Shape;4819;p22"/>
                <p:cNvSpPr/>
                <p:nvPr/>
              </p:nvSpPr>
              <p:spPr>
                <a:xfrm>
                  <a:off x="7696700" y="835588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3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1" y="9"/>
                        <a:pt x="2" y="12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0" name="Google Shape;4820;p22"/>
                <p:cNvSpPr/>
                <p:nvPr/>
              </p:nvSpPr>
              <p:spPr>
                <a:xfrm>
                  <a:off x="7944350" y="522850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0" y="15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14"/>
                        <a:pt x="0" y="14"/>
                        <a:pt x="0" y="14"/>
                      </a:cubicBezTo>
                      <a:lnTo>
                        <a:pt x="10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1" name="Google Shape;4821;p22"/>
                <p:cNvSpPr/>
                <p:nvPr/>
              </p:nvSpPr>
              <p:spPr>
                <a:xfrm>
                  <a:off x="8057063" y="624450"/>
                  <a:ext cx="60325" cy="84138"/>
                </a:xfrm>
                <a:custGeom>
                  <a:rect b="b" l="l" r="r" t="t"/>
                  <a:pathLst>
                    <a:path extrusionOk="0" h="22" w="16">
                      <a:moveTo>
                        <a:pt x="3" y="22"/>
                      </a:move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4" y="4"/>
                        <a:pt x="13" y="2"/>
                        <a:pt x="12" y="0"/>
                      </a:cubicBezTo>
                      <a:cubicBezTo>
                        <a:pt x="0" y="11"/>
                        <a:pt x="0" y="11"/>
                        <a:pt x="0" y="11"/>
                      </a:cubicBezTo>
                      <a:lnTo>
                        <a:pt x="3" y="2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2" name="Google Shape;4822;p22"/>
                <p:cNvSpPr/>
                <p:nvPr/>
              </p:nvSpPr>
              <p:spPr>
                <a:xfrm>
                  <a:off x="8012613" y="564125"/>
                  <a:ext cx="49213" cy="57150"/>
                </a:xfrm>
                <a:custGeom>
                  <a:rect b="b" l="l" r="r" t="t"/>
                  <a:pathLst>
                    <a:path extrusionOk="0" h="15" w="13">
                      <a:moveTo>
                        <a:pt x="5" y="15"/>
                      </a:move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0" y="10"/>
                        <a:pt x="0" y="10"/>
                        <a:pt x="0" y="10"/>
                      </a:cubicBezTo>
                      <a:lnTo>
                        <a:pt x="5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3" name="Google Shape;4823;p22"/>
                <p:cNvSpPr/>
                <p:nvPr/>
              </p:nvSpPr>
              <p:spPr>
                <a:xfrm>
                  <a:off x="7880850" y="530788"/>
                  <a:ext cx="33338" cy="49213"/>
                </a:xfrm>
                <a:custGeom>
                  <a:rect b="b" l="l" r="r" t="t"/>
                  <a:pathLst>
                    <a:path extrusionOk="0" h="31" w="21">
                      <a:moveTo>
                        <a:pt x="21" y="31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31"/>
                      </a:lnTo>
                      <a:lnTo>
                        <a:pt x="21" y="31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4" name="Google Shape;4824;p22"/>
                <p:cNvSpPr/>
                <p:nvPr/>
              </p:nvSpPr>
              <p:spPr>
                <a:xfrm>
                  <a:off x="8095163" y="753038"/>
                  <a:ext cx="71437" cy="57150"/>
                </a:xfrm>
                <a:custGeom>
                  <a:rect b="b" l="l" r="r" t="t"/>
                  <a:pathLst>
                    <a:path extrusionOk="0" h="15" w="19">
                      <a:moveTo>
                        <a:pt x="6" y="15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6"/>
                        <a:pt x="18" y="4"/>
                        <a:pt x="17" y="2"/>
                      </a:cubicBezTo>
                      <a:cubicBezTo>
                        <a:pt x="17" y="1"/>
                        <a:pt x="16" y="1"/>
                        <a:pt x="16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lnTo>
                        <a:pt x="6" y="15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5" name="Google Shape;4825;p22"/>
                <p:cNvSpPr/>
                <p:nvPr/>
              </p:nvSpPr>
              <p:spPr>
                <a:xfrm>
                  <a:off x="8095163" y="692713"/>
                  <a:ext cx="46037" cy="46037"/>
                </a:xfrm>
                <a:custGeom>
                  <a:rect b="b" l="l" r="r" t="t"/>
                  <a:pathLst>
                    <a:path extrusionOk="0" h="12" w="12">
                      <a:moveTo>
                        <a:pt x="2" y="12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3"/>
                        <a:pt x="11" y="2"/>
                        <a:pt x="1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6" name="Google Shape;4826;p22"/>
                <p:cNvSpPr/>
                <p:nvPr/>
              </p:nvSpPr>
              <p:spPr>
                <a:xfrm>
                  <a:off x="7714163" y="903850"/>
                  <a:ext cx="65088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9"/>
                        <a:pt x="1" y="10"/>
                      </a:cubicBezTo>
                      <a:cubicBezTo>
                        <a:pt x="17" y="9"/>
                        <a:pt x="17" y="9"/>
                        <a:pt x="17" y="9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7" name="Google Shape;4827;p22"/>
                <p:cNvSpPr/>
                <p:nvPr/>
              </p:nvSpPr>
              <p:spPr>
                <a:xfrm>
                  <a:off x="7782425" y="1076888"/>
                  <a:ext cx="60325" cy="76200"/>
                </a:xfrm>
                <a:custGeom>
                  <a:rect b="b" l="l" r="r" t="t"/>
                  <a:pathLst>
                    <a:path extrusionOk="0" h="20" w="16">
                      <a:moveTo>
                        <a:pt x="11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2"/>
                        <a:pt x="3" y="16"/>
                        <a:pt x="5" y="20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8" name="Google Shape;4828;p22"/>
                <p:cNvSpPr/>
                <p:nvPr/>
              </p:nvSpPr>
              <p:spPr>
                <a:xfrm>
                  <a:off x="7741150" y="986400"/>
                  <a:ext cx="60325" cy="46037"/>
                </a:xfrm>
                <a:custGeom>
                  <a:rect b="b" l="l" r="r" t="t"/>
                  <a:pathLst>
                    <a:path extrusionOk="0" h="12" w="16">
                      <a:moveTo>
                        <a:pt x="15" y="0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8"/>
                        <a:pt x="1" y="9"/>
                        <a:pt x="2" y="10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6" y="8"/>
                        <a:pt x="16" y="8"/>
                        <a:pt x="16" y="8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9" name="Google Shape;4829;p22"/>
                <p:cNvSpPr/>
                <p:nvPr/>
              </p:nvSpPr>
              <p:spPr>
                <a:xfrm>
                  <a:off x="8155488" y="865750"/>
                  <a:ext cx="52388" cy="53975"/>
                </a:xfrm>
                <a:custGeom>
                  <a:rect b="b" l="l" r="r" t="t"/>
                  <a:pathLst>
                    <a:path extrusionOk="0" h="14" w="14">
                      <a:moveTo>
                        <a:pt x="4" y="14"/>
                      </a:move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3" y="1"/>
                        <a:pt x="12" y="0"/>
                      </a:cubicBezTo>
                      <a:cubicBezTo>
                        <a:pt x="0" y="8"/>
                        <a:pt x="0" y="8"/>
                        <a:pt x="0" y="8"/>
                      </a:cubicBezTo>
                      <a:lnTo>
                        <a:pt x="4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0" name="Google Shape;4830;p22"/>
                <p:cNvSpPr/>
                <p:nvPr/>
              </p:nvSpPr>
              <p:spPr>
                <a:xfrm>
                  <a:off x="8193588" y="953063"/>
                  <a:ext cx="74613" cy="71437"/>
                </a:xfrm>
                <a:custGeom>
                  <a:rect b="b" l="l" r="r" t="t"/>
                  <a:pathLst>
                    <a:path extrusionOk="0" h="19" w="20">
                      <a:moveTo>
                        <a:pt x="9" y="19"/>
                      </a:move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18" y="7"/>
                        <a:pt x="16" y="3"/>
                        <a:pt x="14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1" name="Google Shape;4831;p22"/>
                <p:cNvSpPr/>
                <p:nvPr/>
              </p:nvSpPr>
              <p:spPr>
                <a:xfrm>
                  <a:off x="7828463" y="1183250"/>
                  <a:ext cx="63500" cy="38100"/>
                </a:xfrm>
                <a:custGeom>
                  <a:rect b="b" l="l" r="r" t="t"/>
                  <a:pathLst>
                    <a:path extrusionOk="0" h="10" w="17">
                      <a:moveTo>
                        <a:pt x="13" y="0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7"/>
                        <a:pt x="2" y="8"/>
                        <a:pt x="2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2" name="Google Shape;4832;p22"/>
                <p:cNvSpPr/>
                <p:nvPr/>
              </p:nvSpPr>
              <p:spPr>
                <a:xfrm>
                  <a:off x="7922125" y="1311838"/>
                  <a:ext cx="49213" cy="63500"/>
                </a:xfrm>
                <a:custGeom>
                  <a:rect b="b" l="l" r="r" t="t"/>
                  <a:pathLst>
                    <a:path extrusionOk="0" h="17" w="13">
                      <a:moveTo>
                        <a:pt x="8" y="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1" y="13"/>
                        <a:pt x="2" y="14"/>
                        <a:pt x="3" y="15"/>
                      </a:cubicBezTo>
                      <a:cubicBezTo>
                        <a:pt x="4" y="16"/>
                        <a:pt x="4" y="17"/>
                        <a:pt x="5" y="17"/>
                      </a:cubicBezTo>
                      <a:cubicBezTo>
                        <a:pt x="13" y="9"/>
                        <a:pt x="13" y="9"/>
                        <a:pt x="13" y="9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3" name="Google Shape;4833;p22"/>
                <p:cNvSpPr/>
                <p:nvPr/>
              </p:nvSpPr>
              <p:spPr>
                <a:xfrm>
                  <a:off x="8284075" y="1088000"/>
                  <a:ext cx="71437" cy="53975"/>
                </a:xfrm>
                <a:custGeom>
                  <a:rect b="b" l="l" r="r" t="t"/>
                  <a:pathLst>
                    <a:path extrusionOk="0" h="14" w="19">
                      <a:moveTo>
                        <a:pt x="7" y="14"/>
                      </a:move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18" y="5"/>
                        <a:pt x="16" y="2"/>
                        <a:pt x="14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4" name="Google Shape;4834;p22"/>
                <p:cNvSpPr/>
                <p:nvPr/>
              </p:nvSpPr>
              <p:spPr>
                <a:xfrm>
                  <a:off x="8347575" y="1213413"/>
                  <a:ext cx="57150" cy="41275"/>
                </a:xfrm>
                <a:custGeom>
                  <a:rect b="b" l="l" r="r" t="t"/>
                  <a:pathLst>
                    <a:path extrusionOk="0" h="11" w="15">
                      <a:moveTo>
                        <a:pt x="0" y="10"/>
                      </a:move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5" y="10"/>
                        <a:pt x="15" y="9"/>
                      </a:cubicBezTo>
                      <a:cubicBezTo>
                        <a:pt x="15" y="7"/>
                        <a:pt x="15" y="6"/>
                        <a:pt x="14" y="5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5" name="Google Shape;4835;p22"/>
                <p:cNvSpPr/>
                <p:nvPr/>
              </p:nvSpPr>
              <p:spPr>
                <a:xfrm>
                  <a:off x="8257088" y="1043550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5" y="12"/>
                      </a:move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1"/>
                        <a:pt x="13" y="1"/>
                        <a:pt x="12" y="0"/>
                      </a:cubicBezTo>
                      <a:cubicBezTo>
                        <a:pt x="0" y="7"/>
                        <a:pt x="0" y="7"/>
                        <a:pt x="0" y="7"/>
                      </a:cubicBez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6" name="Google Shape;4836;p22"/>
                <p:cNvSpPr/>
                <p:nvPr/>
              </p:nvSpPr>
              <p:spPr>
                <a:xfrm>
                  <a:off x="7891963" y="1273738"/>
                  <a:ext cx="52388" cy="44450"/>
                </a:xfrm>
                <a:custGeom>
                  <a:rect b="b" l="l" r="r" t="t"/>
                  <a:pathLst>
                    <a:path extrusionOk="0" h="12" w="14">
                      <a:moveTo>
                        <a:pt x="12" y="0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1" y="10"/>
                        <a:pt x="1" y="11"/>
                        <a:pt x="2" y="12"/>
                      </a:cubicBezTo>
                      <a:cubicBezTo>
                        <a:pt x="14" y="6"/>
                        <a:pt x="14" y="6"/>
                        <a:pt x="14" y="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7" name="Google Shape;4837;p22"/>
                <p:cNvSpPr/>
                <p:nvPr/>
              </p:nvSpPr>
              <p:spPr>
                <a:xfrm>
                  <a:off x="7996738" y="1386450"/>
                  <a:ext cx="57150" cy="63500"/>
                </a:xfrm>
                <a:custGeom>
                  <a:rect b="b" l="l" r="r" t="t"/>
                  <a:pathLst>
                    <a:path extrusionOk="0" h="17" w="15">
                      <a:moveTo>
                        <a:pt x="6" y="0"/>
                      </a:move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2" y="14"/>
                        <a:pt x="4" y="15"/>
                        <a:pt x="6" y="17"/>
                      </a:cubicBezTo>
                      <a:cubicBezTo>
                        <a:pt x="15" y="5"/>
                        <a:pt x="15" y="5"/>
                        <a:pt x="15" y="5"/>
                      </a:cubicBez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8" name="Google Shape;4838;p22"/>
                <p:cNvSpPr/>
                <p:nvPr/>
              </p:nvSpPr>
              <p:spPr>
                <a:xfrm>
                  <a:off x="8068175" y="1432488"/>
                  <a:ext cx="34925" cy="47625"/>
                </a:xfrm>
                <a:custGeom>
                  <a:rect b="b" l="l" r="r" t="t"/>
                  <a:pathLst>
                    <a:path extrusionOk="0" h="13" w="9">
                      <a:moveTo>
                        <a:pt x="4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3"/>
                        <a:pt x="1" y="13"/>
                        <a:pt x="2" y="13"/>
                      </a:cubicBezTo>
                      <a:cubicBezTo>
                        <a:pt x="9" y="2"/>
                        <a:pt x="9" y="2"/>
                        <a:pt x="9" y="2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9" name="Google Shape;4839;p22"/>
                <p:cNvSpPr/>
                <p:nvPr/>
              </p:nvSpPr>
              <p:spPr>
                <a:xfrm>
                  <a:off x="8325350" y="1141975"/>
                  <a:ext cx="55563" cy="36513"/>
                </a:xfrm>
                <a:custGeom>
                  <a:rect b="b" l="l" r="r" t="t"/>
                  <a:pathLst>
                    <a:path extrusionOk="0" h="10" w="15">
                      <a:moveTo>
                        <a:pt x="2" y="10"/>
                      </a:move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4" y="3"/>
                        <a:pt x="13" y="2"/>
                        <a:pt x="12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0" name="Google Shape;4840;p22"/>
                <p:cNvSpPr/>
                <p:nvPr/>
              </p:nvSpPr>
              <p:spPr>
                <a:xfrm>
                  <a:off x="7710988" y="522850"/>
                  <a:ext cx="682625" cy="973137"/>
                </a:xfrm>
                <a:custGeom>
                  <a:rect b="b" l="l" r="r" t="t"/>
                  <a:pathLst>
                    <a:path extrusionOk="0" h="258" w="181">
                      <a:moveTo>
                        <a:pt x="69" y="218"/>
                      </a:moveTo>
                      <a:cubicBezTo>
                        <a:pt x="100" y="258"/>
                        <a:pt x="129" y="253"/>
                        <a:pt x="152" y="231"/>
                      </a:cubicBezTo>
                      <a:cubicBezTo>
                        <a:pt x="181" y="204"/>
                        <a:pt x="175" y="181"/>
                        <a:pt x="156" y="156"/>
                      </a:cubicBezTo>
                      <a:cubicBezTo>
                        <a:pt x="132" y="124"/>
                        <a:pt x="118" y="98"/>
                        <a:pt x="102" y="51"/>
                      </a:cubicBezTo>
                      <a:cubicBezTo>
                        <a:pt x="94" y="26"/>
                        <a:pt x="76" y="0"/>
                        <a:pt x="41" y="16"/>
                      </a:cubicBezTo>
                      <a:cubicBezTo>
                        <a:pt x="13" y="29"/>
                        <a:pt x="0" y="54"/>
                        <a:pt x="9" y="90"/>
                      </a:cubicBezTo>
                      <a:cubicBezTo>
                        <a:pt x="18" y="128"/>
                        <a:pt x="36" y="175"/>
                        <a:pt x="69" y="21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1" name="Google Shape;4841;p22"/>
                <p:cNvSpPr/>
                <p:nvPr/>
              </p:nvSpPr>
              <p:spPr>
                <a:xfrm>
                  <a:off x="7718925" y="624450"/>
                  <a:ext cx="674688" cy="871538"/>
                </a:xfrm>
                <a:custGeom>
                  <a:rect b="b" l="l" r="r" t="t"/>
                  <a:pathLst>
                    <a:path extrusionOk="0" h="231" w="179">
                      <a:moveTo>
                        <a:pt x="136" y="162"/>
                      </a:moveTo>
                      <a:cubicBezTo>
                        <a:pt x="118" y="178"/>
                        <a:pt x="91" y="176"/>
                        <a:pt x="63" y="131"/>
                      </a:cubicBezTo>
                      <a:cubicBezTo>
                        <a:pt x="33" y="83"/>
                        <a:pt x="17" y="33"/>
                        <a:pt x="23" y="0"/>
                      </a:cubicBezTo>
                      <a:cubicBezTo>
                        <a:pt x="7" y="14"/>
                        <a:pt x="0" y="35"/>
                        <a:pt x="7" y="63"/>
                      </a:cubicBezTo>
                      <a:cubicBezTo>
                        <a:pt x="16" y="101"/>
                        <a:pt x="34" y="148"/>
                        <a:pt x="67" y="191"/>
                      </a:cubicBezTo>
                      <a:cubicBezTo>
                        <a:pt x="98" y="231"/>
                        <a:pt x="127" y="226"/>
                        <a:pt x="150" y="204"/>
                      </a:cubicBezTo>
                      <a:cubicBezTo>
                        <a:pt x="179" y="177"/>
                        <a:pt x="173" y="154"/>
                        <a:pt x="154" y="129"/>
                      </a:cubicBezTo>
                      <a:cubicBezTo>
                        <a:pt x="150" y="123"/>
                        <a:pt x="145" y="117"/>
                        <a:pt x="141" y="111"/>
                      </a:cubicBezTo>
                      <a:cubicBezTo>
                        <a:pt x="147" y="128"/>
                        <a:pt x="150" y="150"/>
                        <a:pt x="136" y="16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2" name="Google Shape;4842;p22"/>
                <p:cNvSpPr/>
                <p:nvPr/>
              </p:nvSpPr>
              <p:spPr>
                <a:xfrm>
                  <a:off x="7930063" y="594288"/>
                  <a:ext cx="161925" cy="276225"/>
                </a:xfrm>
                <a:custGeom>
                  <a:rect b="b" l="l" r="r" t="t"/>
                  <a:pathLst>
                    <a:path extrusionOk="0" h="73" w="43">
                      <a:moveTo>
                        <a:pt x="35" y="31"/>
                      </a:moveTo>
                      <a:cubicBezTo>
                        <a:pt x="43" y="49"/>
                        <a:pt x="43" y="67"/>
                        <a:pt x="36" y="70"/>
                      </a:cubicBezTo>
                      <a:cubicBezTo>
                        <a:pt x="29" y="73"/>
                        <a:pt x="17" y="60"/>
                        <a:pt x="9" y="42"/>
                      </a:cubicBezTo>
                      <a:cubicBezTo>
                        <a:pt x="1" y="23"/>
                        <a:pt x="0" y="6"/>
                        <a:pt x="8" y="3"/>
                      </a:cubicBezTo>
                      <a:cubicBezTo>
                        <a:pt x="15" y="0"/>
                        <a:pt x="27" y="12"/>
                        <a:pt x="35" y="31"/>
                      </a:cubicBezTo>
                      <a:close/>
                    </a:path>
                  </a:pathLst>
                </a:custGeom>
                <a:solidFill>
                  <a:srgbClr val="F8F8F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43" name="Google Shape;4843;p22"/>
              <p:cNvGrpSpPr/>
              <p:nvPr/>
            </p:nvGrpSpPr>
            <p:grpSpPr>
              <a:xfrm flipH="1" rot="-3398839">
                <a:off x="8738952" y="2721697"/>
                <a:ext cx="546375" cy="757013"/>
                <a:chOff x="8260675" y="2995400"/>
                <a:chExt cx="811213" cy="1123950"/>
              </a:xfrm>
            </p:grpSpPr>
            <p:sp>
              <p:nvSpPr>
                <p:cNvPr id="4844" name="Google Shape;4844;p22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5" name="Google Shape;4845;p22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6" name="Google Shape;4846;p22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7" name="Google Shape;4847;p22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8" name="Google Shape;4848;p22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9" name="Google Shape;4849;p22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0" name="Google Shape;4850;p22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1" name="Google Shape;4851;p22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2" name="Google Shape;4852;p22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3" name="Google Shape;4853;p22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4" name="Google Shape;4854;p22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5" name="Google Shape;4855;p22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6" name="Google Shape;4856;p22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7" name="Google Shape;4857;p22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58" name="Google Shape;4858;p22"/>
              <p:cNvGrpSpPr/>
              <p:nvPr/>
            </p:nvGrpSpPr>
            <p:grpSpPr>
              <a:xfrm>
                <a:off x="8709443" y="3570075"/>
                <a:ext cx="909725" cy="776141"/>
                <a:chOff x="-469100" y="3905588"/>
                <a:chExt cx="1352550" cy="1154113"/>
              </a:xfrm>
            </p:grpSpPr>
            <p:grpSp>
              <p:nvGrpSpPr>
                <p:cNvPr id="4859" name="Google Shape;4859;p22"/>
                <p:cNvGrpSpPr/>
                <p:nvPr/>
              </p:nvGrpSpPr>
              <p:grpSpPr>
                <a:xfrm>
                  <a:off x="-469100" y="3905588"/>
                  <a:ext cx="1352550" cy="1154113"/>
                  <a:chOff x="-469100" y="3905588"/>
                  <a:chExt cx="1352550" cy="1154113"/>
                </a:xfrm>
              </p:grpSpPr>
              <p:sp>
                <p:nvSpPr>
                  <p:cNvPr id="4860" name="Google Shape;4860;p22"/>
                  <p:cNvSpPr/>
                  <p:nvPr/>
                </p:nvSpPr>
                <p:spPr>
                  <a:xfrm>
                    <a:off x="-469100" y="3905588"/>
                    <a:ext cx="1352550" cy="1154113"/>
                  </a:xfrm>
                  <a:custGeom>
                    <a:rect b="b" l="l" r="r" t="t"/>
                    <a:pathLst>
                      <a:path extrusionOk="0" h="306" w="359">
                        <a:moveTo>
                          <a:pt x="197" y="261"/>
                        </a:moveTo>
                        <a:cubicBezTo>
                          <a:pt x="197" y="261"/>
                          <a:pt x="197" y="261"/>
                          <a:pt x="197" y="261"/>
                        </a:cubicBezTo>
                        <a:cubicBezTo>
                          <a:pt x="200" y="261"/>
                          <a:pt x="203" y="262"/>
                          <a:pt x="205" y="264"/>
                        </a:cubicBezTo>
                        <a:cubicBezTo>
                          <a:pt x="207" y="265"/>
                          <a:pt x="208" y="267"/>
                          <a:pt x="208" y="269"/>
                        </a:cubicBezTo>
                        <a:cubicBezTo>
                          <a:pt x="208" y="273"/>
                          <a:pt x="202" y="277"/>
                          <a:pt x="197" y="277"/>
                        </a:cubicBezTo>
                        <a:cubicBezTo>
                          <a:pt x="197" y="277"/>
                          <a:pt x="197" y="277"/>
                          <a:pt x="197" y="277"/>
                        </a:cubicBezTo>
                        <a:cubicBezTo>
                          <a:pt x="196" y="277"/>
                          <a:pt x="196" y="277"/>
                          <a:pt x="196" y="277"/>
                        </a:cubicBezTo>
                        <a:cubicBezTo>
                          <a:pt x="191" y="277"/>
                          <a:pt x="188" y="274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9"/>
                          <a:pt x="188" y="269"/>
                          <a:pt x="188" y="269"/>
                        </a:cubicBezTo>
                        <a:cubicBezTo>
                          <a:pt x="188" y="268"/>
                          <a:pt x="188" y="267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89" y="266"/>
                          <a:pt x="189" y="266"/>
                          <a:pt x="189" y="266"/>
                        </a:cubicBezTo>
                        <a:cubicBezTo>
                          <a:pt x="190" y="263"/>
                          <a:pt x="193" y="261"/>
                          <a:pt x="196" y="261"/>
                        </a:cubicBezTo>
                        <a:cubicBezTo>
                          <a:pt x="196" y="261"/>
                          <a:pt x="196" y="261"/>
                          <a:pt x="197" y="261"/>
                        </a:cubicBezTo>
                        <a:moveTo>
                          <a:pt x="308" y="170"/>
                        </a:moveTo>
                        <a:cubicBezTo>
                          <a:pt x="308" y="170"/>
                          <a:pt x="308" y="170"/>
                          <a:pt x="309" y="170"/>
                        </a:cubicBezTo>
                        <a:cubicBezTo>
                          <a:pt x="313" y="170"/>
                          <a:pt x="318" y="172"/>
                          <a:pt x="321" y="175"/>
                        </a:cubicBezTo>
                        <a:cubicBezTo>
                          <a:pt x="324" y="177"/>
                          <a:pt x="325" y="179"/>
                          <a:pt x="325" y="182"/>
                        </a:cubicBezTo>
                        <a:cubicBezTo>
                          <a:pt x="325" y="189"/>
                          <a:pt x="317" y="196"/>
                          <a:pt x="309" y="196"/>
                        </a:cubicBezTo>
                        <a:cubicBezTo>
                          <a:pt x="308" y="196"/>
                          <a:pt x="308" y="196"/>
                          <a:pt x="308" y="196"/>
                        </a:cubicBezTo>
                        <a:cubicBezTo>
                          <a:pt x="307" y="196"/>
                          <a:pt x="307" y="196"/>
                          <a:pt x="307" y="196"/>
                        </a:cubicBezTo>
                        <a:cubicBezTo>
                          <a:pt x="300" y="196"/>
                          <a:pt x="294" y="190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3"/>
                          <a:pt x="294" y="183"/>
                          <a:pt x="294" y="183"/>
                        </a:cubicBezTo>
                        <a:cubicBezTo>
                          <a:pt x="294" y="181"/>
                          <a:pt x="294" y="179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5" y="177"/>
                          <a:pt x="295" y="177"/>
                          <a:pt x="295" y="177"/>
                        </a:cubicBezTo>
                        <a:cubicBezTo>
                          <a:pt x="297" y="173"/>
                          <a:pt x="302" y="170"/>
                          <a:pt x="307" y="170"/>
                        </a:cubicBezTo>
                        <a:cubicBezTo>
                          <a:pt x="307" y="170"/>
                          <a:pt x="307" y="170"/>
                          <a:pt x="308" y="170"/>
                        </a:cubicBezTo>
                        <a:moveTo>
                          <a:pt x="41" y="150"/>
                        </a:moveTo>
                        <a:cubicBezTo>
                          <a:pt x="42" y="150"/>
                          <a:pt x="42" y="150"/>
                          <a:pt x="42" y="150"/>
                        </a:cubicBezTo>
                        <a:cubicBezTo>
                          <a:pt x="46" y="150"/>
                          <a:pt x="51" y="151"/>
                          <a:pt x="53" y="154"/>
                        </a:cubicBezTo>
                        <a:cubicBezTo>
                          <a:pt x="56" y="156"/>
                          <a:pt x="57" y="158"/>
                          <a:pt x="57" y="161"/>
                        </a:cubicBezTo>
                        <a:cubicBezTo>
                          <a:pt x="57" y="167"/>
                          <a:pt x="50" y="173"/>
                          <a:pt x="42" y="173"/>
                        </a:cubicBezTo>
                        <a:cubicBezTo>
                          <a:pt x="42" y="173"/>
                          <a:pt x="42" y="173"/>
                          <a:pt x="41" y="173"/>
                        </a:cubicBezTo>
                        <a:cubicBezTo>
                          <a:pt x="41" y="173"/>
                          <a:pt x="41" y="173"/>
                          <a:pt x="40" y="173"/>
                        </a:cubicBezTo>
                        <a:cubicBezTo>
                          <a:pt x="34" y="173"/>
                          <a:pt x="29" y="168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61"/>
                          <a:pt x="29" y="161"/>
                          <a:pt x="29" y="161"/>
                        </a:cubicBezTo>
                        <a:cubicBezTo>
                          <a:pt x="29" y="159"/>
                          <a:pt x="29" y="158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0" y="156"/>
                          <a:pt x="30" y="156"/>
                          <a:pt x="30" y="156"/>
                        </a:cubicBezTo>
                        <a:cubicBezTo>
                          <a:pt x="32" y="152"/>
                          <a:pt x="36" y="150"/>
                          <a:pt x="40" y="150"/>
                        </a:cubicBezTo>
                        <a:cubicBezTo>
                          <a:pt x="41" y="150"/>
                          <a:pt x="41" y="150"/>
                          <a:pt x="41" y="150"/>
                        </a:cubicBezTo>
                        <a:moveTo>
                          <a:pt x="285" y="133"/>
                        </a:moveTo>
                        <a:cubicBezTo>
                          <a:pt x="285" y="133"/>
                          <a:pt x="285" y="133"/>
                          <a:pt x="285" y="133"/>
                        </a:cubicBezTo>
                        <a:cubicBezTo>
                          <a:pt x="287" y="133"/>
                          <a:pt x="289" y="133"/>
                          <a:pt x="290" y="134"/>
                        </a:cubicBezTo>
                        <a:cubicBezTo>
                          <a:pt x="291" y="135"/>
                          <a:pt x="291" y="136"/>
                          <a:pt x="291" y="137"/>
                        </a:cubicBezTo>
                        <a:cubicBezTo>
                          <a:pt x="291" y="139"/>
                          <a:pt x="288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5" y="142"/>
                          <a:pt x="285" y="142"/>
                          <a:pt x="285" y="142"/>
                        </a:cubicBezTo>
                        <a:cubicBezTo>
                          <a:pt x="282" y="142"/>
                          <a:pt x="280" y="140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7"/>
                          <a:pt x="280" y="137"/>
                          <a:pt x="280" y="137"/>
                        </a:cubicBezTo>
                        <a:cubicBezTo>
                          <a:pt x="280" y="136"/>
                          <a:pt x="280" y="136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5"/>
                          <a:pt x="281" y="135"/>
                          <a:pt x="281" y="135"/>
                        </a:cubicBezTo>
                        <a:cubicBezTo>
                          <a:pt x="281" y="134"/>
                          <a:pt x="283" y="133"/>
                          <a:pt x="285" y="133"/>
                        </a:cubicBezTo>
                        <a:cubicBezTo>
                          <a:pt x="285" y="133"/>
                          <a:pt x="285" y="133"/>
                          <a:pt x="285" y="133"/>
                        </a:cubicBezTo>
                        <a:moveTo>
                          <a:pt x="33" y="122"/>
                        </a:moveTo>
                        <a:cubicBezTo>
                          <a:pt x="34" y="122"/>
                          <a:pt x="34" y="122"/>
                          <a:pt x="34" y="122"/>
                        </a:cubicBezTo>
                        <a:cubicBezTo>
                          <a:pt x="37" y="122"/>
                          <a:pt x="40" y="123"/>
                          <a:pt x="42" y="125"/>
                        </a:cubicBezTo>
                        <a:cubicBezTo>
                          <a:pt x="43" y="126"/>
                          <a:pt x="44" y="127"/>
                          <a:pt x="44" y="129"/>
                        </a:cubicBezTo>
                        <a:cubicBezTo>
                          <a:pt x="44" y="134"/>
                          <a:pt x="39" y="138"/>
                          <a:pt x="34" y="138"/>
                        </a:cubicBezTo>
                        <a:cubicBezTo>
                          <a:pt x="34" y="138"/>
                          <a:pt x="34" y="138"/>
                          <a:pt x="33" y="138"/>
                        </a:cubicBezTo>
                        <a:cubicBezTo>
                          <a:pt x="33" y="138"/>
                          <a:pt x="33" y="138"/>
                          <a:pt x="33" y="138"/>
                        </a:cubicBezTo>
                        <a:cubicBezTo>
                          <a:pt x="28" y="138"/>
                          <a:pt x="25" y="134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30"/>
                          <a:pt x="25" y="130"/>
                          <a:pt x="25" y="130"/>
                        </a:cubicBezTo>
                        <a:cubicBezTo>
                          <a:pt x="25" y="128"/>
                          <a:pt x="25" y="127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6" y="126"/>
                          <a:pt x="26" y="126"/>
                          <a:pt x="26" y="126"/>
                        </a:cubicBezTo>
                        <a:cubicBezTo>
                          <a:pt x="27" y="124"/>
                          <a:pt x="30" y="122"/>
                          <a:pt x="33" y="122"/>
                        </a:cubicBezTo>
                        <a:cubicBezTo>
                          <a:pt x="33" y="122"/>
                          <a:pt x="33" y="122"/>
                          <a:pt x="33" y="122"/>
                        </a:cubicBezTo>
                        <a:moveTo>
                          <a:pt x="43" y="101"/>
                        </a:moveTo>
                        <a:cubicBezTo>
                          <a:pt x="43" y="101"/>
                          <a:pt x="44" y="101"/>
                          <a:pt x="44" y="101"/>
                        </a:cubicBezTo>
                        <a:cubicBezTo>
                          <a:pt x="45" y="101"/>
                          <a:pt x="47" y="102"/>
                          <a:pt x="48" y="103"/>
                        </a:cubicBezTo>
                        <a:cubicBezTo>
                          <a:pt x="49" y="104"/>
                          <a:pt x="49" y="105"/>
                          <a:pt x="49" y="106"/>
                        </a:cubicBezTo>
                        <a:cubicBezTo>
                          <a:pt x="49" y="108"/>
                          <a:pt x="47" y="110"/>
                          <a:pt x="44" y="110"/>
                        </a:cubicBezTo>
                        <a:cubicBezTo>
                          <a:pt x="44" y="110"/>
                          <a:pt x="43" y="110"/>
                          <a:pt x="43" y="110"/>
                        </a:cubicBezTo>
                        <a:cubicBezTo>
                          <a:pt x="43" y="110"/>
                          <a:pt x="43" y="110"/>
                          <a:pt x="43" y="110"/>
                        </a:cubicBezTo>
                        <a:cubicBezTo>
                          <a:pt x="40" y="110"/>
                          <a:pt x="38" y="108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6"/>
                          <a:pt x="38" y="106"/>
                          <a:pt x="38" y="106"/>
                        </a:cubicBezTo>
                        <a:cubicBezTo>
                          <a:pt x="38" y="105"/>
                          <a:pt x="39" y="105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39" y="104"/>
                          <a:pt x="39" y="104"/>
                          <a:pt x="39" y="104"/>
                        </a:cubicBezTo>
                        <a:cubicBezTo>
                          <a:pt x="40" y="102"/>
                          <a:pt x="41" y="101"/>
                          <a:pt x="43" y="101"/>
                        </a:cubicBezTo>
                        <a:cubicBezTo>
                          <a:pt x="43" y="101"/>
                          <a:pt x="43" y="101"/>
                          <a:pt x="43" y="101"/>
                        </a:cubicBezTo>
                        <a:moveTo>
                          <a:pt x="164" y="239"/>
                        </a:moveTo>
                        <a:cubicBezTo>
                          <a:pt x="106" y="239"/>
                          <a:pt x="66" y="217"/>
                          <a:pt x="66" y="166"/>
                        </a:cubicBezTo>
                        <a:cubicBezTo>
                          <a:pt x="66" y="137"/>
                          <a:pt x="67" y="111"/>
                          <a:pt x="89" y="89"/>
                        </a:cubicBezTo>
                        <a:cubicBezTo>
                          <a:pt x="105" y="71"/>
                          <a:pt x="138" y="63"/>
                          <a:pt x="164" y="53"/>
                        </a:cubicBezTo>
                        <a:cubicBezTo>
                          <a:pt x="169" y="52"/>
                          <a:pt x="174" y="51"/>
                          <a:pt x="179" y="51"/>
                        </a:cubicBezTo>
                        <a:cubicBezTo>
                          <a:pt x="203" y="51"/>
                          <a:pt x="225" y="73"/>
                          <a:pt x="242" y="93"/>
                        </a:cubicBezTo>
                        <a:cubicBezTo>
                          <a:pt x="258" y="111"/>
                          <a:pt x="269" y="118"/>
                          <a:pt x="269" y="140"/>
                        </a:cubicBezTo>
                        <a:cubicBezTo>
                          <a:pt x="269" y="167"/>
                          <a:pt x="250" y="190"/>
                          <a:pt x="229" y="208"/>
                        </a:cubicBezTo>
                        <a:cubicBezTo>
                          <a:pt x="210" y="225"/>
                          <a:pt x="191" y="239"/>
                          <a:pt x="164" y="239"/>
                        </a:cubicBezTo>
                        <a:moveTo>
                          <a:pt x="106" y="44"/>
                        </a:moveTo>
                        <a:cubicBezTo>
                          <a:pt x="106" y="44"/>
                          <a:pt x="106" y="44"/>
                          <a:pt x="107" y="44"/>
                        </a:cubicBezTo>
                        <a:cubicBezTo>
                          <a:pt x="109" y="44"/>
                          <a:pt x="112" y="45"/>
                          <a:pt x="114" y="47"/>
                        </a:cubicBezTo>
                        <a:cubicBezTo>
                          <a:pt x="115" y="48"/>
                          <a:pt x="116" y="49"/>
                          <a:pt x="116" y="51"/>
                        </a:cubicBezTo>
                        <a:cubicBezTo>
                          <a:pt x="116" y="55"/>
                          <a:pt x="111" y="59"/>
                          <a:pt x="107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6" y="59"/>
                          <a:pt x="106" y="59"/>
                          <a:pt x="106" y="59"/>
                        </a:cubicBezTo>
                        <a:cubicBezTo>
                          <a:pt x="101" y="59"/>
                          <a:pt x="98" y="56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2"/>
                          <a:pt x="98" y="52"/>
                          <a:pt x="98" y="52"/>
                        </a:cubicBezTo>
                        <a:cubicBezTo>
                          <a:pt x="98" y="50"/>
                          <a:pt x="99" y="49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99" y="48"/>
                          <a:pt x="99" y="48"/>
                          <a:pt x="99" y="48"/>
                        </a:cubicBezTo>
                        <a:cubicBezTo>
                          <a:pt x="100" y="46"/>
                          <a:pt x="103" y="44"/>
                          <a:pt x="106" y="44"/>
                        </a:cubicBezTo>
                        <a:cubicBezTo>
                          <a:pt x="106" y="44"/>
                          <a:pt x="106" y="44"/>
                          <a:pt x="106" y="44"/>
                        </a:cubicBezTo>
                        <a:moveTo>
                          <a:pt x="200" y="0"/>
                        </a:moveTo>
                        <a:cubicBezTo>
                          <a:pt x="197" y="0"/>
                          <a:pt x="195" y="0"/>
                          <a:pt x="192" y="0"/>
                        </a:cubicBezTo>
                        <a:cubicBezTo>
                          <a:pt x="188" y="0"/>
                          <a:pt x="183" y="1"/>
                          <a:pt x="179" y="2"/>
                        </a:cubicBezTo>
                        <a:cubicBezTo>
                          <a:pt x="177" y="3"/>
                          <a:pt x="175" y="4"/>
                          <a:pt x="173" y="4"/>
                        </a:cubicBezTo>
                        <a:cubicBezTo>
                          <a:pt x="170" y="6"/>
                          <a:pt x="166" y="7"/>
                          <a:pt x="162" y="9"/>
                        </a:cubicBezTo>
                        <a:cubicBezTo>
                          <a:pt x="161" y="9"/>
                          <a:pt x="161" y="9"/>
                          <a:pt x="161" y="9"/>
                        </a:cubicBezTo>
                        <a:cubicBezTo>
                          <a:pt x="92" y="34"/>
                          <a:pt x="0" y="60"/>
                          <a:pt x="0" y="144"/>
                        </a:cubicBezTo>
                        <a:cubicBezTo>
                          <a:pt x="0" y="169"/>
                          <a:pt x="7" y="19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19" y="212"/>
                          <a:pt x="19" y="212"/>
                          <a:pt x="19" y="212"/>
                        </a:cubicBezTo>
                        <a:cubicBezTo>
                          <a:pt x="22" y="218"/>
                          <a:pt x="27" y="224"/>
                          <a:pt x="32" y="229"/>
                        </a:cubicBezTo>
                        <a:cubicBezTo>
                          <a:pt x="51" y="250"/>
                          <a:pt x="78" y="263"/>
                          <a:pt x="112" y="266"/>
                        </a:cubicBezTo>
                        <a:cubicBezTo>
                          <a:pt x="137" y="269"/>
                          <a:pt x="153" y="299"/>
                          <a:pt x="180" y="305"/>
                        </a:cubicBezTo>
                        <a:cubicBezTo>
                          <a:pt x="183" y="306"/>
                          <a:pt x="187" y="306"/>
                          <a:pt x="191" y="306"/>
                        </a:cubicBezTo>
                        <a:cubicBezTo>
                          <a:pt x="219" y="306"/>
                          <a:pt x="270" y="291"/>
                          <a:pt x="297" y="251"/>
                        </a:cubicBezTo>
                        <a:cubicBezTo>
                          <a:pt x="314" y="226"/>
                          <a:pt x="359" y="175"/>
                          <a:pt x="359" y="144"/>
                        </a:cubicBezTo>
                        <a:cubicBezTo>
                          <a:pt x="359" y="129"/>
                          <a:pt x="353" y="119"/>
                          <a:pt x="344" y="109"/>
                        </a:cubicBezTo>
                        <a:cubicBezTo>
                          <a:pt x="339" y="104"/>
                          <a:pt x="333" y="99"/>
                          <a:pt x="327" y="94"/>
                        </a:cubicBezTo>
                        <a:cubicBezTo>
                          <a:pt x="312" y="82"/>
                          <a:pt x="296" y="71"/>
                          <a:pt x="286" y="53"/>
                        </a:cubicBezTo>
                        <a:cubicBezTo>
                          <a:pt x="266" y="19"/>
                          <a:pt x="233" y="1"/>
                          <a:pt x="202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01" y="0"/>
                          <a:pt x="201" y="0"/>
                          <a:pt x="200" y="0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61" name="Google Shape;4861;p22"/>
                  <p:cNvSpPr/>
                  <p:nvPr/>
                </p:nvSpPr>
                <p:spPr>
                  <a:xfrm>
                    <a:off x="-219862" y="4064338"/>
                    <a:ext cx="763588" cy="742950"/>
                  </a:xfrm>
                  <a:custGeom>
                    <a:rect b="b" l="l" r="r" t="t"/>
                    <a:pathLst>
                      <a:path extrusionOk="0" h="197" w="203">
                        <a:moveTo>
                          <a:pt x="203" y="98"/>
                        </a:moveTo>
                        <a:cubicBezTo>
                          <a:pt x="203" y="125"/>
                          <a:pt x="184" y="148"/>
                          <a:pt x="163" y="166"/>
                        </a:cubicBezTo>
                        <a:cubicBezTo>
                          <a:pt x="144" y="183"/>
                          <a:pt x="125" y="197"/>
                          <a:pt x="98" y="197"/>
                        </a:cubicBezTo>
                        <a:cubicBezTo>
                          <a:pt x="40" y="197"/>
                          <a:pt x="0" y="175"/>
                          <a:pt x="0" y="124"/>
                        </a:cubicBezTo>
                        <a:cubicBezTo>
                          <a:pt x="0" y="95"/>
                          <a:pt x="1" y="69"/>
                          <a:pt x="23" y="47"/>
                        </a:cubicBezTo>
                        <a:cubicBezTo>
                          <a:pt x="39" y="29"/>
                          <a:pt x="72" y="21"/>
                          <a:pt x="98" y="11"/>
                        </a:cubicBezTo>
                        <a:cubicBezTo>
                          <a:pt x="129" y="0"/>
                          <a:pt x="156" y="27"/>
                          <a:pt x="176" y="51"/>
                        </a:cubicBezTo>
                        <a:cubicBezTo>
                          <a:pt x="192" y="69"/>
                          <a:pt x="203" y="76"/>
                          <a:pt x="203" y="98"/>
                        </a:cubicBez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62" name="Google Shape;4862;p22"/>
                  <p:cNvSpPr/>
                  <p:nvPr/>
                </p:nvSpPr>
                <p:spPr>
                  <a:xfrm>
                    <a:off x="-130962" y="4259600"/>
                    <a:ext cx="523875" cy="403225"/>
                  </a:xfrm>
                  <a:custGeom>
                    <a:rect b="b" l="l" r="r" t="t"/>
                    <a:pathLst>
                      <a:path extrusionOk="0" h="107" w="139">
                        <a:moveTo>
                          <a:pt x="33" y="74"/>
                        </a:moveTo>
                        <a:cubicBezTo>
                          <a:pt x="33" y="74"/>
                          <a:pt x="33" y="74"/>
                          <a:pt x="33" y="74"/>
                        </a:cubicBezTo>
                        <a:cubicBezTo>
                          <a:pt x="35" y="74"/>
                          <a:pt x="37" y="75"/>
                          <a:pt x="38" y="76"/>
                        </a:cubicBezTo>
                        <a:cubicBezTo>
                          <a:pt x="39" y="77"/>
                          <a:pt x="39" y="78"/>
                          <a:pt x="39" y="79"/>
                        </a:cubicBezTo>
                        <a:cubicBezTo>
                          <a:pt x="39" y="82"/>
                          <a:pt x="36" y="84"/>
                          <a:pt x="33" y="84"/>
                        </a:cubicBezTo>
                        <a:cubicBezTo>
                          <a:pt x="33" y="84"/>
                          <a:pt x="33" y="84"/>
                          <a:pt x="33" y="84"/>
                        </a:cubicBezTo>
                        <a:cubicBezTo>
                          <a:pt x="33" y="84"/>
                          <a:pt x="32" y="84"/>
                          <a:pt x="32" y="84"/>
                        </a:cubicBezTo>
                        <a:cubicBezTo>
                          <a:pt x="30" y="84"/>
                          <a:pt x="27" y="82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9"/>
                          <a:pt x="27" y="79"/>
                          <a:pt x="27" y="79"/>
                        </a:cubicBezTo>
                        <a:cubicBezTo>
                          <a:pt x="27" y="78"/>
                          <a:pt x="27" y="78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8" y="77"/>
                          <a:pt x="28" y="77"/>
                          <a:pt x="28" y="77"/>
                        </a:cubicBezTo>
                        <a:cubicBezTo>
                          <a:pt x="29" y="75"/>
                          <a:pt x="30" y="74"/>
                          <a:pt x="32" y="74"/>
                        </a:cubicBezTo>
                        <a:cubicBezTo>
                          <a:pt x="32" y="74"/>
                          <a:pt x="33" y="74"/>
                          <a:pt x="33" y="74"/>
                        </a:cubicBezTo>
                        <a:moveTo>
                          <a:pt x="79" y="87"/>
                        </a:moveTo>
                        <a:cubicBezTo>
                          <a:pt x="56" y="87"/>
                          <a:pt x="30" y="80"/>
                          <a:pt x="30" y="55"/>
                        </a:cubicBezTo>
                        <a:cubicBezTo>
                          <a:pt x="30" y="30"/>
                          <a:pt x="60" y="11"/>
                          <a:pt x="83" y="11"/>
                        </a:cubicBezTo>
                        <a:cubicBezTo>
                          <a:pt x="105" y="11"/>
                          <a:pt x="126" y="15"/>
                          <a:pt x="126" y="40"/>
                        </a:cubicBezTo>
                        <a:cubicBezTo>
                          <a:pt x="126" y="65"/>
                          <a:pt x="101" y="87"/>
                          <a:pt x="79" y="87"/>
                        </a:cubicBezTo>
                        <a:moveTo>
                          <a:pt x="76" y="0"/>
                        </a:moveTo>
                        <a:cubicBezTo>
                          <a:pt x="44" y="0"/>
                          <a:pt x="0" y="27"/>
                          <a:pt x="0" y="62"/>
                        </a:cubicBezTo>
                        <a:cubicBezTo>
                          <a:pt x="0" y="98"/>
                          <a:pt x="38" y="107"/>
                          <a:pt x="70" y="107"/>
                        </a:cubicBezTo>
                        <a:cubicBezTo>
                          <a:pt x="102" y="107"/>
                          <a:pt x="139" y="76"/>
                          <a:pt x="139" y="41"/>
                        </a:cubicBezTo>
                        <a:cubicBezTo>
                          <a:pt x="139" y="5"/>
                          <a:pt x="108" y="0"/>
                          <a:pt x="76" y="0"/>
                        </a:cubicBezTo>
                      </a:path>
                    </a:pathLst>
                  </a:custGeom>
                  <a:solidFill>
                    <a:schemeClr val="accent3"/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63" name="Google Shape;4863;p22"/>
                  <p:cNvSpPr/>
                  <p:nvPr/>
                </p:nvSpPr>
                <p:spPr>
                  <a:xfrm>
                    <a:off x="-16662" y="4300875"/>
                    <a:ext cx="361950" cy="287338"/>
                  </a:xfrm>
                  <a:custGeom>
                    <a:rect b="b" l="l" r="r" t="t"/>
                    <a:pathLst>
                      <a:path extrusionOk="0" h="76" w="96">
                        <a:moveTo>
                          <a:pt x="74" y="31"/>
                        </a:moveTo>
                        <a:cubicBezTo>
                          <a:pt x="74" y="31"/>
                          <a:pt x="74" y="31"/>
                          <a:pt x="75" y="31"/>
                        </a:cubicBezTo>
                        <a:cubicBezTo>
                          <a:pt x="79" y="31"/>
                          <a:pt x="84" y="33"/>
                          <a:pt x="87" y="36"/>
                        </a:cubicBezTo>
                        <a:cubicBezTo>
                          <a:pt x="89" y="38"/>
                          <a:pt x="91" y="40"/>
                          <a:pt x="91" y="43"/>
                        </a:cubicBezTo>
                        <a:cubicBezTo>
                          <a:pt x="91" y="51"/>
                          <a:pt x="83" y="57"/>
                          <a:pt x="75" y="57"/>
                        </a:cubicBezTo>
                        <a:cubicBezTo>
                          <a:pt x="74" y="57"/>
                          <a:pt x="74" y="57"/>
                          <a:pt x="73" y="57"/>
                        </a:cubicBezTo>
                        <a:cubicBezTo>
                          <a:pt x="73" y="57"/>
                          <a:pt x="73" y="57"/>
                          <a:pt x="73" y="57"/>
                        </a:cubicBezTo>
                        <a:cubicBezTo>
                          <a:pt x="65" y="57"/>
                          <a:pt x="60" y="51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4"/>
                          <a:pt x="60" y="44"/>
                          <a:pt x="60" y="44"/>
                        </a:cubicBezTo>
                        <a:cubicBezTo>
                          <a:pt x="60" y="42"/>
                          <a:pt x="60" y="40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1" y="38"/>
                          <a:pt x="61" y="38"/>
                          <a:pt x="61" y="38"/>
                        </a:cubicBezTo>
                        <a:cubicBezTo>
                          <a:pt x="63" y="34"/>
                          <a:pt x="68" y="31"/>
                          <a:pt x="73" y="31"/>
                        </a:cubicBezTo>
                        <a:cubicBezTo>
                          <a:pt x="73" y="31"/>
                          <a:pt x="73" y="31"/>
                          <a:pt x="74" y="31"/>
                        </a:cubicBezTo>
                        <a:moveTo>
                          <a:pt x="25" y="24"/>
                        </a:moveTo>
                        <a:cubicBezTo>
                          <a:pt x="25" y="24"/>
                          <a:pt x="25" y="24"/>
                          <a:pt x="26" y="24"/>
                        </a:cubicBezTo>
                        <a:cubicBezTo>
                          <a:pt x="29" y="24"/>
                          <a:pt x="32" y="25"/>
                          <a:pt x="34" y="27"/>
                        </a:cubicBezTo>
                        <a:cubicBezTo>
                          <a:pt x="35" y="29"/>
                          <a:pt x="36" y="30"/>
                          <a:pt x="36" y="32"/>
                        </a:cubicBezTo>
                        <a:cubicBezTo>
                          <a:pt x="36" y="37"/>
                          <a:pt x="31" y="41"/>
                          <a:pt x="26" y="41"/>
                        </a:cubicBezTo>
                        <a:cubicBezTo>
                          <a:pt x="25" y="41"/>
                          <a:pt x="25" y="41"/>
                          <a:pt x="25" y="41"/>
                        </a:cubicBezTo>
                        <a:cubicBezTo>
                          <a:pt x="25" y="41"/>
                          <a:pt x="25" y="41"/>
                          <a:pt x="24" y="41"/>
                        </a:cubicBezTo>
                        <a:cubicBezTo>
                          <a:pt x="20" y="41"/>
                          <a:pt x="16" y="37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3"/>
                          <a:pt x="16" y="33"/>
                          <a:pt x="16" y="33"/>
                        </a:cubicBezTo>
                        <a:cubicBezTo>
                          <a:pt x="16" y="31"/>
                          <a:pt x="17" y="30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8" y="26"/>
                          <a:pt x="21" y="24"/>
                          <a:pt x="24" y="24"/>
                        </a:cubicBezTo>
                        <a:cubicBezTo>
                          <a:pt x="25" y="24"/>
                          <a:pt x="25" y="24"/>
                          <a:pt x="25" y="24"/>
                        </a:cubicBezTo>
                        <a:moveTo>
                          <a:pt x="53" y="0"/>
                        </a:moveTo>
                        <a:cubicBezTo>
                          <a:pt x="30" y="0"/>
                          <a:pt x="0" y="19"/>
                          <a:pt x="0" y="44"/>
                        </a:cubicBezTo>
                        <a:cubicBezTo>
                          <a:pt x="0" y="69"/>
                          <a:pt x="26" y="76"/>
                          <a:pt x="49" y="76"/>
                        </a:cubicBezTo>
                        <a:cubicBezTo>
                          <a:pt x="71" y="76"/>
                          <a:pt x="96" y="54"/>
                          <a:pt x="96" y="29"/>
                        </a:cubicBezTo>
                        <a:cubicBezTo>
                          <a:pt x="96" y="4"/>
                          <a:pt x="75" y="0"/>
                          <a:pt x="53" y="0"/>
                        </a:cubicBezTo>
                      </a:path>
                    </a:pathLst>
                  </a:custGeom>
                  <a:solidFill>
                    <a:srgbClr val="191919">
                      <a:alpha val="25000"/>
                    </a:srgbClr>
                  </a:solidFill>
                  <a:ln cap="flat" cmpd="sng" w="9525">
                    <a:solidFill>
                      <a:schemeClr val="accen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864" name="Google Shape;4864;p22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65" name="Google Shape;4865;p22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rgbClr val="191919">
                    <a:alpha val="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66" name="Google Shape;4866;p22"/>
                <p:cNvSpPr/>
                <p:nvPr/>
              </p:nvSpPr>
              <p:spPr>
                <a:xfrm>
                  <a:off x="638975" y="4546938"/>
                  <a:ext cx="115888" cy="96838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4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19"/>
                        <a:pt x="31" y="12"/>
                      </a:cubicBezTo>
                      <a:cubicBezTo>
                        <a:pt x="31" y="9"/>
                        <a:pt x="30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67" name="Google Shape;4867;p22"/>
                <p:cNvSpPr/>
                <p:nvPr/>
              </p:nvSpPr>
              <p:spPr>
                <a:xfrm>
                  <a:off x="638975" y="4546938"/>
                  <a:ext cx="101600" cy="96838"/>
                </a:xfrm>
                <a:custGeom>
                  <a:rect b="b" l="l" r="r" t="t"/>
                  <a:pathLst>
                    <a:path extrusionOk="0" h="26" w="27">
                      <a:moveTo>
                        <a:pt x="27" y="12"/>
                      </a:moveTo>
                      <a:cubicBezTo>
                        <a:pt x="27" y="19"/>
                        <a:pt x="20" y="26"/>
                        <a:pt x="13" y="26"/>
                      </a:cubicBezTo>
                      <a:cubicBezTo>
                        <a:pt x="6" y="26"/>
                        <a:pt x="0" y="20"/>
                        <a:pt x="0" y="13"/>
                      </a:cubicBezTo>
                      <a:cubicBezTo>
                        <a:pt x="0" y="11"/>
                        <a:pt x="0" y="9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3" y="3"/>
                        <a:pt x="8" y="0"/>
                        <a:pt x="13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68" name="Google Shape;4868;p22"/>
                <p:cNvSpPr/>
                <p:nvPr/>
              </p:nvSpPr>
              <p:spPr>
                <a:xfrm>
                  <a:off x="642150" y="4546938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23" y="8"/>
                      </a:moveTo>
                      <a:cubicBezTo>
                        <a:pt x="23" y="14"/>
                        <a:pt x="17" y="19"/>
                        <a:pt x="11" y="19"/>
                      </a:cubicBezTo>
                      <a:cubicBezTo>
                        <a:pt x="5" y="19"/>
                        <a:pt x="0" y="14"/>
                        <a:pt x="0" y="8"/>
                      </a:cubicBezTo>
                      <a:cubicBezTo>
                        <a:pt x="0" y="8"/>
                        <a:pt x="0" y="8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3"/>
                        <a:pt x="7" y="0"/>
                        <a:pt x="12" y="0"/>
                      </a:cubicBezTo>
                      <a:cubicBezTo>
                        <a:pt x="16" y="0"/>
                        <a:pt x="20" y="2"/>
                        <a:pt x="23" y="5"/>
                      </a:cubicBezTo>
                      <a:cubicBezTo>
                        <a:pt x="23" y="6"/>
                        <a:pt x="23" y="7"/>
                        <a:pt x="23" y="8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69" name="Google Shape;4869;p22"/>
                <p:cNvSpPr/>
                <p:nvPr/>
              </p:nvSpPr>
              <p:spPr>
                <a:xfrm>
                  <a:off x="664375" y="4572338"/>
                  <a:ext cx="348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0" name="Google Shape;4870;p22"/>
                <p:cNvSpPr/>
                <p:nvPr/>
              </p:nvSpPr>
              <p:spPr>
                <a:xfrm>
                  <a:off x="604050" y="440723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0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2"/>
                        <a:pt x="5" y="3"/>
                        <a:pt x="5" y="4"/>
                      </a:cubicBezTo>
                      <a:cubicBezTo>
                        <a:pt x="5" y="6"/>
                        <a:pt x="2" y="8"/>
                        <a:pt x="0" y="9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3" y="9"/>
                        <a:pt x="6" y="6"/>
                        <a:pt x="6" y="4"/>
                      </a:cubicBezTo>
                      <a:cubicBezTo>
                        <a:pt x="6" y="3"/>
                        <a:pt x="6" y="2"/>
                        <a:pt x="5" y="1"/>
                      </a:cubicBezTo>
                      <a:cubicBezTo>
                        <a:pt x="4" y="0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1" name="Google Shape;4871;p22"/>
                <p:cNvSpPr/>
                <p:nvPr/>
              </p:nvSpPr>
              <p:spPr>
                <a:xfrm>
                  <a:off x="585000" y="440723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4"/>
                      </a:moveTo>
                      <a:cubicBezTo>
                        <a:pt x="10" y="6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4"/>
                      </a:cubicBezTo>
                      <a:cubicBezTo>
                        <a:pt x="0" y="3"/>
                        <a:pt x="0" y="3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3" y="0"/>
                        <a:pt x="5" y="0"/>
                      </a:cubicBezTo>
                      <a:cubicBezTo>
                        <a:pt x="6" y="0"/>
                        <a:pt x="8" y="0"/>
                        <a:pt x="8" y="1"/>
                      </a:cubicBezTo>
                      <a:cubicBezTo>
                        <a:pt x="9" y="2"/>
                        <a:pt x="10" y="3"/>
                        <a:pt x="10" y="4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2" name="Google Shape;4872;p22"/>
                <p:cNvSpPr/>
                <p:nvPr/>
              </p:nvSpPr>
              <p:spPr>
                <a:xfrm>
                  <a:off x="589763" y="4407238"/>
                  <a:ext cx="30163" cy="22225"/>
                </a:xfrm>
                <a:custGeom>
                  <a:rect b="b" l="l" r="r" t="t"/>
                  <a:pathLst>
                    <a:path extrusionOk="0" h="6" w="8">
                      <a:moveTo>
                        <a:pt x="8" y="2"/>
                      </a:moveTo>
                      <a:cubicBezTo>
                        <a:pt x="8" y="4"/>
                        <a:pt x="6" y="6"/>
                        <a:pt x="3" y="6"/>
                      </a:cubicBezTo>
                      <a:cubicBezTo>
                        <a:pt x="1" y="6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2" y="0"/>
                        <a:pt x="4" y="0"/>
                      </a:cubicBezTo>
                      <a:cubicBezTo>
                        <a:pt x="5" y="0"/>
                        <a:pt x="7" y="0"/>
                        <a:pt x="7" y="1"/>
                      </a:cubicBezTo>
                      <a:cubicBezTo>
                        <a:pt x="8" y="2"/>
                        <a:pt x="8" y="2"/>
                        <a:pt x="8" y="2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3" name="Google Shape;4873;p22"/>
                <p:cNvSpPr/>
                <p:nvPr/>
              </p:nvSpPr>
              <p:spPr>
                <a:xfrm>
                  <a:off x="597700" y="4415175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4" name="Google Shape;4874;p22"/>
                <p:cNvSpPr/>
                <p:nvPr/>
              </p:nvSpPr>
              <p:spPr>
                <a:xfrm>
                  <a:off x="272263" y="4889838"/>
                  <a:ext cx="42862" cy="60325"/>
                </a:xfrm>
                <a:custGeom>
                  <a:rect b="b" l="l" r="r" t="t"/>
                  <a:pathLst>
                    <a:path extrusionOk="0" h="16" w="1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5" y="16"/>
                        <a:pt x="11" y="12"/>
                        <a:pt x="11" y="8"/>
                      </a:cubicBezTo>
                      <a:cubicBezTo>
                        <a:pt x="11" y="6"/>
                        <a:pt x="10" y="4"/>
                        <a:pt x="8" y="3"/>
                      </a:cubicBezTo>
                      <a:cubicBezTo>
                        <a:pt x="6" y="1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5" name="Google Shape;4875;p22"/>
                <p:cNvSpPr/>
                <p:nvPr/>
              </p:nvSpPr>
              <p:spPr>
                <a:xfrm>
                  <a:off x="238925" y="4889838"/>
                  <a:ext cx="63500" cy="60325"/>
                </a:xfrm>
                <a:custGeom>
                  <a:rect b="b" l="l" r="r" t="t"/>
                  <a:pathLst>
                    <a:path extrusionOk="0" h="16" w="17">
                      <a:moveTo>
                        <a:pt x="17" y="8"/>
                      </a:moveTo>
                      <a:cubicBezTo>
                        <a:pt x="17" y="12"/>
                        <a:pt x="12" y="16"/>
                        <a:pt x="8" y="16"/>
                      </a:cubicBezTo>
                      <a:cubicBezTo>
                        <a:pt x="3" y="16"/>
                        <a:pt x="0" y="13"/>
                        <a:pt x="0" y="8"/>
                      </a:cubicBezTo>
                      <a:cubicBezTo>
                        <a:pt x="0" y="7"/>
                        <a:pt x="0" y="6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1" y="0"/>
                        <a:pt x="13" y="1"/>
                        <a:pt x="15" y="3"/>
                      </a:cubicBezTo>
                      <a:cubicBezTo>
                        <a:pt x="16" y="4"/>
                        <a:pt x="17" y="6"/>
                        <a:pt x="17" y="8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6" name="Google Shape;4876;p22"/>
                <p:cNvSpPr/>
                <p:nvPr/>
              </p:nvSpPr>
              <p:spPr>
                <a:xfrm>
                  <a:off x="242100" y="4889838"/>
                  <a:ext cx="53975" cy="44450"/>
                </a:xfrm>
                <a:custGeom>
                  <a:rect b="b" l="l" r="r" t="t"/>
                  <a:pathLst>
                    <a:path extrusionOk="0" h="12" w="14">
                      <a:moveTo>
                        <a:pt x="14" y="5"/>
                      </a:moveTo>
                      <a:cubicBezTo>
                        <a:pt x="14" y="9"/>
                        <a:pt x="10" y="12"/>
                        <a:pt x="7" y="12"/>
                      </a:cubicBezTo>
                      <a:cubicBezTo>
                        <a:pt x="3" y="12"/>
                        <a:pt x="0" y="9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4" y="4"/>
                        <a:pt x="14" y="4"/>
                        <a:pt x="14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7" name="Google Shape;4877;p22"/>
                <p:cNvSpPr/>
                <p:nvPr/>
              </p:nvSpPr>
              <p:spPr>
                <a:xfrm>
                  <a:off x="254800" y="4904125"/>
                  <a:ext cx="22200" cy="237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8" name="Google Shape;4878;p22"/>
                <p:cNvSpPr/>
                <p:nvPr/>
              </p:nvSpPr>
              <p:spPr>
                <a:xfrm>
                  <a:off x="-315112" y="4470738"/>
                  <a:ext cx="60325" cy="87312"/>
                </a:xfrm>
                <a:custGeom>
                  <a:rect b="b" l="l" r="r" t="t"/>
                  <a:pathLst>
                    <a:path extrusionOk="0" h="23" w="16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4" y="0"/>
                        <a:pt x="7" y="1"/>
                        <a:pt x="9" y="4"/>
                      </a:cubicBezTo>
                      <a:cubicBezTo>
                        <a:pt x="9" y="4"/>
                        <a:pt x="9" y="4"/>
                        <a:pt x="9" y="4"/>
                      </a:cubicBezTo>
                      <a:cubicBezTo>
                        <a:pt x="11" y="6"/>
                        <a:pt x="12" y="8"/>
                        <a:pt x="12" y="11"/>
                      </a:cubicBezTo>
                      <a:cubicBezTo>
                        <a:pt x="12" y="17"/>
                        <a:pt x="6" y="22"/>
                        <a:pt x="0" y="23"/>
                      </a:cubicBezTo>
                      <a:cubicBezTo>
                        <a:pt x="1" y="23"/>
                        <a:pt x="1" y="23"/>
                        <a:pt x="1" y="23"/>
                      </a:cubicBezTo>
                      <a:cubicBezTo>
                        <a:pt x="9" y="23"/>
                        <a:pt x="16" y="17"/>
                        <a:pt x="16" y="11"/>
                      </a:cubicBezTo>
                      <a:cubicBezTo>
                        <a:pt x="16" y="8"/>
                        <a:pt x="15" y="6"/>
                        <a:pt x="12" y="4"/>
                      </a:cubicBezTo>
                      <a:cubicBezTo>
                        <a:pt x="10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9" name="Google Shape;4879;p22"/>
                <p:cNvSpPr/>
                <p:nvPr/>
              </p:nvSpPr>
              <p:spPr>
                <a:xfrm>
                  <a:off x="-359562" y="4470738"/>
                  <a:ext cx="90488" cy="87312"/>
                </a:xfrm>
                <a:custGeom>
                  <a:rect b="b" l="l" r="r" t="t"/>
                  <a:pathLst>
                    <a:path extrusionOk="0" h="23" w="24">
                      <a:moveTo>
                        <a:pt x="24" y="11"/>
                      </a:moveTo>
                      <a:cubicBezTo>
                        <a:pt x="24" y="17"/>
                        <a:pt x="18" y="23"/>
                        <a:pt x="11" y="23"/>
                      </a:cubicBezTo>
                      <a:cubicBezTo>
                        <a:pt x="5" y="23"/>
                        <a:pt x="0" y="18"/>
                        <a:pt x="0" y="11"/>
                      </a:cubicBezTo>
                      <a:cubicBezTo>
                        <a:pt x="0" y="9"/>
                        <a:pt x="0" y="8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3" y="2"/>
                        <a:pt x="7" y="0"/>
                        <a:pt x="11" y="0"/>
                      </a:cubicBezTo>
                      <a:cubicBezTo>
                        <a:pt x="15" y="0"/>
                        <a:pt x="19" y="1"/>
                        <a:pt x="21" y="4"/>
                      </a:cubicBezTo>
                      <a:cubicBezTo>
                        <a:pt x="23" y="6"/>
                        <a:pt x="24" y="8"/>
                        <a:pt x="24" y="11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0" name="Google Shape;4880;p22"/>
                <p:cNvSpPr/>
                <p:nvPr/>
              </p:nvSpPr>
              <p:spPr>
                <a:xfrm>
                  <a:off x="-356387" y="4470738"/>
                  <a:ext cx="79375" cy="65088"/>
                </a:xfrm>
                <a:custGeom>
                  <a:rect b="b" l="l" r="r" t="t"/>
                  <a:pathLst>
                    <a:path extrusionOk="0" h="17" w="21">
                      <a:moveTo>
                        <a:pt x="21" y="7"/>
                      </a:moveTo>
                      <a:cubicBezTo>
                        <a:pt x="21" y="12"/>
                        <a:pt x="15" y="17"/>
                        <a:pt x="10" y="17"/>
                      </a:cubicBezTo>
                      <a:cubicBezTo>
                        <a:pt x="5" y="17"/>
                        <a:pt x="0" y="12"/>
                        <a:pt x="0" y="7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2" y="2"/>
                        <a:pt x="6" y="0"/>
                        <a:pt x="10" y="0"/>
                      </a:cubicBezTo>
                      <a:cubicBezTo>
                        <a:pt x="14" y="0"/>
                        <a:pt x="18" y="1"/>
                        <a:pt x="20" y="4"/>
                      </a:cubicBezTo>
                      <a:cubicBezTo>
                        <a:pt x="21" y="5"/>
                        <a:pt x="21" y="6"/>
                        <a:pt x="21" y="7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1" name="Google Shape;4881;p22"/>
                <p:cNvSpPr/>
                <p:nvPr/>
              </p:nvSpPr>
              <p:spPr>
                <a:xfrm>
                  <a:off x="-337337" y="4492963"/>
                  <a:ext cx="33300" cy="270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2" name="Google Shape;4882;p22"/>
                <p:cNvSpPr/>
                <p:nvPr/>
              </p:nvSpPr>
              <p:spPr>
                <a:xfrm>
                  <a:off x="-345275" y="4365963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6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5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3" name="Google Shape;4883;p22"/>
                <p:cNvSpPr/>
                <p:nvPr/>
              </p:nvSpPr>
              <p:spPr>
                <a:xfrm>
                  <a:off x="-375437" y="4365963"/>
                  <a:ext cx="60325" cy="60325"/>
                </a:xfrm>
                <a:custGeom>
                  <a:rect b="b" l="l" r="r" t="t"/>
                  <a:pathLst>
                    <a:path extrusionOk="0" h="16" w="16">
                      <a:moveTo>
                        <a:pt x="16" y="7"/>
                      </a:moveTo>
                      <a:cubicBezTo>
                        <a:pt x="16" y="12"/>
                        <a:pt x="12" y="16"/>
                        <a:pt x="8" y="16"/>
                      </a:cubicBezTo>
                      <a:cubicBezTo>
                        <a:pt x="3" y="16"/>
                        <a:pt x="0" y="12"/>
                        <a:pt x="0" y="8"/>
                      </a:cubicBezTo>
                      <a:cubicBezTo>
                        <a:pt x="0" y="6"/>
                        <a:pt x="0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3" y="1"/>
                        <a:pt x="14" y="3"/>
                      </a:cubicBezTo>
                      <a:cubicBezTo>
                        <a:pt x="16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4" name="Google Shape;4884;p22"/>
                <p:cNvSpPr/>
                <p:nvPr/>
              </p:nvSpPr>
              <p:spPr>
                <a:xfrm>
                  <a:off x="-370675" y="4365963"/>
                  <a:ext cx="52388" cy="41275"/>
                </a:xfrm>
                <a:custGeom>
                  <a:rect b="b" l="l" r="r" t="t"/>
                  <a:pathLst>
                    <a:path extrusionOk="0" h="11" w="14">
                      <a:moveTo>
                        <a:pt x="14" y="4"/>
                      </a:moveTo>
                      <a:cubicBezTo>
                        <a:pt x="14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2" y="1"/>
                        <a:pt x="13" y="3"/>
                      </a:cubicBezTo>
                      <a:cubicBezTo>
                        <a:pt x="14" y="3"/>
                        <a:pt x="14" y="4"/>
                        <a:pt x="14" y="4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5" name="Google Shape;4885;p22"/>
                <p:cNvSpPr/>
                <p:nvPr/>
              </p:nvSpPr>
              <p:spPr>
                <a:xfrm>
                  <a:off x="-307175" y="4286588"/>
                  <a:ext cx="22225" cy="33338"/>
                </a:xfrm>
                <a:custGeom>
                  <a:rect b="b" l="l" r="r" t="t"/>
                  <a:pathLst>
                    <a:path extrusionOk="0" h="9" w="6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2" y="1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7"/>
                        <a:pt x="3" y="9"/>
                        <a:pt x="0" y="9"/>
                      </a:cubicBezTo>
                      <a:cubicBezTo>
                        <a:pt x="0" y="9"/>
                        <a:pt x="1" y="9"/>
                        <a:pt x="1" y="9"/>
                      </a:cubicBezTo>
                      <a:cubicBezTo>
                        <a:pt x="4" y="9"/>
                        <a:pt x="6" y="7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6" name="Google Shape;4886;p22"/>
                <p:cNvSpPr/>
                <p:nvPr/>
              </p:nvSpPr>
              <p:spPr>
                <a:xfrm>
                  <a:off x="-326225" y="4286588"/>
                  <a:ext cx="38100" cy="33338"/>
                </a:xfrm>
                <a:custGeom>
                  <a:rect b="b" l="l" r="r" t="t"/>
                  <a:pathLst>
                    <a:path extrusionOk="0" h="9" w="10">
                      <a:moveTo>
                        <a:pt x="10" y="5"/>
                      </a:moveTo>
                      <a:cubicBezTo>
                        <a:pt x="10" y="7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5"/>
                      </a:cubicBezTo>
                      <a:cubicBezTo>
                        <a:pt x="0" y="4"/>
                        <a:pt x="1" y="4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1"/>
                        <a:pt x="3" y="0"/>
                        <a:pt x="5" y="0"/>
                      </a:cubicBezTo>
                      <a:cubicBezTo>
                        <a:pt x="6" y="0"/>
                        <a:pt x="8" y="1"/>
                        <a:pt x="9" y="2"/>
                      </a:cubicBezTo>
                      <a:cubicBezTo>
                        <a:pt x="9" y="3"/>
                        <a:pt x="10" y="4"/>
                        <a:pt x="10" y="5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7" name="Google Shape;4887;p22"/>
                <p:cNvSpPr/>
                <p:nvPr/>
              </p:nvSpPr>
              <p:spPr>
                <a:xfrm>
                  <a:off x="-323050" y="4286588"/>
                  <a:ext cx="30163" cy="25400"/>
                </a:xfrm>
                <a:custGeom>
                  <a:rect b="b" l="l" r="r" t="t"/>
                  <a:pathLst>
                    <a:path extrusionOk="0" h="7" w="8">
                      <a:moveTo>
                        <a:pt x="8" y="3"/>
                      </a:moveTo>
                      <a:cubicBezTo>
                        <a:pt x="8" y="5"/>
                        <a:pt x="6" y="7"/>
                        <a:pt x="4" y="7"/>
                      </a:cubicBezTo>
                      <a:cubicBezTo>
                        <a:pt x="2" y="7"/>
                        <a:pt x="0" y="5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5" y="0"/>
                        <a:pt x="7" y="1"/>
                        <a:pt x="8" y="2"/>
                      </a:cubicBezTo>
                      <a:cubicBezTo>
                        <a:pt x="8" y="2"/>
                        <a:pt x="8" y="3"/>
                        <a:pt x="8" y="3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8" name="Google Shape;4888;p22"/>
                <p:cNvSpPr/>
                <p:nvPr/>
              </p:nvSpPr>
              <p:spPr>
                <a:xfrm>
                  <a:off x="-315112" y="4297700"/>
                  <a:ext cx="111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9" name="Google Shape;4889;p22"/>
                <p:cNvSpPr/>
                <p:nvPr/>
              </p:nvSpPr>
              <p:spPr>
                <a:xfrm>
                  <a:off x="-70637" y="4070688"/>
                  <a:ext cx="38100" cy="57150"/>
                </a:xfrm>
                <a:custGeom>
                  <a:rect b="b" l="l" r="r" t="t"/>
                  <a:pathLst>
                    <a:path extrusionOk="0" h="15" w="10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4"/>
                        <a:pt x="8" y="5"/>
                        <a:pt x="8" y="7"/>
                      </a:cubicBezTo>
                      <a:cubicBezTo>
                        <a:pt x="8" y="11"/>
                        <a:pt x="4" y="15"/>
                        <a:pt x="0" y="15"/>
                      </a:cubicBezTo>
                      <a:cubicBezTo>
                        <a:pt x="0" y="15"/>
                        <a:pt x="0" y="15"/>
                        <a:pt x="1" y="15"/>
                      </a:cubicBezTo>
                      <a:cubicBezTo>
                        <a:pt x="5" y="15"/>
                        <a:pt x="10" y="11"/>
                        <a:pt x="10" y="7"/>
                      </a:cubicBezTo>
                      <a:cubicBezTo>
                        <a:pt x="10" y="5"/>
                        <a:pt x="9" y="4"/>
                        <a:pt x="8" y="3"/>
                      </a:cubicBezTo>
                      <a:cubicBezTo>
                        <a:pt x="6" y="1"/>
                        <a:pt x="3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0" name="Google Shape;4890;p22"/>
                <p:cNvSpPr/>
                <p:nvPr/>
              </p:nvSpPr>
              <p:spPr>
                <a:xfrm>
                  <a:off x="-100800" y="4070688"/>
                  <a:ext cx="60325" cy="57150"/>
                </a:xfrm>
                <a:custGeom>
                  <a:rect b="b" l="l" r="r" t="t"/>
                  <a:pathLst>
                    <a:path extrusionOk="0" h="15" w="16">
                      <a:moveTo>
                        <a:pt x="16" y="7"/>
                      </a:moveTo>
                      <a:cubicBezTo>
                        <a:pt x="16" y="11"/>
                        <a:pt x="12" y="15"/>
                        <a:pt x="8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ubicBezTo>
                        <a:pt x="0" y="6"/>
                        <a:pt x="1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2"/>
                        <a:pt x="5" y="0"/>
                        <a:pt x="8" y="0"/>
                      </a:cubicBezTo>
                      <a:cubicBezTo>
                        <a:pt x="10" y="0"/>
                        <a:pt x="12" y="1"/>
                        <a:pt x="14" y="3"/>
                      </a:cubicBezTo>
                      <a:cubicBezTo>
                        <a:pt x="15" y="4"/>
                        <a:pt x="16" y="5"/>
                        <a:pt x="16" y="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1" name="Google Shape;4891;p22"/>
                <p:cNvSpPr/>
                <p:nvPr/>
              </p:nvSpPr>
              <p:spPr>
                <a:xfrm>
                  <a:off x="-96037" y="4070688"/>
                  <a:ext cx="49213" cy="42862"/>
                </a:xfrm>
                <a:custGeom>
                  <a:rect b="b" l="l" r="r" t="t"/>
                  <a:pathLst>
                    <a:path extrusionOk="0" h="11" w="13">
                      <a:moveTo>
                        <a:pt x="13" y="5"/>
                      </a:moveTo>
                      <a:cubicBezTo>
                        <a:pt x="13" y="8"/>
                        <a:pt x="10" y="11"/>
                        <a:pt x="6" y="11"/>
                      </a:cubicBez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4" y="0"/>
                        <a:pt x="7" y="0"/>
                      </a:cubicBezTo>
                      <a:cubicBezTo>
                        <a:pt x="9" y="0"/>
                        <a:pt x="11" y="1"/>
                        <a:pt x="13" y="3"/>
                      </a:cubicBezTo>
                      <a:cubicBezTo>
                        <a:pt x="13" y="3"/>
                        <a:pt x="13" y="4"/>
                        <a:pt x="13" y="5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2" name="Google Shape;4892;p22"/>
                <p:cNvSpPr/>
                <p:nvPr/>
              </p:nvSpPr>
              <p:spPr>
                <a:xfrm>
                  <a:off x="-84925" y="4086563"/>
                  <a:ext cx="19200" cy="19200"/>
                </a:xfrm>
                <a:prstGeom prst="ellipse">
                  <a:avLst/>
                </a:pr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3" name="Google Shape;4893;p22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4" name="Google Shape;4894;p22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5" name="Google Shape;4895;p22"/>
                <p:cNvSpPr/>
                <p:nvPr/>
              </p:nvSpPr>
              <p:spPr>
                <a:xfrm>
                  <a:off x="208763" y="4418350"/>
                  <a:ext cx="117475" cy="98425"/>
                </a:xfrm>
                <a:custGeom>
                  <a:rect b="b" l="l" r="r" t="t"/>
                  <a:pathLst>
                    <a:path extrusionOk="0" h="26" w="31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15" y="0"/>
                      </a:move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7" y="0"/>
                        <a:pt x="21" y="2"/>
                        <a:pt x="24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7"/>
                        <a:pt x="27" y="9"/>
                        <a:pt x="27" y="12"/>
                      </a:cubicBezTo>
                      <a:cubicBezTo>
                        <a:pt x="27" y="19"/>
                        <a:pt x="20" y="25"/>
                        <a:pt x="13" y="26"/>
                      </a:cubicBezTo>
                      <a:cubicBezTo>
                        <a:pt x="14" y="26"/>
                        <a:pt x="14" y="26"/>
                        <a:pt x="15" y="26"/>
                      </a:cubicBezTo>
                      <a:cubicBezTo>
                        <a:pt x="23" y="26"/>
                        <a:pt x="31" y="20"/>
                        <a:pt x="31" y="12"/>
                      </a:cubicBezTo>
                      <a:cubicBezTo>
                        <a:pt x="31" y="9"/>
                        <a:pt x="29" y="7"/>
                        <a:pt x="27" y="5"/>
                      </a:cubicBezTo>
                      <a:cubicBezTo>
                        <a:pt x="24" y="2"/>
                        <a:pt x="19" y="0"/>
                        <a:pt x="15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6" name="Google Shape;4896;p22"/>
                <p:cNvSpPr/>
                <p:nvPr/>
              </p:nvSpPr>
              <p:spPr>
                <a:xfrm>
                  <a:off x="208763" y="4445338"/>
                  <a:ext cx="49213" cy="71437"/>
                </a:xfrm>
                <a:custGeom>
                  <a:rect b="b" l="l" r="r" t="t"/>
                  <a:pathLst>
                    <a:path extrusionOk="0" h="19" w="13">
                      <a:moveTo>
                        <a:pt x="0" y="6"/>
                      </a:moveTo>
                      <a:cubicBezTo>
                        <a:pt x="0" y="13"/>
                        <a:pt x="5" y="19"/>
                        <a:pt x="13" y="19"/>
                      </a:cubicBezTo>
                      <a:cubicBezTo>
                        <a:pt x="13" y="19"/>
                        <a:pt x="13" y="19"/>
                        <a:pt x="13" y="19"/>
                      </a:cubicBezTo>
                      <a:cubicBezTo>
                        <a:pt x="6" y="18"/>
                        <a:pt x="0" y="13"/>
                        <a:pt x="0" y="6"/>
                      </a:cubicBezTo>
                      <a:moveTo>
                        <a:pt x="1" y="0"/>
                      </a:moveTo>
                      <a:cubicBezTo>
                        <a:pt x="0" y="2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4"/>
                        <a:pt x="0" y="2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7" name="Google Shape;4897;p22"/>
                <p:cNvSpPr/>
                <p:nvPr/>
              </p:nvSpPr>
              <p:spPr>
                <a:xfrm>
                  <a:off x="208763" y="4437400"/>
                  <a:ext cx="101600" cy="79375"/>
                </a:xfrm>
                <a:custGeom>
                  <a:rect b="b" l="l" r="r" t="t"/>
                  <a:pathLst>
                    <a:path extrusionOk="0" h="21" w="27">
                      <a:moveTo>
                        <a:pt x="24" y="0"/>
                      </a:moveTo>
                      <a:cubicBezTo>
                        <a:pt x="24" y="1"/>
                        <a:pt x="24" y="2"/>
                        <a:pt x="24" y="3"/>
                      </a:cubicBezTo>
                      <a:cubicBezTo>
                        <a:pt x="24" y="9"/>
                        <a:pt x="18" y="14"/>
                        <a:pt x="12" y="14"/>
                      </a:cubicBezTo>
                      <a:cubicBezTo>
                        <a:pt x="6" y="14"/>
                        <a:pt x="1" y="9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4"/>
                        <a:pt x="0" y="6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5"/>
                        <a:pt x="6" y="20"/>
                        <a:pt x="13" y="21"/>
                      </a:cubicBezTo>
                      <a:cubicBezTo>
                        <a:pt x="20" y="20"/>
                        <a:pt x="27" y="14"/>
                        <a:pt x="27" y="7"/>
                      </a:cubicBezTo>
                      <a:cubicBezTo>
                        <a:pt x="27" y="4"/>
                        <a:pt x="26" y="2"/>
                        <a:pt x="24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8" name="Google Shape;4898;p22"/>
                <p:cNvSpPr/>
                <p:nvPr/>
              </p:nvSpPr>
              <p:spPr>
                <a:xfrm>
                  <a:off x="211938" y="4418350"/>
                  <a:ext cx="49213" cy="30163"/>
                </a:xfrm>
                <a:custGeom>
                  <a:rect b="b" l="l" r="r" t="t"/>
                  <a:pathLst>
                    <a:path extrusionOk="0" h="8" w="13">
                      <a:moveTo>
                        <a:pt x="12" y="0"/>
                      </a:moveTo>
                      <a:cubicBezTo>
                        <a:pt x="7" y="0"/>
                        <a:pt x="2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3" y="3"/>
                        <a:pt x="7" y="1"/>
                        <a:pt x="13" y="0"/>
                      </a:cubicBezTo>
                      <a:cubicBezTo>
                        <a:pt x="12" y="0"/>
                        <a:pt x="12" y="0"/>
                        <a:pt x="12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9" name="Google Shape;4899;p22"/>
                <p:cNvSpPr/>
                <p:nvPr/>
              </p:nvSpPr>
              <p:spPr>
                <a:xfrm>
                  <a:off x="211938" y="4418350"/>
                  <a:ext cx="87312" cy="71437"/>
                </a:xfrm>
                <a:custGeom>
                  <a:rect b="b" l="l" r="r" t="t"/>
                  <a:pathLst>
                    <a:path extrusionOk="0" h="19" w="23">
                      <a:moveTo>
                        <a:pt x="10" y="15"/>
                      </a:moveTo>
                      <a:cubicBezTo>
                        <a:pt x="8" y="15"/>
                        <a:pt x="5" y="13"/>
                        <a:pt x="5" y="11"/>
                      </a:cubicBezTo>
                      <a:cubicBezTo>
                        <a:pt x="5" y="9"/>
                        <a:pt x="8" y="7"/>
                        <a:pt x="10" y="7"/>
                      </a:cubicBezTo>
                      <a:cubicBezTo>
                        <a:pt x="13" y="7"/>
                        <a:pt x="15" y="9"/>
                        <a:pt x="15" y="11"/>
                      </a:cubicBezTo>
                      <a:cubicBezTo>
                        <a:pt x="15" y="13"/>
                        <a:pt x="13" y="15"/>
                        <a:pt x="10" y="15"/>
                      </a:cubicBezTo>
                      <a:moveTo>
                        <a:pt x="13" y="0"/>
                      </a:moveTo>
                      <a:cubicBezTo>
                        <a:pt x="7" y="1"/>
                        <a:pt x="3" y="3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8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14"/>
                        <a:pt x="5" y="19"/>
                        <a:pt x="11" y="19"/>
                      </a:cubicBezTo>
                      <a:cubicBezTo>
                        <a:pt x="17" y="19"/>
                        <a:pt x="23" y="14"/>
                        <a:pt x="23" y="8"/>
                      </a:cubicBezTo>
                      <a:cubicBezTo>
                        <a:pt x="23" y="7"/>
                        <a:pt x="23" y="6"/>
                        <a:pt x="23" y="5"/>
                      </a:cubicBezTo>
                      <a:cubicBezTo>
                        <a:pt x="23" y="5"/>
                        <a:pt x="23" y="5"/>
                        <a:pt x="23" y="5"/>
                      </a:cubicBezTo>
                      <a:cubicBezTo>
                        <a:pt x="20" y="2"/>
                        <a:pt x="16" y="0"/>
                        <a:pt x="13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0" name="Google Shape;4900;p22"/>
                <p:cNvSpPr/>
                <p:nvPr/>
              </p:nvSpPr>
              <p:spPr>
                <a:xfrm>
                  <a:off x="230988" y="4445338"/>
                  <a:ext cx="38100" cy="303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1" name="Google Shape;4901;p22"/>
                <p:cNvSpPr/>
                <p:nvPr/>
              </p:nvSpPr>
              <p:spPr>
                <a:xfrm>
                  <a:off x="77000" y="4391363"/>
                  <a:ext cx="41275" cy="65088"/>
                </a:xfrm>
                <a:custGeom>
                  <a:rect b="b" l="l" r="r" t="t"/>
                  <a:pathLst>
                    <a:path extrusionOk="0" h="17" w="1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1"/>
                        <a:pt x="5" y="2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5"/>
                        <a:pt x="8" y="6"/>
                        <a:pt x="8" y="8"/>
                      </a:cubicBezTo>
                      <a:cubicBezTo>
                        <a:pt x="8" y="12"/>
                        <a:pt x="4" y="16"/>
                        <a:pt x="0" y="17"/>
                      </a:cubicBezTo>
                      <a:cubicBezTo>
                        <a:pt x="0" y="17"/>
                        <a:pt x="0" y="17"/>
                        <a:pt x="1" y="17"/>
                      </a:cubicBezTo>
                      <a:cubicBezTo>
                        <a:pt x="6" y="17"/>
                        <a:pt x="11" y="13"/>
                        <a:pt x="11" y="8"/>
                      </a:cubicBezTo>
                      <a:cubicBezTo>
                        <a:pt x="11" y="6"/>
                        <a:pt x="10" y="5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2" name="Google Shape;4902;p22"/>
                <p:cNvSpPr/>
                <p:nvPr/>
              </p:nvSpPr>
              <p:spPr>
                <a:xfrm>
                  <a:off x="43663" y="4410413"/>
                  <a:ext cx="33338" cy="46037"/>
                </a:xfrm>
                <a:custGeom>
                  <a:rect b="b" l="l" r="r" t="t"/>
                  <a:pathLst>
                    <a:path extrusionOk="0" h="12" w="9">
                      <a:moveTo>
                        <a:pt x="0" y="4"/>
                      </a:moveTo>
                      <a:cubicBezTo>
                        <a:pt x="0" y="8"/>
                        <a:pt x="4" y="12"/>
                        <a:pt x="8" y="12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4" y="11"/>
                        <a:pt x="0" y="8"/>
                        <a:pt x="0" y="4"/>
                      </a:cubicBezTo>
                      <a:moveTo>
                        <a:pt x="1" y="0"/>
                      </a:moveTo>
                      <a:cubicBezTo>
                        <a:pt x="1" y="1"/>
                        <a:pt x="0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3" name="Google Shape;4903;p22"/>
                <p:cNvSpPr/>
                <p:nvPr/>
              </p:nvSpPr>
              <p:spPr>
                <a:xfrm>
                  <a:off x="43663" y="4402475"/>
                  <a:ext cx="63500" cy="53975"/>
                </a:xfrm>
                <a:custGeom>
                  <a:rect b="b" l="l" r="r" t="t"/>
                  <a:pathLst>
                    <a:path extrusionOk="0" h="14" w="17">
                      <a:moveTo>
                        <a:pt x="15" y="0"/>
                      </a:moveTo>
                      <a:cubicBezTo>
                        <a:pt x="16" y="1"/>
                        <a:pt x="16" y="2"/>
                        <a:pt x="16" y="2"/>
                      </a:cubicBezTo>
                      <a:cubicBezTo>
                        <a:pt x="16" y="6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0"/>
                        <a:pt x="4" y="13"/>
                        <a:pt x="9" y="14"/>
                      </a:cubicBezTo>
                      <a:cubicBezTo>
                        <a:pt x="13" y="13"/>
                        <a:pt x="17" y="9"/>
                        <a:pt x="17" y="5"/>
                      </a:cubicBezTo>
                      <a:cubicBezTo>
                        <a:pt x="17" y="3"/>
                        <a:pt x="17" y="2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4" name="Google Shape;4904;p22"/>
                <p:cNvSpPr/>
                <p:nvPr/>
              </p:nvSpPr>
              <p:spPr>
                <a:xfrm>
                  <a:off x="46838" y="4391363"/>
                  <a:ext cx="30163" cy="19050"/>
                </a:xfrm>
                <a:custGeom>
                  <a:rect b="b" l="l" r="r" t="t"/>
                  <a:pathLst>
                    <a:path extrusionOk="0" h="5" w="8">
                      <a:moveTo>
                        <a:pt x="7" y="0"/>
                      </a:moveTo>
                      <a:cubicBezTo>
                        <a:pt x="4" y="0"/>
                        <a:pt x="1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2" y="2"/>
                        <a:pt x="5" y="1"/>
                        <a:pt x="8" y="0"/>
                      </a:cubicBezTo>
                      <a:cubicBezTo>
                        <a:pt x="8" y="0"/>
                        <a:pt x="8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5" name="Google Shape;4905;p22"/>
                <p:cNvSpPr/>
                <p:nvPr/>
              </p:nvSpPr>
              <p:spPr>
                <a:xfrm>
                  <a:off x="46838" y="4391363"/>
                  <a:ext cx="57150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10"/>
                      </a:move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5"/>
                        <a:pt x="7" y="5"/>
                      </a:cubicBezTo>
                      <a:cubicBezTo>
                        <a:pt x="8" y="5"/>
                        <a:pt x="10" y="6"/>
                        <a:pt x="10" y="7"/>
                      </a:cubicBezTo>
                      <a:cubicBezTo>
                        <a:pt x="10" y="9"/>
                        <a:pt x="8" y="10"/>
                        <a:pt x="7" y="10"/>
                      </a:cubicBezTo>
                      <a:moveTo>
                        <a:pt x="8" y="0"/>
                      </a:moveTo>
                      <a:cubicBezTo>
                        <a:pt x="5" y="1"/>
                        <a:pt x="2" y="2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9"/>
                        <a:pt x="15" y="5"/>
                      </a:cubicBezTo>
                      <a:cubicBezTo>
                        <a:pt x="15" y="5"/>
                        <a:pt x="15" y="4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2"/>
                        <a:pt x="10" y="1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6" name="Google Shape;4906;p22"/>
                <p:cNvSpPr/>
                <p:nvPr/>
              </p:nvSpPr>
              <p:spPr>
                <a:xfrm>
                  <a:off x="62713" y="441041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7" name="Google Shape;4907;p22"/>
                <p:cNvSpPr/>
                <p:nvPr/>
              </p:nvSpPr>
              <p:spPr>
                <a:xfrm>
                  <a:off x="299250" y="4229438"/>
                  <a:ext cx="79375" cy="60325"/>
                </a:xfrm>
                <a:custGeom>
                  <a:rect b="b" l="l" r="r" t="t"/>
                  <a:pathLst>
                    <a:path extrusionOk="0" h="16" w="21">
                      <a:moveTo>
                        <a:pt x="19" y="0"/>
                      </a:moveTo>
                      <a:cubicBezTo>
                        <a:pt x="19" y="0"/>
                        <a:pt x="19" y="1"/>
                        <a:pt x="19" y="2"/>
                      </a:cubicBezTo>
                      <a:cubicBezTo>
                        <a:pt x="19" y="7"/>
                        <a:pt x="15" y="11"/>
                        <a:pt x="10" y="11"/>
                      </a:cubicBezTo>
                      <a:cubicBezTo>
                        <a:pt x="5" y="11"/>
                        <a:pt x="1" y="7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5" y="16"/>
                        <a:pt x="11" y="16"/>
                      </a:cubicBezTo>
                      <a:cubicBezTo>
                        <a:pt x="16" y="16"/>
                        <a:pt x="21" y="11"/>
                        <a:pt x="21" y="6"/>
                      </a:cubicBezTo>
                      <a:cubicBezTo>
                        <a:pt x="21" y="3"/>
                        <a:pt x="20" y="1"/>
                        <a:pt x="19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8" name="Google Shape;4908;p22"/>
                <p:cNvSpPr/>
                <p:nvPr/>
              </p:nvSpPr>
              <p:spPr>
                <a:xfrm>
                  <a:off x="302425" y="4215150"/>
                  <a:ext cx="68262" cy="55563"/>
                </a:xfrm>
                <a:custGeom>
                  <a:rect b="b" l="l" r="r" t="t"/>
                  <a:pathLst>
                    <a:path extrusionOk="0" h="15" w="18">
                      <a:moveTo>
                        <a:pt x="8" y="12"/>
                      </a:moveTo>
                      <a:cubicBezTo>
                        <a:pt x="6" y="12"/>
                        <a:pt x="4" y="10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0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6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8" y="11"/>
                        <a:pt x="18" y="6"/>
                      </a:cubicBezTo>
                      <a:cubicBezTo>
                        <a:pt x="18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2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9" name="Google Shape;4909;p22"/>
                <p:cNvSpPr/>
                <p:nvPr/>
              </p:nvSpPr>
              <p:spPr>
                <a:xfrm>
                  <a:off x="318300" y="4234200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0" name="Google Shape;4910;p22"/>
                <p:cNvSpPr/>
                <p:nvPr/>
              </p:nvSpPr>
              <p:spPr>
                <a:xfrm>
                  <a:off x="340525" y="4215150"/>
                  <a:ext cx="52388" cy="74613"/>
                </a:xfrm>
                <a:custGeom>
                  <a:rect b="b" l="l" r="r" t="t"/>
                  <a:pathLst>
                    <a:path extrusionOk="0" h="20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2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9" y="5"/>
                        <a:pt x="10" y="7"/>
                        <a:pt x="10" y="10"/>
                      </a:cubicBezTo>
                      <a:cubicBezTo>
                        <a:pt x="10" y="15"/>
                        <a:pt x="5" y="20"/>
                        <a:pt x="0" y="20"/>
                      </a:cubicBezTo>
                      <a:cubicBezTo>
                        <a:pt x="0" y="20"/>
                        <a:pt x="0" y="20"/>
                        <a:pt x="1" y="20"/>
                      </a:cubicBezTo>
                      <a:cubicBezTo>
                        <a:pt x="7" y="20"/>
                        <a:pt x="14" y="15"/>
                        <a:pt x="14" y="10"/>
                      </a:cubicBezTo>
                      <a:cubicBezTo>
                        <a:pt x="14" y="7"/>
                        <a:pt x="12" y="5"/>
                        <a:pt x="11" y="4"/>
                      </a:cubicBezTo>
                      <a:cubicBezTo>
                        <a:pt x="8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1" name="Google Shape;4911;p22"/>
                <p:cNvSpPr/>
                <p:nvPr/>
              </p:nvSpPr>
              <p:spPr>
                <a:xfrm>
                  <a:off x="-5550" y="4539000"/>
                  <a:ext cx="22225" cy="38100"/>
                </a:xfrm>
                <a:custGeom>
                  <a:rect b="b" l="l" r="r" t="t"/>
                  <a:pathLst>
                    <a:path extrusionOk="0" h="10" w="6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5" y="4"/>
                        <a:pt x="5" y="5"/>
                      </a:cubicBezTo>
                      <a:cubicBezTo>
                        <a:pt x="5" y="8"/>
                        <a:pt x="2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3" y="10"/>
                        <a:pt x="6" y="8"/>
                        <a:pt x="6" y="5"/>
                      </a:cubicBezTo>
                      <a:cubicBezTo>
                        <a:pt x="6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2" name="Google Shape;4912;p22"/>
                <p:cNvSpPr/>
                <p:nvPr/>
              </p:nvSpPr>
              <p:spPr>
                <a:xfrm>
                  <a:off x="-27775" y="4546938"/>
                  <a:ext cx="41275" cy="30163"/>
                </a:xfrm>
                <a:custGeom>
                  <a:rect b="b" l="l" r="r" t="t"/>
                  <a:pathLst>
                    <a:path extrusionOk="0" h="8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7" y="6"/>
                        <a:pt x="5" y="6"/>
                      </a:cubicBezTo>
                      <a:cubicBezTo>
                        <a:pt x="3" y="6"/>
                        <a:pt x="1" y="4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3" y="8"/>
                        <a:pt x="6" y="8"/>
                      </a:cubicBezTo>
                      <a:cubicBezTo>
                        <a:pt x="8" y="8"/>
                        <a:pt x="11" y="6"/>
                        <a:pt x="11" y="3"/>
                      </a:cubicBezTo>
                      <a:cubicBezTo>
                        <a:pt x="11" y="2"/>
                        <a:pt x="10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3" name="Google Shape;4913;p22"/>
                <p:cNvSpPr/>
                <p:nvPr/>
              </p:nvSpPr>
              <p:spPr>
                <a:xfrm>
                  <a:off x="-24600" y="4539000"/>
                  <a:ext cx="33338" cy="30163"/>
                </a:xfrm>
                <a:custGeom>
                  <a:rect b="b" l="l" r="r" t="t"/>
                  <a:pathLst>
                    <a:path extrusionOk="0" h="8" w="9">
                      <a:moveTo>
                        <a:pt x="4" y="6"/>
                      </a:moveTo>
                      <a:cubicBezTo>
                        <a:pt x="3" y="6"/>
                        <a:pt x="2" y="5"/>
                        <a:pt x="2" y="4"/>
                      </a:cubicBezTo>
                      <a:cubicBezTo>
                        <a:pt x="2" y="4"/>
                        <a:pt x="3" y="3"/>
                        <a:pt x="4" y="3"/>
                      </a:cubicBezTo>
                      <a:cubicBezTo>
                        <a:pt x="5" y="3"/>
                        <a:pt x="6" y="4"/>
                        <a:pt x="6" y="4"/>
                      </a:cubicBezTo>
                      <a:cubicBezTo>
                        <a:pt x="6" y="5"/>
                        <a:pt x="5" y="6"/>
                        <a:pt x="4" y="6"/>
                      </a:cubicBezTo>
                      <a:moveTo>
                        <a:pt x="5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6" y="8"/>
                        <a:pt x="9" y="6"/>
                        <a:pt x="9" y="3"/>
                      </a:cubicBezTo>
                      <a:cubicBezTo>
                        <a:pt x="9" y="3"/>
                        <a:pt x="9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8" y="1"/>
                        <a:pt x="6" y="0"/>
                        <a:pt x="5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4" name="Google Shape;4914;p22"/>
                <p:cNvSpPr/>
                <p:nvPr/>
              </p:nvSpPr>
              <p:spPr>
                <a:xfrm>
                  <a:off x="-16662" y="455011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5" name="Google Shape;4915;p22"/>
                <p:cNvSpPr/>
                <p:nvPr/>
              </p:nvSpPr>
              <p:spPr>
                <a:xfrm>
                  <a:off x="-107150" y="4311988"/>
                  <a:ext cx="41275" cy="60325"/>
                </a:xfrm>
                <a:custGeom>
                  <a:rect b="b" l="l" r="r" t="t"/>
                  <a:pathLst>
                    <a:path extrusionOk="0" h="16" w="1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3" y="0"/>
                        <a:pt x="5" y="1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8" y="4"/>
                        <a:pt x="9" y="6"/>
                        <a:pt x="9" y="7"/>
                      </a:cubicBezTo>
                      <a:cubicBezTo>
                        <a:pt x="9" y="12"/>
                        <a:pt x="4" y="16"/>
                        <a:pt x="0" y="16"/>
                      </a:cubicBezTo>
                      <a:cubicBezTo>
                        <a:pt x="0" y="16"/>
                        <a:pt x="1" y="16"/>
                        <a:pt x="1" y="16"/>
                      </a:cubicBezTo>
                      <a:cubicBezTo>
                        <a:pt x="6" y="16"/>
                        <a:pt x="11" y="12"/>
                        <a:pt x="11" y="7"/>
                      </a:cubicBezTo>
                      <a:cubicBezTo>
                        <a:pt x="11" y="6"/>
                        <a:pt x="10" y="4"/>
                        <a:pt x="9" y="3"/>
                      </a:cubicBezTo>
                      <a:cubicBezTo>
                        <a:pt x="7" y="1"/>
                        <a:pt x="4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6" name="Google Shape;4916;p22"/>
                <p:cNvSpPr/>
                <p:nvPr/>
              </p:nvSpPr>
              <p:spPr>
                <a:xfrm>
                  <a:off x="-142075" y="4324688"/>
                  <a:ext cx="68262" cy="47625"/>
                </a:xfrm>
                <a:custGeom>
                  <a:rect b="b" l="l" r="r" t="t"/>
                  <a:pathLst>
                    <a:path extrusionOk="0" h="13" w="18">
                      <a:moveTo>
                        <a:pt x="15" y="0"/>
                      </a:moveTo>
                      <a:cubicBezTo>
                        <a:pt x="16" y="0"/>
                        <a:pt x="16" y="1"/>
                        <a:pt x="16" y="1"/>
                      </a:cubicBezTo>
                      <a:cubicBezTo>
                        <a:pt x="16" y="5"/>
                        <a:pt x="12" y="9"/>
                        <a:pt x="8" y="9"/>
                      </a:cubicBezTo>
                      <a:cubicBezTo>
                        <a:pt x="4" y="9"/>
                        <a:pt x="1" y="6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0" y="4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4" y="13"/>
                        <a:pt x="9" y="13"/>
                      </a:cubicBezTo>
                      <a:cubicBezTo>
                        <a:pt x="13" y="13"/>
                        <a:pt x="18" y="9"/>
                        <a:pt x="18" y="4"/>
                      </a:cubicBezTo>
                      <a:cubicBezTo>
                        <a:pt x="18" y="3"/>
                        <a:pt x="17" y="1"/>
                        <a:pt x="15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7" name="Google Shape;4917;p22"/>
                <p:cNvSpPr/>
                <p:nvPr/>
              </p:nvSpPr>
              <p:spPr>
                <a:xfrm>
                  <a:off x="-137312" y="4311988"/>
                  <a:ext cx="55563" cy="46037"/>
                </a:xfrm>
                <a:custGeom>
                  <a:rect b="b" l="l" r="r" t="t"/>
                  <a:pathLst>
                    <a:path extrusionOk="0" h="12" w="15">
                      <a:moveTo>
                        <a:pt x="7" y="9"/>
                      </a:moveTo>
                      <a:cubicBezTo>
                        <a:pt x="5" y="9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8" y="4"/>
                        <a:pt x="10" y="5"/>
                        <a:pt x="10" y="7"/>
                      </a:cubicBezTo>
                      <a:cubicBezTo>
                        <a:pt x="10" y="8"/>
                        <a:pt x="8" y="9"/>
                        <a:pt x="7" y="9"/>
                      </a:cubicBezTo>
                      <a:moveTo>
                        <a:pt x="8" y="0"/>
                      </a:moveTo>
                      <a:cubicBezTo>
                        <a:pt x="5" y="0"/>
                        <a:pt x="2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9"/>
                        <a:pt x="3" y="12"/>
                        <a:pt x="7" y="12"/>
                      </a:cubicBezTo>
                      <a:cubicBezTo>
                        <a:pt x="11" y="12"/>
                        <a:pt x="15" y="8"/>
                        <a:pt x="15" y="4"/>
                      </a:cubicBezTo>
                      <a:cubicBezTo>
                        <a:pt x="15" y="4"/>
                        <a:pt x="15" y="3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1"/>
                        <a:pt x="11" y="0"/>
                        <a:pt x="8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8" name="Google Shape;4918;p22"/>
                <p:cNvSpPr/>
                <p:nvPr/>
              </p:nvSpPr>
              <p:spPr>
                <a:xfrm>
                  <a:off x="-123025" y="4327863"/>
                  <a:ext cx="22200" cy="192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9" name="Google Shape;4919;p22"/>
                <p:cNvSpPr/>
                <p:nvPr/>
              </p:nvSpPr>
              <p:spPr>
                <a:xfrm>
                  <a:off x="-24600" y="4215150"/>
                  <a:ext cx="26988" cy="41275"/>
                </a:xfrm>
                <a:custGeom>
                  <a:rect b="b" l="l" r="r" t="t"/>
                  <a:pathLst>
                    <a:path extrusionOk="0" h="11" w="7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3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3"/>
                        <a:pt x="5" y="4"/>
                        <a:pt x="5" y="5"/>
                      </a:cubicBezTo>
                      <a:cubicBezTo>
                        <a:pt x="5" y="8"/>
                        <a:pt x="2" y="11"/>
                        <a:pt x="0" y="1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4" y="11"/>
                        <a:pt x="7" y="8"/>
                        <a:pt x="7" y="5"/>
                      </a:cubicBezTo>
                      <a:cubicBezTo>
                        <a:pt x="7" y="4"/>
                        <a:pt x="6" y="3"/>
                        <a:pt x="5" y="2"/>
                      </a:cubicBezTo>
                      <a:cubicBezTo>
                        <a:pt x="4" y="1"/>
                        <a:pt x="2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0" name="Google Shape;4920;p22"/>
                <p:cNvSpPr/>
                <p:nvPr/>
              </p:nvSpPr>
              <p:spPr>
                <a:xfrm>
                  <a:off x="-46825" y="4221500"/>
                  <a:ext cx="41275" cy="34925"/>
                </a:xfrm>
                <a:custGeom>
                  <a:rect b="b" l="l" r="r" t="t"/>
                  <a:pathLst>
                    <a:path extrusionOk="0" h="9" w="11">
                      <a:moveTo>
                        <a:pt x="10" y="0"/>
                      </a:moveTo>
                      <a:cubicBezTo>
                        <a:pt x="10" y="0"/>
                        <a:pt x="10" y="1"/>
                        <a:pt x="10" y="1"/>
                      </a:cubicBezTo>
                      <a:cubicBezTo>
                        <a:pt x="10" y="4"/>
                        <a:pt x="8" y="6"/>
                        <a:pt x="5" y="6"/>
                      </a:cubicBezTo>
                      <a:cubicBezTo>
                        <a:pt x="2" y="6"/>
                        <a:pt x="0" y="4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9"/>
                        <a:pt x="6" y="9"/>
                      </a:cubicBezTo>
                      <a:cubicBezTo>
                        <a:pt x="8" y="9"/>
                        <a:pt x="11" y="6"/>
                        <a:pt x="11" y="3"/>
                      </a:cubicBezTo>
                      <a:cubicBezTo>
                        <a:pt x="11" y="2"/>
                        <a:pt x="11" y="1"/>
                        <a:pt x="1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1" name="Google Shape;4921;p22"/>
                <p:cNvSpPr/>
                <p:nvPr/>
              </p:nvSpPr>
              <p:spPr>
                <a:xfrm>
                  <a:off x="-46825" y="4215150"/>
                  <a:ext cx="36513" cy="30163"/>
                </a:xfrm>
                <a:custGeom>
                  <a:rect b="b" l="l" r="r" t="t"/>
                  <a:pathLst>
                    <a:path extrusionOk="0" h="8" w="10">
                      <a:moveTo>
                        <a:pt x="5" y="6"/>
                      </a:moveTo>
                      <a:cubicBezTo>
                        <a:pt x="4" y="6"/>
                        <a:pt x="3" y="5"/>
                        <a:pt x="3" y="4"/>
                      </a:cubicBezTo>
                      <a:cubicBezTo>
                        <a:pt x="3" y="4"/>
                        <a:pt x="4" y="3"/>
                        <a:pt x="5" y="3"/>
                      </a:cubicBezTo>
                      <a:cubicBezTo>
                        <a:pt x="6" y="3"/>
                        <a:pt x="7" y="4"/>
                        <a:pt x="7" y="4"/>
                      </a:cubicBezTo>
                      <a:cubicBezTo>
                        <a:pt x="7" y="5"/>
                        <a:pt x="6" y="6"/>
                        <a:pt x="5" y="6"/>
                      </a:cubicBezTo>
                      <a:moveTo>
                        <a:pt x="6" y="0"/>
                      </a:moveTo>
                      <a:cubicBezTo>
                        <a:pt x="3" y="0"/>
                        <a:pt x="1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6"/>
                        <a:pt x="2" y="8"/>
                        <a:pt x="5" y="8"/>
                      </a:cubicBezTo>
                      <a:cubicBezTo>
                        <a:pt x="8" y="8"/>
                        <a:pt x="10" y="6"/>
                        <a:pt x="10" y="3"/>
                      </a:cubicBezTo>
                      <a:cubicBezTo>
                        <a:pt x="10" y="3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9" y="1"/>
                        <a:pt x="7" y="0"/>
                        <a:pt x="6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2" name="Google Shape;4922;p22"/>
                <p:cNvSpPr/>
                <p:nvPr/>
              </p:nvSpPr>
              <p:spPr>
                <a:xfrm>
                  <a:off x="-35712" y="4226263"/>
                  <a:ext cx="14400" cy="111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3" name="Google Shape;4923;p22"/>
                <p:cNvSpPr/>
                <p:nvPr/>
              </p:nvSpPr>
              <p:spPr>
                <a:xfrm>
                  <a:off x="219875" y="4154825"/>
                  <a:ext cx="34925" cy="49213"/>
                </a:xfrm>
                <a:custGeom>
                  <a:rect b="b" l="l" r="r" t="t"/>
                  <a:pathLst>
                    <a:path extrusionOk="0" h="13" w="9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4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3"/>
                        <a:pt x="7" y="4"/>
                        <a:pt x="7" y="6"/>
                      </a:cubicBezTo>
                      <a:cubicBezTo>
                        <a:pt x="7" y="10"/>
                        <a:pt x="3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5" y="13"/>
                        <a:pt x="9" y="10"/>
                        <a:pt x="9" y="6"/>
                      </a:cubicBezTo>
                      <a:cubicBezTo>
                        <a:pt x="9" y="4"/>
                        <a:pt x="8" y="3"/>
                        <a:pt x="7" y="2"/>
                      </a:cubicBezTo>
                      <a:cubicBezTo>
                        <a:pt x="5" y="0"/>
                        <a:pt x="3" y="0"/>
                        <a:pt x="0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4" name="Google Shape;4924;p22"/>
                <p:cNvSpPr/>
                <p:nvPr/>
              </p:nvSpPr>
              <p:spPr>
                <a:xfrm>
                  <a:off x="194475" y="4161175"/>
                  <a:ext cx="52388" cy="42862"/>
                </a:xfrm>
                <a:custGeom>
                  <a:rect b="b" l="l" r="r" t="t"/>
                  <a:pathLst>
                    <a:path extrusionOk="0" h="11" w="14">
                      <a:moveTo>
                        <a:pt x="12" y="0"/>
                      </a:moveTo>
                      <a:cubicBezTo>
                        <a:pt x="12" y="0"/>
                        <a:pt x="12" y="1"/>
                        <a:pt x="12" y="2"/>
                      </a:cubicBezTo>
                      <a:cubicBezTo>
                        <a:pt x="12" y="5"/>
                        <a:pt x="9" y="8"/>
                        <a:pt x="6" y="8"/>
                      </a:cubicBezTo>
                      <a:cubicBezTo>
                        <a:pt x="3" y="8"/>
                        <a:pt x="0" y="5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8"/>
                        <a:pt x="3" y="11"/>
                        <a:pt x="7" y="11"/>
                      </a:cubicBezTo>
                      <a:cubicBezTo>
                        <a:pt x="10" y="11"/>
                        <a:pt x="14" y="8"/>
                        <a:pt x="14" y="4"/>
                      </a:cubicBezTo>
                      <a:cubicBezTo>
                        <a:pt x="14" y="2"/>
                        <a:pt x="13" y="1"/>
                        <a:pt x="12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5" name="Google Shape;4925;p22"/>
                <p:cNvSpPr/>
                <p:nvPr/>
              </p:nvSpPr>
              <p:spPr>
                <a:xfrm>
                  <a:off x="194475" y="4154825"/>
                  <a:ext cx="44450" cy="36513"/>
                </a:xfrm>
                <a:custGeom>
                  <a:rect b="b" l="l" r="r" t="t"/>
                  <a:pathLst>
                    <a:path extrusionOk="0" h="10" w="12">
                      <a:moveTo>
                        <a:pt x="6" y="7"/>
                      </a:moveTo>
                      <a:cubicBezTo>
                        <a:pt x="4" y="7"/>
                        <a:pt x="3" y="6"/>
                        <a:pt x="3" y="5"/>
                      </a:cubicBezTo>
                      <a:cubicBezTo>
                        <a:pt x="3" y="4"/>
                        <a:pt x="4" y="3"/>
                        <a:pt x="6" y="3"/>
                      </a:cubicBezTo>
                      <a:cubicBezTo>
                        <a:pt x="7" y="3"/>
                        <a:pt x="8" y="4"/>
                        <a:pt x="8" y="5"/>
                      </a:cubicBezTo>
                      <a:cubicBezTo>
                        <a:pt x="8" y="6"/>
                        <a:pt x="7" y="7"/>
                        <a:pt x="6" y="7"/>
                      </a:cubicBezTo>
                      <a:moveTo>
                        <a:pt x="7" y="0"/>
                      </a:moveTo>
                      <a:cubicBezTo>
                        <a:pt x="4" y="0"/>
                        <a:pt x="2" y="1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7"/>
                        <a:pt x="3" y="10"/>
                        <a:pt x="6" y="10"/>
                      </a:cubicBezTo>
                      <a:cubicBezTo>
                        <a:pt x="9" y="10"/>
                        <a:pt x="12" y="7"/>
                        <a:pt x="12" y="4"/>
                      </a:cubicBezTo>
                      <a:cubicBezTo>
                        <a:pt x="12" y="3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1" y="1"/>
                        <a:pt x="9" y="0"/>
                        <a:pt x="7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6" name="Google Shape;4926;p22"/>
                <p:cNvSpPr/>
                <p:nvPr/>
              </p:nvSpPr>
              <p:spPr>
                <a:xfrm>
                  <a:off x="205588" y="4165938"/>
                  <a:ext cx="19200" cy="144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7" name="Google Shape;4927;p22"/>
                <p:cNvSpPr/>
                <p:nvPr/>
              </p:nvSpPr>
              <p:spPr>
                <a:xfrm>
                  <a:off x="189713" y="4667588"/>
                  <a:ext cx="52388" cy="79375"/>
                </a:xfrm>
                <a:custGeom>
                  <a:rect b="b" l="l" r="r" t="t"/>
                  <a:pathLst>
                    <a:path extrusionOk="0" h="21" w="14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6" y="1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10" y="5"/>
                        <a:pt x="11" y="7"/>
                        <a:pt x="11" y="10"/>
                      </a:cubicBezTo>
                      <a:cubicBezTo>
                        <a:pt x="11" y="16"/>
                        <a:pt x="5" y="21"/>
                        <a:pt x="0" y="21"/>
                      </a:cubicBezTo>
                      <a:cubicBezTo>
                        <a:pt x="0" y="21"/>
                        <a:pt x="0" y="21"/>
                        <a:pt x="1" y="21"/>
                      </a:cubicBezTo>
                      <a:cubicBezTo>
                        <a:pt x="7" y="21"/>
                        <a:pt x="14" y="16"/>
                        <a:pt x="14" y="10"/>
                      </a:cubicBezTo>
                      <a:cubicBezTo>
                        <a:pt x="14" y="7"/>
                        <a:pt x="13" y="5"/>
                        <a:pt x="11" y="4"/>
                      </a:cubicBezTo>
                      <a:cubicBezTo>
                        <a:pt x="8" y="1"/>
                        <a:pt x="5" y="0"/>
                        <a:pt x="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8" name="Google Shape;4928;p22"/>
                <p:cNvSpPr/>
                <p:nvPr/>
              </p:nvSpPr>
              <p:spPr>
                <a:xfrm>
                  <a:off x="145263" y="4681875"/>
                  <a:ext cx="85725" cy="65088"/>
                </a:xfrm>
                <a:custGeom>
                  <a:rect b="b" l="l" r="r" t="t"/>
                  <a:pathLst>
                    <a:path extrusionOk="0" h="17" w="23">
                      <a:moveTo>
                        <a:pt x="20" y="0"/>
                      </a:moveTo>
                      <a:cubicBezTo>
                        <a:pt x="20" y="0"/>
                        <a:pt x="21" y="1"/>
                        <a:pt x="21" y="2"/>
                      </a:cubicBezTo>
                      <a:cubicBezTo>
                        <a:pt x="21" y="7"/>
                        <a:pt x="16" y="11"/>
                        <a:pt x="11" y="11"/>
                      </a:cubicBezTo>
                      <a:cubicBezTo>
                        <a:pt x="6" y="11"/>
                        <a:pt x="2" y="7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3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12"/>
                        <a:pt x="5" y="17"/>
                        <a:pt x="12" y="17"/>
                      </a:cubicBezTo>
                      <a:cubicBezTo>
                        <a:pt x="17" y="17"/>
                        <a:pt x="23" y="12"/>
                        <a:pt x="23" y="6"/>
                      </a:cubicBezTo>
                      <a:cubicBezTo>
                        <a:pt x="23" y="3"/>
                        <a:pt x="22" y="1"/>
                        <a:pt x="2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9" name="Google Shape;4929;p22"/>
                <p:cNvSpPr/>
                <p:nvPr/>
              </p:nvSpPr>
              <p:spPr>
                <a:xfrm>
                  <a:off x="151613" y="4667588"/>
                  <a:ext cx="73025" cy="55563"/>
                </a:xfrm>
                <a:custGeom>
                  <a:rect b="b" l="l" r="r" t="t"/>
                  <a:pathLst>
                    <a:path extrusionOk="0" h="15" w="19">
                      <a:moveTo>
                        <a:pt x="8" y="12"/>
                      </a:moveTo>
                      <a:cubicBezTo>
                        <a:pt x="6" y="12"/>
                        <a:pt x="4" y="11"/>
                        <a:pt x="4" y="9"/>
                      </a:cubicBezTo>
                      <a:cubicBezTo>
                        <a:pt x="4" y="7"/>
                        <a:pt x="6" y="5"/>
                        <a:pt x="8" y="5"/>
                      </a:cubicBezTo>
                      <a:cubicBezTo>
                        <a:pt x="10" y="5"/>
                        <a:pt x="12" y="7"/>
                        <a:pt x="12" y="9"/>
                      </a:cubicBezTo>
                      <a:cubicBezTo>
                        <a:pt x="12" y="11"/>
                        <a:pt x="10" y="12"/>
                        <a:pt x="8" y="12"/>
                      </a:cubicBezTo>
                      <a:moveTo>
                        <a:pt x="10" y="0"/>
                      </a:moveTo>
                      <a:cubicBezTo>
                        <a:pt x="5" y="0"/>
                        <a:pt x="2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11"/>
                        <a:pt x="4" y="15"/>
                        <a:pt x="9" y="15"/>
                      </a:cubicBezTo>
                      <a:cubicBezTo>
                        <a:pt x="14" y="15"/>
                        <a:pt x="19" y="11"/>
                        <a:pt x="19" y="6"/>
                      </a:cubicBezTo>
                      <a:cubicBezTo>
                        <a:pt x="19" y="5"/>
                        <a:pt x="18" y="4"/>
                        <a:pt x="18" y="4"/>
                      </a:cubicBezTo>
                      <a:cubicBezTo>
                        <a:pt x="18" y="4"/>
                        <a:pt x="18" y="4"/>
                        <a:pt x="18" y="4"/>
                      </a:cubicBezTo>
                      <a:cubicBezTo>
                        <a:pt x="16" y="1"/>
                        <a:pt x="13" y="0"/>
                        <a:pt x="10" y="0"/>
                      </a:cubicBezTo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0" name="Google Shape;4930;p22"/>
                <p:cNvSpPr/>
                <p:nvPr/>
              </p:nvSpPr>
              <p:spPr>
                <a:xfrm>
                  <a:off x="167488" y="4686638"/>
                  <a:ext cx="30300" cy="25500"/>
                </a:xfrm>
                <a:prstGeom prst="ellipse">
                  <a:avLst/>
                </a:prstGeom>
                <a:solidFill>
                  <a:srgbClr val="191919">
                    <a:alpha val="2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931" name="Google Shape;4931;p22"/>
              <p:cNvGrpSpPr/>
              <p:nvPr/>
            </p:nvGrpSpPr>
            <p:grpSpPr>
              <a:xfrm flipH="1" rot="3439475">
                <a:off x="8433687" y="4471929"/>
                <a:ext cx="546339" cy="756962"/>
                <a:chOff x="8260675" y="2995400"/>
                <a:chExt cx="811213" cy="1123950"/>
              </a:xfrm>
            </p:grpSpPr>
            <p:sp>
              <p:nvSpPr>
                <p:cNvPr id="4932" name="Google Shape;4932;p22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3" name="Google Shape;4933;p22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4" name="Google Shape;4934;p22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5" name="Google Shape;4935;p22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6" name="Google Shape;4936;p22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7" name="Google Shape;4937;p22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8" name="Google Shape;4938;p22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9" name="Google Shape;4939;p22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0" name="Google Shape;4940;p22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1" name="Google Shape;4941;p22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2" name="Google Shape;4942;p22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3" name="Google Shape;4943;p22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4" name="Google Shape;4944;p22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5" name="Google Shape;4945;p22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4946" name="Shape 4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7" name="Google Shape;4947;p23"/>
          <p:cNvSpPr/>
          <p:nvPr/>
        </p:nvSpPr>
        <p:spPr>
          <a:xfrm>
            <a:off x="-20050" y="-16650"/>
            <a:ext cx="541200" cy="517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948" name="Google Shape;4948;p23"/>
          <p:cNvGrpSpPr/>
          <p:nvPr/>
        </p:nvGrpSpPr>
        <p:grpSpPr>
          <a:xfrm>
            <a:off x="-178321" y="148398"/>
            <a:ext cx="9427375" cy="5201223"/>
            <a:chOff x="-178321" y="148398"/>
            <a:chExt cx="9427375" cy="5201223"/>
          </a:xfrm>
        </p:grpSpPr>
        <p:grpSp>
          <p:nvGrpSpPr>
            <p:cNvPr id="4949" name="Google Shape;4949;p23"/>
            <p:cNvGrpSpPr/>
            <p:nvPr/>
          </p:nvGrpSpPr>
          <p:grpSpPr>
            <a:xfrm>
              <a:off x="-178321" y="3867379"/>
              <a:ext cx="1218475" cy="1482242"/>
              <a:chOff x="7491913" y="372038"/>
              <a:chExt cx="1503363" cy="1828800"/>
            </a:xfrm>
          </p:grpSpPr>
          <p:sp>
            <p:nvSpPr>
              <p:cNvPr id="4950" name="Google Shape;4950;p23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1" name="Google Shape;4951;p23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2" name="Google Shape;4952;p23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3" name="Google Shape;4953;p23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4" name="Google Shape;4954;p23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5" name="Google Shape;4955;p23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6" name="Google Shape;4956;p23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7" name="Google Shape;4957;p23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8" name="Google Shape;4958;p23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9" name="Google Shape;4959;p23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0" name="Google Shape;4960;p23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1" name="Google Shape;4961;p23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2" name="Google Shape;4962;p23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3" name="Google Shape;4963;p23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4" name="Google Shape;4964;p23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5" name="Google Shape;4965;p23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6" name="Google Shape;4966;p23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7" name="Google Shape;4967;p23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8" name="Google Shape;4968;p23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9" name="Google Shape;4969;p23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0" name="Google Shape;4970;p23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1" name="Google Shape;4971;p23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2" name="Google Shape;4972;p23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3" name="Google Shape;4973;p23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4" name="Google Shape;4974;p23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5" name="Google Shape;4975;p23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6" name="Google Shape;4976;p23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7" name="Google Shape;4977;p23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8" name="Google Shape;4978;p23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9" name="Google Shape;4979;p23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0" name="Google Shape;4980;p23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1" name="Google Shape;4981;p23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2" name="Google Shape;4982;p23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3" name="Google Shape;4983;p23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4" name="Google Shape;4984;p23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5" name="Google Shape;4985;p23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6" name="Google Shape;4986;p23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7" name="Google Shape;4987;p23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8" name="Google Shape;4988;p23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9" name="Google Shape;4989;p23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0" name="Google Shape;4990;p23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1" name="Google Shape;4991;p23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2" name="Google Shape;4992;p23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3" name="Google Shape;4993;p23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4" name="Google Shape;4994;p23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5" name="Google Shape;4995;p23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6" name="Google Shape;4996;p23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7" name="Google Shape;4997;p23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8" name="Google Shape;4998;p23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9" name="Google Shape;4999;p23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0" name="Google Shape;5000;p23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1" name="Google Shape;5001;p23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2" name="Google Shape;5002;p23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3" name="Google Shape;5003;p23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4" name="Google Shape;5004;p23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5" name="Google Shape;5005;p23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6" name="Google Shape;5006;p23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7" name="Google Shape;5007;p23"/>
            <p:cNvGrpSpPr/>
            <p:nvPr/>
          </p:nvGrpSpPr>
          <p:grpSpPr>
            <a:xfrm>
              <a:off x="8545205" y="148398"/>
              <a:ext cx="703850" cy="1575286"/>
              <a:chOff x="8545205" y="148398"/>
              <a:chExt cx="703850" cy="1575286"/>
            </a:xfrm>
          </p:grpSpPr>
          <p:grpSp>
            <p:nvGrpSpPr>
              <p:cNvPr id="5008" name="Google Shape;5008;p23"/>
              <p:cNvGrpSpPr/>
              <p:nvPr/>
            </p:nvGrpSpPr>
            <p:grpSpPr>
              <a:xfrm flipH="1" rot="10800000">
                <a:off x="8545205" y="148398"/>
                <a:ext cx="676795" cy="937712"/>
                <a:chOff x="8260675" y="2995400"/>
                <a:chExt cx="811213" cy="1123950"/>
              </a:xfrm>
            </p:grpSpPr>
            <p:sp>
              <p:nvSpPr>
                <p:cNvPr id="5009" name="Google Shape;5009;p23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0" name="Google Shape;5010;p23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1" name="Google Shape;5011;p23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2" name="Google Shape;5012;p23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3" name="Google Shape;5013;p23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4" name="Google Shape;5014;p23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5" name="Google Shape;5015;p23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6" name="Google Shape;5016;p23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7" name="Google Shape;5017;p23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8" name="Google Shape;5018;p23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9" name="Google Shape;5019;p23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0" name="Google Shape;5020;p23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1" name="Google Shape;5021;p23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2" name="Google Shape;5022;p23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23" name="Google Shape;5023;p23"/>
              <p:cNvGrpSpPr/>
              <p:nvPr/>
            </p:nvGrpSpPr>
            <p:grpSpPr>
              <a:xfrm flipH="1" rot="2700000">
                <a:off x="8721503" y="1120437"/>
                <a:ext cx="392696" cy="544088"/>
                <a:chOff x="8260675" y="2995400"/>
                <a:chExt cx="811213" cy="1123950"/>
              </a:xfrm>
            </p:grpSpPr>
            <p:sp>
              <p:nvSpPr>
                <p:cNvPr id="5024" name="Google Shape;5024;p23"/>
                <p:cNvSpPr/>
                <p:nvPr/>
              </p:nvSpPr>
              <p:spPr>
                <a:xfrm>
                  <a:off x="8268613" y="2995400"/>
                  <a:ext cx="803275" cy="1123950"/>
                </a:xfrm>
                <a:custGeom>
                  <a:rect b="b" l="l" r="r" t="t"/>
                  <a:pathLst>
                    <a:path extrusionOk="0" h="298" w="213">
                      <a:moveTo>
                        <a:pt x="8" y="145"/>
                      </a:moveTo>
                      <a:cubicBezTo>
                        <a:pt x="18" y="193"/>
                        <a:pt x="52" y="259"/>
                        <a:pt x="109" y="282"/>
                      </a:cubicBezTo>
                      <a:cubicBezTo>
                        <a:pt x="149" y="298"/>
                        <a:pt x="192" y="278"/>
                        <a:pt x="205" y="245"/>
                      </a:cubicBezTo>
                      <a:cubicBezTo>
                        <a:pt x="213" y="221"/>
                        <a:pt x="205" y="201"/>
                        <a:pt x="188" y="189"/>
                      </a:cubicBezTo>
                      <a:cubicBezTo>
                        <a:pt x="162" y="171"/>
                        <a:pt x="136" y="148"/>
                        <a:pt x="126" y="103"/>
                      </a:cubicBezTo>
                      <a:cubicBezTo>
                        <a:pt x="118" y="63"/>
                        <a:pt x="119" y="21"/>
                        <a:pt x="90" y="11"/>
                      </a:cubicBezTo>
                      <a:cubicBezTo>
                        <a:pt x="55" y="0"/>
                        <a:pt x="26" y="11"/>
                        <a:pt x="14" y="34"/>
                      </a:cubicBezTo>
                      <a:cubicBezTo>
                        <a:pt x="0" y="64"/>
                        <a:pt x="1" y="109"/>
                        <a:pt x="8" y="14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5" name="Google Shape;5025;p23"/>
                <p:cNvSpPr/>
                <p:nvPr/>
              </p:nvSpPr>
              <p:spPr>
                <a:xfrm>
                  <a:off x="8724225" y="3549438"/>
                  <a:ext cx="334962" cy="446087"/>
                </a:xfrm>
                <a:custGeom>
                  <a:rect b="b" l="l" r="r" t="t"/>
                  <a:pathLst>
                    <a:path extrusionOk="0" h="118" w="89">
                      <a:moveTo>
                        <a:pt x="52" y="32"/>
                      </a:moveTo>
                      <a:cubicBezTo>
                        <a:pt x="62" y="41"/>
                        <a:pt x="74" y="48"/>
                        <a:pt x="83" y="63"/>
                      </a:cubicBezTo>
                      <a:cubicBezTo>
                        <a:pt x="89" y="75"/>
                        <a:pt x="88" y="89"/>
                        <a:pt x="84" y="99"/>
                      </a:cubicBezTo>
                      <a:cubicBezTo>
                        <a:pt x="79" y="110"/>
                        <a:pt x="74" y="118"/>
                        <a:pt x="69" y="117"/>
                      </a:cubicBezTo>
                      <a:cubicBezTo>
                        <a:pt x="63" y="115"/>
                        <a:pt x="59" y="111"/>
                        <a:pt x="56" y="106"/>
                      </a:cubicBezTo>
                      <a:cubicBezTo>
                        <a:pt x="53" y="101"/>
                        <a:pt x="50" y="89"/>
                        <a:pt x="49" y="79"/>
                      </a:cubicBezTo>
                      <a:cubicBezTo>
                        <a:pt x="49" y="74"/>
                        <a:pt x="47" y="70"/>
                        <a:pt x="44" y="67"/>
                      </a:cubicBezTo>
                      <a:cubicBezTo>
                        <a:pt x="37" y="61"/>
                        <a:pt x="26" y="63"/>
                        <a:pt x="19" y="59"/>
                      </a:cubicBezTo>
                      <a:cubicBezTo>
                        <a:pt x="11" y="56"/>
                        <a:pt x="0" y="45"/>
                        <a:pt x="1" y="25"/>
                      </a:cubicBezTo>
                      <a:cubicBezTo>
                        <a:pt x="2" y="3"/>
                        <a:pt x="16" y="0"/>
                        <a:pt x="25" y="8"/>
                      </a:cubicBezTo>
                      <a:cubicBezTo>
                        <a:pt x="38" y="19"/>
                        <a:pt x="42" y="24"/>
                        <a:pt x="52" y="32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6" name="Google Shape;5026;p23"/>
                <p:cNvSpPr/>
                <p:nvPr/>
              </p:nvSpPr>
              <p:spPr>
                <a:xfrm>
                  <a:off x="8494038" y="3376400"/>
                  <a:ext cx="174625" cy="227013"/>
                </a:xfrm>
                <a:custGeom>
                  <a:rect b="b" l="l" r="r" t="t"/>
                  <a:pathLst>
                    <a:path extrusionOk="0" h="60" w="46">
                      <a:moveTo>
                        <a:pt x="4" y="10"/>
                      </a:moveTo>
                      <a:cubicBezTo>
                        <a:pt x="8" y="0"/>
                        <a:pt x="17" y="10"/>
                        <a:pt x="21" y="5"/>
                      </a:cubicBezTo>
                      <a:cubicBezTo>
                        <a:pt x="26" y="0"/>
                        <a:pt x="32" y="5"/>
                        <a:pt x="37" y="13"/>
                      </a:cubicBezTo>
                      <a:cubicBezTo>
                        <a:pt x="43" y="24"/>
                        <a:pt x="46" y="40"/>
                        <a:pt x="39" y="52"/>
                      </a:cubicBezTo>
                      <a:cubicBezTo>
                        <a:pt x="37" y="55"/>
                        <a:pt x="35" y="58"/>
                        <a:pt x="31" y="59"/>
                      </a:cubicBezTo>
                      <a:cubicBezTo>
                        <a:pt x="29" y="60"/>
                        <a:pt x="27" y="60"/>
                        <a:pt x="24" y="60"/>
                      </a:cubicBezTo>
                      <a:cubicBezTo>
                        <a:pt x="16" y="59"/>
                        <a:pt x="9" y="52"/>
                        <a:pt x="6" y="44"/>
                      </a:cubicBezTo>
                      <a:cubicBezTo>
                        <a:pt x="2" y="36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7" name="Google Shape;5027;p23"/>
                <p:cNvSpPr/>
                <p:nvPr/>
              </p:nvSpPr>
              <p:spPr>
                <a:xfrm>
                  <a:off x="8268613" y="3025563"/>
                  <a:ext cx="730250" cy="1082675"/>
                </a:xfrm>
                <a:custGeom>
                  <a:rect b="b" l="l" r="r" t="t"/>
                  <a:pathLst>
                    <a:path extrusionOk="0" h="287" w="194">
                      <a:moveTo>
                        <a:pt x="49" y="0"/>
                      </a:moveTo>
                      <a:cubicBezTo>
                        <a:pt x="33" y="4"/>
                        <a:pt x="21" y="13"/>
                        <a:pt x="14" y="26"/>
                      </a:cubicBezTo>
                      <a:cubicBezTo>
                        <a:pt x="0" y="56"/>
                        <a:pt x="1" y="101"/>
                        <a:pt x="8" y="137"/>
                      </a:cubicBezTo>
                      <a:cubicBezTo>
                        <a:pt x="18" y="185"/>
                        <a:pt x="52" y="251"/>
                        <a:pt x="109" y="274"/>
                      </a:cubicBezTo>
                      <a:cubicBezTo>
                        <a:pt x="141" y="287"/>
                        <a:pt x="175" y="276"/>
                        <a:pt x="194" y="255"/>
                      </a:cubicBezTo>
                      <a:cubicBezTo>
                        <a:pt x="101" y="248"/>
                        <a:pt x="1" y="119"/>
                        <a:pt x="49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8" name="Google Shape;5028;p23"/>
                <p:cNvSpPr/>
                <p:nvPr/>
              </p:nvSpPr>
              <p:spPr>
                <a:xfrm>
                  <a:off x="8309888" y="3512925"/>
                  <a:ext cx="392113" cy="482600"/>
                </a:xfrm>
                <a:custGeom>
                  <a:rect b="b" l="l" r="r" t="t"/>
                  <a:pathLst>
                    <a:path extrusionOk="0" h="128" w="104">
                      <a:moveTo>
                        <a:pt x="37" y="95"/>
                      </a:moveTo>
                      <a:cubicBezTo>
                        <a:pt x="59" y="123"/>
                        <a:pt x="76" y="128"/>
                        <a:pt x="85" y="119"/>
                      </a:cubicBezTo>
                      <a:cubicBezTo>
                        <a:pt x="94" y="110"/>
                        <a:pt x="104" y="89"/>
                        <a:pt x="55" y="56"/>
                      </a:cubicBezTo>
                      <a:cubicBezTo>
                        <a:pt x="32" y="40"/>
                        <a:pt x="36" y="31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9"/>
                        <a:pt x="1" y="19"/>
                        <a:pt x="3" y="31"/>
                      </a:cubicBezTo>
                      <a:cubicBezTo>
                        <a:pt x="4" y="36"/>
                        <a:pt x="16" y="69"/>
                        <a:pt x="37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9" name="Google Shape;5029;p23"/>
                <p:cNvSpPr/>
                <p:nvPr/>
              </p:nvSpPr>
              <p:spPr>
                <a:xfrm>
                  <a:off x="8671838" y="3893925"/>
                  <a:ext cx="241300" cy="187325"/>
                </a:xfrm>
                <a:custGeom>
                  <a:rect b="b" l="l" r="r" t="t"/>
                  <a:pathLst>
                    <a:path extrusionOk="0" h="50" w="64">
                      <a:moveTo>
                        <a:pt x="17" y="27"/>
                      </a:moveTo>
                      <a:cubicBezTo>
                        <a:pt x="7" y="16"/>
                        <a:pt x="9" y="12"/>
                        <a:pt x="20" y="5"/>
                      </a:cubicBezTo>
                      <a:cubicBezTo>
                        <a:pt x="26" y="1"/>
                        <a:pt x="30" y="0"/>
                        <a:pt x="35" y="4"/>
                      </a:cubicBezTo>
                      <a:cubicBezTo>
                        <a:pt x="38" y="8"/>
                        <a:pt x="41" y="13"/>
                        <a:pt x="46" y="24"/>
                      </a:cubicBezTo>
                      <a:cubicBezTo>
                        <a:pt x="51" y="35"/>
                        <a:pt x="62" y="31"/>
                        <a:pt x="63" y="39"/>
                      </a:cubicBezTo>
                      <a:cubicBezTo>
                        <a:pt x="64" y="46"/>
                        <a:pt x="46" y="48"/>
                        <a:pt x="33" y="50"/>
                      </a:cubicBezTo>
                      <a:cubicBezTo>
                        <a:pt x="24" y="50"/>
                        <a:pt x="11" y="47"/>
                        <a:pt x="6" y="45"/>
                      </a:cubicBezTo>
                      <a:cubicBezTo>
                        <a:pt x="0" y="42"/>
                        <a:pt x="26" y="36"/>
                        <a:pt x="17" y="27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0" name="Google Shape;5030;p23"/>
                <p:cNvSpPr/>
                <p:nvPr/>
              </p:nvSpPr>
              <p:spPr>
                <a:xfrm>
                  <a:off x="8528963" y="3030325"/>
                  <a:ext cx="200025" cy="315912"/>
                </a:xfrm>
                <a:custGeom>
                  <a:rect b="b" l="l" r="r" t="t"/>
                  <a:pathLst>
                    <a:path extrusionOk="0" h="84" w="53">
                      <a:moveTo>
                        <a:pt x="45" y="28"/>
                      </a:moveTo>
                      <a:cubicBezTo>
                        <a:pt x="48" y="38"/>
                        <a:pt x="52" y="55"/>
                        <a:pt x="53" y="67"/>
                      </a:cubicBezTo>
                      <a:cubicBezTo>
                        <a:pt x="53" y="76"/>
                        <a:pt x="53" y="81"/>
                        <a:pt x="48" y="82"/>
                      </a:cubicBezTo>
                      <a:cubicBezTo>
                        <a:pt x="43" y="84"/>
                        <a:pt x="35" y="78"/>
                        <a:pt x="29" y="60"/>
                      </a:cubicBezTo>
                      <a:cubicBezTo>
                        <a:pt x="26" y="51"/>
                        <a:pt x="25" y="45"/>
                        <a:pt x="22" y="43"/>
                      </a:cubicBezTo>
                      <a:cubicBezTo>
                        <a:pt x="18" y="40"/>
                        <a:pt x="13" y="41"/>
                        <a:pt x="9" y="38"/>
                      </a:cubicBezTo>
                      <a:cubicBezTo>
                        <a:pt x="4" y="35"/>
                        <a:pt x="0" y="26"/>
                        <a:pt x="1" y="19"/>
                      </a:cubicBezTo>
                      <a:cubicBezTo>
                        <a:pt x="2" y="6"/>
                        <a:pt x="10" y="0"/>
                        <a:pt x="18" y="2"/>
                      </a:cubicBezTo>
                      <a:cubicBezTo>
                        <a:pt x="30" y="5"/>
                        <a:pt x="39" y="13"/>
                        <a:pt x="45" y="28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1" name="Google Shape;5031;p23"/>
                <p:cNvSpPr/>
                <p:nvPr/>
              </p:nvSpPr>
              <p:spPr>
                <a:xfrm>
                  <a:off x="8271788" y="3019213"/>
                  <a:ext cx="222250" cy="406400"/>
                </a:xfrm>
                <a:custGeom>
                  <a:rect b="b" l="l" r="r" t="t"/>
                  <a:pathLst>
                    <a:path extrusionOk="0" h="108" w="59">
                      <a:moveTo>
                        <a:pt x="2" y="95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9"/>
                        <a:pt x="27" y="42"/>
                        <a:pt x="34" y="31"/>
                      </a:cubicBezTo>
                      <a:cubicBezTo>
                        <a:pt x="37" y="25"/>
                        <a:pt x="45" y="24"/>
                        <a:pt x="52" y="18"/>
                      </a:cubicBezTo>
                      <a:cubicBezTo>
                        <a:pt x="59" y="11"/>
                        <a:pt x="55" y="0"/>
                        <a:pt x="45" y="3"/>
                      </a:cubicBezTo>
                      <a:cubicBezTo>
                        <a:pt x="28" y="8"/>
                        <a:pt x="15" y="18"/>
                        <a:pt x="6" y="47"/>
                      </a:cubicBezTo>
                      <a:cubicBezTo>
                        <a:pt x="1" y="64"/>
                        <a:pt x="0" y="86"/>
                        <a:pt x="2" y="95"/>
                      </a:cubicBezTo>
                      <a:close/>
                    </a:path>
                  </a:pathLst>
                </a:custGeom>
                <a:solidFill>
                  <a:srgbClr val="191919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2" name="Google Shape;5032;p23"/>
                <p:cNvSpPr/>
                <p:nvPr/>
              </p:nvSpPr>
              <p:spPr>
                <a:xfrm>
                  <a:off x="8298775" y="3516100"/>
                  <a:ext cx="392113" cy="479425"/>
                </a:xfrm>
                <a:custGeom>
                  <a:rect b="b" l="l" r="r" t="t"/>
                  <a:pathLst>
                    <a:path extrusionOk="0" h="127" w="104">
                      <a:moveTo>
                        <a:pt x="37" y="94"/>
                      </a:moveTo>
                      <a:cubicBezTo>
                        <a:pt x="59" y="122"/>
                        <a:pt x="76" y="127"/>
                        <a:pt x="85" y="119"/>
                      </a:cubicBezTo>
                      <a:cubicBezTo>
                        <a:pt x="94" y="110"/>
                        <a:pt x="104" y="88"/>
                        <a:pt x="55" y="55"/>
                      </a:cubicBezTo>
                      <a:cubicBezTo>
                        <a:pt x="32" y="39"/>
                        <a:pt x="35" y="30"/>
                        <a:pt x="30" y="16"/>
                      </a:cubicBezTo>
                      <a:cubicBezTo>
                        <a:pt x="26" y="4"/>
                        <a:pt x="19" y="0"/>
                        <a:pt x="10" y="4"/>
                      </a:cubicBezTo>
                      <a:cubicBezTo>
                        <a:pt x="0" y="8"/>
                        <a:pt x="1" y="19"/>
                        <a:pt x="3" y="30"/>
                      </a:cubicBezTo>
                      <a:cubicBezTo>
                        <a:pt x="4" y="36"/>
                        <a:pt x="16" y="68"/>
                        <a:pt x="37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3" name="Google Shape;5033;p23"/>
                <p:cNvSpPr/>
                <p:nvPr/>
              </p:nvSpPr>
              <p:spPr>
                <a:xfrm>
                  <a:off x="8506738" y="3362113"/>
                  <a:ext cx="168275" cy="230187"/>
                </a:xfrm>
                <a:custGeom>
                  <a:rect b="b" l="l" r="r" t="t"/>
                  <a:pathLst>
                    <a:path extrusionOk="0" h="61" w="45">
                      <a:moveTo>
                        <a:pt x="4" y="10"/>
                      </a:moveTo>
                      <a:cubicBezTo>
                        <a:pt x="8" y="0"/>
                        <a:pt x="16" y="11"/>
                        <a:pt x="21" y="5"/>
                      </a:cubicBezTo>
                      <a:cubicBezTo>
                        <a:pt x="25" y="0"/>
                        <a:pt x="32" y="6"/>
                        <a:pt x="37" y="13"/>
                      </a:cubicBezTo>
                      <a:cubicBezTo>
                        <a:pt x="43" y="24"/>
                        <a:pt x="45" y="40"/>
                        <a:pt x="38" y="53"/>
                      </a:cubicBezTo>
                      <a:cubicBezTo>
                        <a:pt x="37" y="56"/>
                        <a:pt x="34" y="59"/>
                        <a:pt x="31" y="60"/>
                      </a:cubicBezTo>
                      <a:cubicBezTo>
                        <a:pt x="29" y="61"/>
                        <a:pt x="27" y="61"/>
                        <a:pt x="24" y="61"/>
                      </a:cubicBezTo>
                      <a:cubicBezTo>
                        <a:pt x="16" y="59"/>
                        <a:pt x="9" y="52"/>
                        <a:pt x="5" y="45"/>
                      </a:cubicBezTo>
                      <a:cubicBezTo>
                        <a:pt x="2" y="37"/>
                        <a:pt x="0" y="20"/>
                        <a:pt x="4" y="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4" name="Google Shape;5034;p23"/>
                <p:cNvSpPr/>
                <p:nvPr/>
              </p:nvSpPr>
              <p:spPr>
                <a:xfrm>
                  <a:off x="8260675" y="3014450"/>
                  <a:ext cx="227013" cy="407988"/>
                </a:xfrm>
                <a:custGeom>
                  <a:rect b="b" l="l" r="r" t="t"/>
                  <a:pathLst>
                    <a:path extrusionOk="0" h="108" w="60">
                      <a:moveTo>
                        <a:pt x="2" y="94"/>
                      </a:moveTo>
                      <a:cubicBezTo>
                        <a:pt x="4" y="106"/>
                        <a:pt x="15" y="108"/>
                        <a:pt x="23" y="93"/>
                      </a:cubicBezTo>
                      <a:cubicBezTo>
                        <a:pt x="31" y="78"/>
                        <a:pt x="29" y="40"/>
                        <a:pt x="34" y="30"/>
                      </a:cubicBezTo>
                      <a:cubicBezTo>
                        <a:pt x="40" y="21"/>
                        <a:pt x="47" y="23"/>
                        <a:pt x="54" y="16"/>
                      </a:cubicBezTo>
                      <a:cubicBezTo>
                        <a:pt x="60" y="10"/>
                        <a:pt x="57" y="0"/>
                        <a:pt x="45" y="2"/>
                      </a:cubicBezTo>
                      <a:cubicBezTo>
                        <a:pt x="28" y="7"/>
                        <a:pt x="15" y="18"/>
                        <a:pt x="7" y="46"/>
                      </a:cubicBezTo>
                      <a:cubicBezTo>
                        <a:pt x="2" y="64"/>
                        <a:pt x="0" y="85"/>
                        <a:pt x="2" y="9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5" name="Google Shape;5035;p23"/>
                <p:cNvSpPr/>
                <p:nvPr/>
              </p:nvSpPr>
              <p:spPr>
                <a:xfrm>
                  <a:off x="8540075" y="3025563"/>
                  <a:ext cx="200025" cy="312738"/>
                </a:xfrm>
                <a:custGeom>
                  <a:rect b="b" l="l" r="r" t="t"/>
                  <a:pathLst>
                    <a:path extrusionOk="0" h="83" w="53">
                      <a:moveTo>
                        <a:pt x="44" y="28"/>
                      </a:moveTo>
                      <a:cubicBezTo>
                        <a:pt x="48" y="37"/>
                        <a:pt x="52" y="54"/>
                        <a:pt x="53" y="67"/>
                      </a:cubicBezTo>
                      <a:cubicBezTo>
                        <a:pt x="53" y="75"/>
                        <a:pt x="53" y="80"/>
                        <a:pt x="48" y="82"/>
                      </a:cubicBezTo>
                      <a:cubicBezTo>
                        <a:pt x="43" y="83"/>
                        <a:pt x="35" y="77"/>
                        <a:pt x="29" y="60"/>
                      </a:cubicBezTo>
                      <a:cubicBezTo>
                        <a:pt x="26" y="50"/>
                        <a:pt x="25" y="44"/>
                        <a:pt x="22" y="42"/>
                      </a:cubicBezTo>
                      <a:cubicBezTo>
                        <a:pt x="18" y="39"/>
                        <a:pt x="13" y="40"/>
                        <a:pt x="9" y="38"/>
                      </a:cubicBezTo>
                      <a:cubicBezTo>
                        <a:pt x="3" y="35"/>
                        <a:pt x="0" y="26"/>
                        <a:pt x="1" y="18"/>
                      </a:cubicBezTo>
                      <a:cubicBezTo>
                        <a:pt x="1" y="6"/>
                        <a:pt x="10" y="0"/>
                        <a:pt x="17" y="2"/>
                      </a:cubicBezTo>
                      <a:cubicBezTo>
                        <a:pt x="30" y="5"/>
                        <a:pt x="39" y="13"/>
                        <a:pt x="44" y="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6" name="Google Shape;5036;p23"/>
                <p:cNvSpPr/>
                <p:nvPr/>
              </p:nvSpPr>
              <p:spPr>
                <a:xfrm>
                  <a:off x="8735338" y="3543088"/>
                  <a:ext cx="336550" cy="441325"/>
                </a:xfrm>
                <a:custGeom>
                  <a:rect b="b" l="l" r="r" t="t"/>
                  <a:pathLst>
                    <a:path extrusionOk="0" h="117" w="89">
                      <a:moveTo>
                        <a:pt x="52" y="32"/>
                      </a:moveTo>
                      <a:cubicBezTo>
                        <a:pt x="62" y="40"/>
                        <a:pt x="74" y="47"/>
                        <a:pt x="83" y="63"/>
                      </a:cubicBezTo>
                      <a:cubicBezTo>
                        <a:pt x="89" y="75"/>
                        <a:pt x="88" y="88"/>
                        <a:pt x="84" y="98"/>
                      </a:cubicBezTo>
                      <a:cubicBezTo>
                        <a:pt x="79" y="109"/>
                        <a:pt x="74" y="117"/>
                        <a:pt x="68" y="116"/>
                      </a:cubicBezTo>
                      <a:cubicBezTo>
                        <a:pt x="63" y="115"/>
                        <a:pt x="58" y="110"/>
                        <a:pt x="56" y="105"/>
                      </a:cubicBezTo>
                      <a:cubicBezTo>
                        <a:pt x="53" y="101"/>
                        <a:pt x="50" y="88"/>
                        <a:pt x="49" y="78"/>
                      </a:cubicBezTo>
                      <a:cubicBezTo>
                        <a:pt x="49" y="74"/>
                        <a:pt x="47" y="69"/>
                        <a:pt x="44" y="67"/>
                      </a:cubicBezTo>
                      <a:cubicBezTo>
                        <a:pt x="37" y="61"/>
                        <a:pt x="26" y="62"/>
                        <a:pt x="18" y="59"/>
                      </a:cubicBezTo>
                      <a:cubicBezTo>
                        <a:pt x="11" y="55"/>
                        <a:pt x="0" y="44"/>
                        <a:pt x="1" y="24"/>
                      </a:cubicBezTo>
                      <a:cubicBezTo>
                        <a:pt x="1" y="3"/>
                        <a:pt x="16" y="0"/>
                        <a:pt x="25" y="8"/>
                      </a:cubicBezTo>
                      <a:cubicBezTo>
                        <a:pt x="38" y="18"/>
                        <a:pt x="42" y="23"/>
                        <a:pt x="52" y="3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7" name="Google Shape;5037;p23"/>
                <p:cNvSpPr/>
                <p:nvPr/>
              </p:nvSpPr>
              <p:spPr>
                <a:xfrm>
                  <a:off x="8668663" y="3905038"/>
                  <a:ext cx="244475" cy="187325"/>
                </a:xfrm>
                <a:custGeom>
                  <a:rect b="b" l="l" r="r" t="t"/>
                  <a:pathLst>
                    <a:path extrusionOk="0" h="50" w="65">
                      <a:moveTo>
                        <a:pt x="18" y="27"/>
                      </a:moveTo>
                      <a:cubicBezTo>
                        <a:pt x="8" y="17"/>
                        <a:pt x="10" y="12"/>
                        <a:pt x="21" y="5"/>
                      </a:cubicBezTo>
                      <a:cubicBezTo>
                        <a:pt x="26" y="1"/>
                        <a:pt x="31" y="0"/>
                        <a:pt x="35" y="4"/>
                      </a:cubicBezTo>
                      <a:cubicBezTo>
                        <a:pt x="39" y="8"/>
                        <a:pt x="42" y="13"/>
                        <a:pt x="46" y="24"/>
                      </a:cubicBezTo>
                      <a:cubicBezTo>
                        <a:pt x="51" y="35"/>
                        <a:pt x="62" y="31"/>
                        <a:pt x="64" y="39"/>
                      </a:cubicBezTo>
                      <a:cubicBezTo>
                        <a:pt x="65" y="46"/>
                        <a:pt x="47" y="48"/>
                        <a:pt x="34" y="50"/>
                      </a:cubicBezTo>
                      <a:cubicBezTo>
                        <a:pt x="25" y="50"/>
                        <a:pt x="12" y="47"/>
                        <a:pt x="7" y="45"/>
                      </a:cubicBezTo>
                      <a:cubicBezTo>
                        <a:pt x="0" y="42"/>
                        <a:pt x="26" y="36"/>
                        <a:pt x="18" y="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"/>
              <a:buNone/>
              <a:defRPr b="1" sz="30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"/>
              <a:buNone/>
              <a:defRPr sz="30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"/>
              <a:buNone/>
              <a:defRPr sz="30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"/>
              <a:buNone/>
              <a:defRPr sz="30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"/>
              <a:buNone/>
              <a:defRPr sz="30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"/>
              <a:buNone/>
              <a:defRPr sz="30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"/>
              <a:buNone/>
              <a:defRPr sz="30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"/>
              <a:buNone/>
              <a:defRPr sz="30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"/>
              <a:buNone/>
              <a:defRPr sz="30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/>
              <a:buChar char="●"/>
              <a:defRPr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/>
              <a:buChar char="○"/>
              <a:defRPr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/>
              <a:buChar char="■"/>
              <a:defRPr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/>
              <a:buChar char="●"/>
              <a:defRPr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/>
              <a:buChar char="○"/>
              <a:defRPr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/>
              <a:buChar char="■"/>
              <a:defRPr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/>
              <a:buChar char="●"/>
              <a:defRPr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/>
              <a:buChar char="○"/>
              <a:defRPr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mbay"/>
              <a:buChar char="■"/>
              <a:defRPr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1" name="Shape 5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2" name="Google Shape;5042;p24"/>
          <p:cNvSpPr txBox="1"/>
          <p:nvPr>
            <p:ph type="ctrTitle"/>
          </p:nvPr>
        </p:nvSpPr>
        <p:spPr>
          <a:xfrm>
            <a:off x="2457775" y="411900"/>
            <a:ext cx="5593500" cy="165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Microbes in UC Davis</a:t>
            </a:r>
            <a:endParaRPr/>
          </a:p>
        </p:txBody>
      </p:sp>
      <p:sp>
        <p:nvSpPr>
          <p:cNvPr id="5043" name="Google Shape;5043;p24"/>
          <p:cNvSpPr txBox="1"/>
          <p:nvPr>
            <p:ph idx="1" type="subTitle"/>
          </p:nvPr>
        </p:nvSpPr>
        <p:spPr>
          <a:xfrm>
            <a:off x="3863900" y="2007975"/>
            <a:ext cx="43590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(Specifically outside the Katherine Esau Hall)</a:t>
            </a:r>
            <a:endParaRPr/>
          </a:p>
        </p:txBody>
      </p:sp>
      <p:grpSp>
        <p:nvGrpSpPr>
          <p:cNvPr id="5044" name="Google Shape;5044;p24"/>
          <p:cNvGrpSpPr/>
          <p:nvPr/>
        </p:nvGrpSpPr>
        <p:grpSpPr>
          <a:xfrm rot="5400000">
            <a:off x="5281085" y="2145742"/>
            <a:ext cx="1235520" cy="2248518"/>
            <a:chOff x="2973388" y="1981200"/>
            <a:chExt cx="1457325" cy="1565275"/>
          </a:xfrm>
        </p:grpSpPr>
        <p:sp>
          <p:nvSpPr>
            <p:cNvPr id="5045" name="Google Shape;5045;p24"/>
            <p:cNvSpPr/>
            <p:nvPr/>
          </p:nvSpPr>
          <p:spPr>
            <a:xfrm>
              <a:off x="2973388" y="1981200"/>
              <a:ext cx="1457325" cy="1565275"/>
            </a:xfrm>
            <a:custGeom>
              <a:rect b="b" l="l" r="r" t="t"/>
              <a:pathLst>
                <a:path extrusionOk="0" h="415" w="387">
                  <a:moveTo>
                    <a:pt x="376" y="276"/>
                  </a:moveTo>
                  <a:cubicBezTo>
                    <a:pt x="373" y="275"/>
                    <a:pt x="370" y="273"/>
                    <a:pt x="366" y="272"/>
                  </a:cubicBezTo>
                  <a:cubicBezTo>
                    <a:pt x="359" y="269"/>
                    <a:pt x="351" y="269"/>
                    <a:pt x="344" y="271"/>
                  </a:cubicBezTo>
                  <a:cubicBezTo>
                    <a:pt x="337" y="272"/>
                    <a:pt x="330" y="276"/>
                    <a:pt x="324" y="281"/>
                  </a:cubicBezTo>
                  <a:cubicBezTo>
                    <a:pt x="322" y="282"/>
                    <a:pt x="320" y="283"/>
                    <a:pt x="319" y="285"/>
                  </a:cubicBezTo>
                  <a:cubicBezTo>
                    <a:pt x="316" y="284"/>
                    <a:pt x="313" y="283"/>
                    <a:pt x="310" y="281"/>
                  </a:cubicBezTo>
                  <a:cubicBezTo>
                    <a:pt x="308" y="280"/>
                    <a:pt x="305" y="278"/>
                    <a:pt x="303" y="276"/>
                  </a:cubicBezTo>
                  <a:cubicBezTo>
                    <a:pt x="301" y="274"/>
                    <a:pt x="300" y="271"/>
                    <a:pt x="300" y="269"/>
                  </a:cubicBezTo>
                  <a:cubicBezTo>
                    <a:pt x="299" y="266"/>
                    <a:pt x="299" y="264"/>
                    <a:pt x="300" y="261"/>
                  </a:cubicBezTo>
                  <a:cubicBezTo>
                    <a:pt x="301" y="258"/>
                    <a:pt x="303" y="255"/>
                    <a:pt x="303" y="250"/>
                  </a:cubicBezTo>
                  <a:cubicBezTo>
                    <a:pt x="303" y="248"/>
                    <a:pt x="302" y="245"/>
                    <a:pt x="301" y="243"/>
                  </a:cubicBezTo>
                  <a:cubicBezTo>
                    <a:pt x="300" y="241"/>
                    <a:pt x="298" y="240"/>
                    <a:pt x="296" y="239"/>
                  </a:cubicBezTo>
                  <a:cubicBezTo>
                    <a:pt x="292" y="237"/>
                    <a:pt x="289" y="236"/>
                    <a:pt x="286" y="235"/>
                  </a:cubicBezTo>
                  <a:cubicBezTo>
                    <a:pt x="277" y="231"/>
                    <a:pt x="277" y="231"/>
                    <a:pt x="277" y="231"/>
                  </a:cubicBezTo>
                  <a:cubicBezTo>
                    <a:pt x="267" y="227"/>
                    <a:pt x="267" y="227"/>
                    <a:pt x="267" y="227"/>
                  </a:cubicBezTo>
                  <a:cubicBezTo>
                    <a:pt x="276" y="178"/>
                    <a:pt x="276" y="178"/>
                    <a:pt x="276" y="178"/>
                  </a:cubicBezTo>
                  <a:cubicBezTo>
                    <a:pt x="277" y="178"/>
                    <a:pt x="278" y="178"/>
                    <a:pt x="279" y="178"/>
                  </a:cubicBezTo>
                  <a:cubicBezTo>
                    <a:pt x="280" y="179"/>
                    <a:pt x="282" y="180"/>
                    <a:pt x="283" y="181"/>
                  </a:cubicBezTo>
                  <a:cubicBezTo>
                    <a:pt x="283" y="182"/>
                    <a:pt x="284" y="182"/>
                    <a:pt x="284" y="183"/>
                  </a:cubicBezTo>
                  <a:cubicBezTo>
                    <a:pt x="285" y="184"/>
                    <a:pt x="285" y="186"/>
                    <a:pt x="285" y="187"/>
                  </a:cubicBezTo>
                  <a:cubicBezTo>
                    <a:pt x="286" y="189"/>
                    <a:pt x="286" y="190"/>
                    <a:pt x="287" y="192"/>
                  </a:cubicBezTo>
                  <a:cubicBezTo>
                    <a:pt x="288" y="194"/>
                    <a:pt x="289" y="196"/>
                    <a:pt x="291" y="197"/>
                  </a:cubicBezTo>
                  <a:cubicBezTo>
                    <a:pt x="293" y="198"/>
                    <a:pt x="295" y="198"/>
                    <a:pt x="297" y="198"/>
                  </a:cubicBezTo>
                  <a:cubicBezTo>
                    <a:pt x="299" y="198"/>
                    <a:pt x="300" y="198"/>
                    <a:pt x="301" y="198"/>
                  </a:cubicBezTo>
                  <a:cubicBezTo>
                    <a:pt x="307" y="197"/>
                    <a:pt x="313" y="196"/>
                    <a:pt x="318" y="196"/>
                  </a:cubicBezTo>
                  <a:cubicBezTo>
                    <a:pt x="324" y="195"/>
                    <a:pt x="329" y="195"/>
                    <a:pt x="334" y="195"/>
                  </a:cubicBezTo>
                  <a:cubicBezTo>
                    <a:pt x="340" y="196"/>
                    <a:pt x="345" y="197"/>
                    <a:pt x="349" y="200"/>
                  </a:cubicBezTo>
                  <a:cubicBezTo>
                    <a:pt x="354" y="202"/>
                    <a:pt x="358" y="206"/>
                    <a:pt x="363" y="210"/>
                  </a:cubicBezTo>
                  <a:cubicBezTo>
                    <a:pt x="375" y="220"/>
                    <a:pt x="375" y="220"/>
                    <a:pt x="375" y="220"/>
                  </a:cubicBezTo>
                  <a:cubicBezTo>
                    <a:pt x="363" y="209"/>
                    <a:pt x="363" y="209"/>
                    <a:pt x="363" y="209"/>
                  </a:cubicBezTo>
                  <a:cubicBezTo>
                    <a:pt x="360" y="205"/>
                    <a:pt x="356" y="201"/>
                    <a:pt x="351" y="197"/>
                  </a:cubicBezTo>
                  <a:cubicBezTo>
                    <a:pt x="346" y="194"/>
                    <a:pt x="341" y="192"/>
                    <a:pt x="335" y="191"/>
                  </a:cubicBezTo>
                  <a:cubicBezTo>
                    <a:pt x="329" y="190"/>
                    <a:pt x="323" y="190"/>
                    <a:pt x="318" y="190"/>
                  </a:cubicBezTo>
                  <a:cubicBezTo>
                    <a:pt x="312" y="190"/>
                    <a:pt x="307" y="191"/>
                    <a:pt x="301" y="191"/>
                  </a:cubicBezTo>
                  <a:cubicBezTo>
                    <a:pt x="300" y="191"/>
                    <a:pt x="299" y="191"/>
                    <a:pt x="297" y="191"/>
                  </a:cubicBezTo>
                  <a:cubicBezTo>
                    <a:pt x="296" y="190"/>
                    <a:pt x="295" y="190"/>
                    <a:pt x="295" y="190"/>
                  </a:cubicBezTo>
                  <a:cubicBezTo>
                    <a:pt x="295" y="190"/>
                    <a:pt x="294" y="189"/>
                    <a:pt x="294" y="189"/>
                  </a:cubicBezTo>
                  <a:cubicBezTo>
                    <a:pt x="294" y="188"/>
                    <a:pt x="294" y="187"/>
                    <a:pt x="293" y="185"/>
                  </a:cubicBezTo>
                  <a:cubicBezTo>
                    <a:pt x="293" y="184"/>
                    <a:pt x="293" y="183"/>
                    <a:pt x="293" y="181"/>
                  </a:cubicBezTo>
                  <a:cubicBezTo>
                    <a:pt x="292" y="179"/>
                    <a:pt x="291" y="177"/>
                    <a:pt x="290" y="176"/>
                  </a:cubicBezTo>
                  <a:cubicBezTo>
                    <a:pt x="288" y="173"/>
                    <a:pt x="285" y="170"/>
                    <a:pt x="282" y="169"/>
                  </a:cubicBezTo>
                  <a:cubicBezTo>
                    <a:pt x="280" y="168"/>
                    <a:pt x="279" y="168"/>
                    <a:pt x="277" y="168"/>
                  </a:cubicBezTo>
                  <a:cubicBezTo>
                    <a:pt x="278" y="163"/>
                    <a:pt x="278" y="163"/>
                    <a:pt x="278" y="163"/>
                  </a:cubicBezTo>
                  <a:cubicBezTo>
                    <a:pt x="280" y="156"/>
                    <a:pt x="279" y="149"/>
                    <a:pt x="278" y="142"/>
                  </a:cubicBezTo>
                  <a:cubicBezTo>
                    <a:pt x="282" y="140"/>
                    <a:pt x="286" y="138"/>
                    <a:pt x="290" y="136"/>
                  </a:cubicBezTo>
                  <a:cubicBezTo>
                    <a:pt x="292" y="136"/>
                    <a:pt x="294" y="135"/>
                    <a:pt x="295" y="136"/>
                  </a:cubicBezTo>
                  <a:cubicBezTo>
                    <a:pt x="296" y="136"/>
                    <a:pt x="298" y="137"/>
                    <a:pt x="299" y="139"/>
                  </a:cubicBezTo>
                  <a:cubicBezTo>
                    <a:pt x="303" y="143"/>
                    <a:pt x="308" y="147"/>
                    <a:pt x="313" y="149"/>
                  </a:cubicBezTo>
                  <a:cubicBezTo>
                    <a:pt x="316" y="150"/>
                    <a:pt x="319" y="150"/>
                    <a:pt x="322" y="149"/>
                  </a:cubicBezTo>
                  <a:cubicBezTo>
                    <a:pt x="325" y="148"/>
                    <a:pt x="328" y="146"/>
                    <a:pt x="330" y="144"/>
                  </a:cubicBezTo>
                  <a:cubicBezTo>
                    <a:pt x="332" y="143"/>
                    <a:pt x="334" y="141"/>
                    <a:pt x="335" y="140"/>
                  </a:cubicBezTo>
                  <a:cubicBezTo>
                    <a:pt x="337" y="138"/>
                    <a:pt x="340" y="138"/>
                    <a:pt x="342" y="138"/>
                  </a:cubicBezTo>
                  <a:cubicBezTo>
                    <a:pt x="344" y="138"/>
                    <a:pt x="347" y="139"/>
                    <a:pt x="349" y="139"/>
                  </a:cubicBezTo>
                  <a:cubicBezTo>
                    <a:pt x="357" y="141"/>
                    <a:pt x="357" y="141"/>
                    <a:pt x="357" y="141"/>
                  </a:cubicBezTo>
                  <a:cubicBezTo>
                    <a:pt x="372" y="144"/>
                    <a:pt x="372" y="144"/>
                    <a:pt x="372" y="144"/>
                  </a:cubicBezTo>
                  <a:cubicBezTo>
                    <a:pt x="357" y="139"/>
                    <a:pt x="357" y="139"/>
                    <a:pt x="357" y="139"/>
                  </a:cubicBezTo>
                  <a:cubicBezTo>
                    <a:pt x="350" y="137"/>
                    <a:pt x="350" y="137"/>
                    <a:pt x="350" y="137"/>
                  </a:cubicBezTo>
                  <a:cubicBezTo>
                    <a:pt x="348" y="136"/>
                    <a:pt x="345" y="135"/>
                    <a:pt x="342" y="135"/>
                  </a:cubicBezTo>
                  <a:cubicBezTo>
                    <a:pt x="340" y="135"/>
                    <a:pt x="336" y="135"/>
                    <a:pt x="334" y="136"/>
                  </a:cubicBezTo>
                  <a:cubicBezTo>
                    <a:pt x="331" y="138"/>
                    <a:pt x="329" y="140"/>
                    <a:pt x="327" y="141"/>
                  </a:cubicBezTo>
                  <a:cubicBezTo>
                    <a:pt x="325" y="143"/>
                    <a:pt x="323" y="144"/>
                    <a:pt x="321" y="144"/>
                  </a:cubicBezTo>
                  <a:cubicBezTo>
                    <a:pt x="319" y="145"/>
                    <a:pt x="317" y="144"/>
                    <a:pt x="315" y="144"/>
                  </a:cubicBezTo>
                  <a:cubicBezTo>
                    <a:pt x="311" y="142"/>
                    <a:pt x="307" y="139"/>
                    <a:pt x="305" y="135"/>
                  </a:cubicBezTo>
                  <a:cubicBezTo>
                    <a:pt x="303" y="133"/>
                    <a:pt x="301" y="130"/>
                    <a:pt x="297" y="128"/>
                  </a:cubicBezTo>
                  <a:cubicBezTo>
                    <a:pt x="294" y="127"/>
                    <a:pt x="290" y="128"/>
                    <a:pt x="287" y="128"/>
                  </a:cubicBezTo>
                  <a:cubicBezTo>
                    <a:pt x="283" y="130"/>
                    <a:pt x="279" y="131"/>
                    <a:pt x="275" y="133"/>
                  </a:cubicBezTo>
                  <a:cubicBezTo>
                    <a:pt x="272" y="125"/>
                    <a:pt x="267" y="118"/>
                    <a:pt x="261" y="112"/>
                  </a:cubicBezTo>
                  <a:cubicBezTo>
                    <a:pt x="261" y="110"/>
                    <a:pt x="261" y="107"/>
                    <a:pt x="262" y="105"/>
                  </a:cubicBezTo>
                  <a:cubicBezTo>
                    <a:pt x="263" y="101"/>
                    <a:pt x="266" y="97"/>
                    <a:pt x="270" y="96"/>
                  </a:cubicBezTo>
                  <a:cubicBezTo>
                    <a:pt x="273" y="94"/>
                    <a:pt x="278" y="95"/>
                    <a:pt x="284" y="96"/>
                  </a:cubicBezTo>
                  <a:cubicBezTo>
                    <a:pt x="287" y="97"/>
                    <a:pt x="290" y="97"/>
                    <a:pt x="293" y="96"/>
                  </a:cubicBezTo>
                  <a:cubicBezTo>
                    <a:pt x="296" y="96"/>
                    <a:pt x="299" y="94"/>
                    <a:pt x="302" y="93"/>
                  </a:cubicBezTo>
                  <a:cubicBezTo>
                    <a:pt x="307" y="89"/>
                    <a:pt x="310" y="84"/>
                    <a:pt x="313" y="80"/>
                  </a:cubicBezTo>
                  <a:cubicBezTo>
                    <a:pt x="316" y="75"/>
                    <a:pt x="318" y="70"/>
                    <a:pt x="321" y="66"/>
                  </a:cubicBezTo>
                  <a:cubicBezTo>
                    <a:pt x="328" y="58"/>
                    <a:pt x="339" y="53"/>
                    <a:pt x="350" y="54"/>
                  </a:cubicBezTo>
                  <a:cubicBezTo>
                    <a:pt x="339" y="52"/>
                    <a:pt x="327" y="56"/>
                    <a:pt x="319" y="64"/>
                  </a:cubicBezTo>
                  <a:cubicBezTo>
                    <a:pt x="315" y="68"/>
                    <a:pt x="312" y="73"/>
                    <a:pt x="309" y="77"/>
                  </a:cubicBezTo>
                  <a:cubicBezTo>
                    <a:pt x="306" y="82"/>
                    <a:pt x="303" y="86"/>
                    <a:pt x="299" y="88"/>
                  </a:cubicBezTo>
                  <a:cubicBezTo>
                    <a:pt x="297" y="89"/>
                    <a:pt x="294" y="90"/>
                    <a:pt x="292" y="90"/>
                  </a:cubicBezTo>
                  <a:cubicBezTo>
                    <a:pt x="290" y="90"/>
                    <a:pt x="288" y="90"/>
                    <a:pt x="285" y="89"/>
                  </a:cubicBezTo>
                  <a:cubicBezTo>
                    <a:pt x="283" y="89"/>
                    <a:pt x="280" y="88"/>
                    <a:pt x="277" y="88"/>
                  </a:cubicBezTo>
                  <a:cubicBezTo>
                    <a:pt x="274" y="87"/>
                    <a:pt x="270" y="87"/>
                    <a:pt x="267" y="88"/>
                  </a:cubicBezTo>
                  <a:cubicBezTo>
                    <a:pt x="260" y="90"/>
                    <a:pt x="256" y="96"/>
                    <a:pt x="253" y="102"/>
                  </a:cubicBezTo>
                  <a:cubicBezTo>
                    <a:pt x="252" y="103"/>
                    <a:pt x="252" y="104"/>
                    <a:pt x="252" y="106"/>
                  </a:cubicBezTo>
                  <a:cubicBezTo>
                    <a:pt x="246" y="102"/>
                    <a:pt x="240" y="100"/>
                    <a:pt x="234" y="99"/>
                  </a:cubicBezTo>
                  <a:cubicBezTo>
                    <a:pt x="235" y="96"/>
                    <a:pt x="236" y="93"/>
                    <a:pt x="236" y="90"/>
                  </a:cubicBezTo>
                  <a:cubicBezTo>
                    <a:pt x="237" y="87"/>
                    <a:pt x="237" y="82"/>
                    <a:pt x="236" y="79"/>
                  </a:cubicBezTo>
                  <a:cubicBezTo>
                    <a:pt x="234" y="75"/>
                    <a:pt x="232" y="72"/>
                    <a:pt x="230" y="69"/>
                  </a:cubicBezTo>
                  <a:cubicBezTo>
                    <a:pt x="227" y="66"/>
                    <a:pt x="224" y="64"/>
                    <a:pt x="221" y="63"/>
                  </a:cubicBezTo>
                  <a:cubicBezTo>
                    <a:pt x="218" y="61"/>
                    <a:pt x="214" y="61"/>
                    <a:pt x="211" y="60"/>
                  </a:cubicBezTo>
                  <a:cubicBezTo>
                    <a:pt x="204" y="60"/>
                    <a:pt x="198" y="60"/>
                    <a:pt x="195" y="57"/>
                  </a:cubicBezTo>
                  <a:cubicBezTo>
                    <a:pt x="191" y="53"/>
                    <a:pt x="189" y="47"/>
                    <a:pt x="189" y="41"/>
                  </a:cubicBezTo>
                  <a:cubicBezTo>
                    <a:pt x="189" y="36"/>
                    <a:pt x="191" y="30"/>
                    <a:pt x="195" y="25"/>
                  </a:cubicBezTo>
                  <a:cubicBezTo>
                    <a:pt x="201" y="14"/>
                    <a:pt x="212" y="7"/>
                    <a:pt x="222" y="0"/>
                  </a:cubicBezTo>
                  <a:cubicBezTo>
                    <a:pt x="211" y="6"/>
                    <a:pt x="200" y="13"/>
                    <a:pt x="192" y="23"/>
                  </a:cubicBezTo>
                  <a:cubicBezTo>
                    <a:pt x="189" y="28"/>
                    <a:pt x="186" y="34"/>
                    <a:pt x="185" y="41"/>
                  </a:cubicBezTo>
                  <a:cubicBezTo>
                    <a:pt x="184" y="48"/>
                    <a:pt x="185" y="55"/>
                    <a:pt x="191" y="61"/>
                  </a:cubicBezTo>
                  <a:cubicBezTo>
                    <a:pt x="193" y="63"/>
                    <a:pt x="197" y="65"/>
                    <a:pt x="200" y="66"/>
                  </a:cubicBezTo>
                  <a:cubicBezTo>
                    <a:pt x="204" y="67"/>
                    <a:pt x="207" y="67"/>
                    <a:pt x="210" y="67"/>
                  </a:cubicBezTo>
                  <a:cubicBezTo>
                    <a:pt x="213" y="68"/>
                    <a:pt x="216" y="69"/>
                    <a:pt x="218" y="70"/>
                  </a:cubicBezTo>
                  <a:cubicBezTo>
                    <a:pt x="220" y="71"/>
                    <a:pt x="222" y="73"/>
                    <a:pt x="224" y="75"/>
                  </a:cubicBezTo>
                  <a:cubicBezTo>
                    <a:pt x="225" y="77"/>
                    <a:pt x="226" y="79"/>
                    <a:pt x="227" y="81"/>
                  </a:cubicBezTo>
                  <a:cubicBezTo>
                    <a:pt x="227" y="84"/>
                    <a:pt x="227" y="86"/>
                    <a:pt x="227" y="89"/>
                  </a:cubicBezTo>
                  <a:cubicBezTo>
                    <a:pt x="226" y="92"/>
                    <a:pt x="225" y="96"/>
                    <a:pt x="223" y="98"/>
                  </a:cubicBezTo>
                  <a:cubicBezTo>
                    <a:pt x="206" y="99"/>
                    <a:pt x="191" y="106"/>
                    <a:pt x="181" y="119"/>
                  </a:cubicBezTo>
                  <a:cubicBezTo>
                    <a:pt x="180" y="117"/>
                    <a:pt x="179" y="115"/>
                    <a:pt x="179" y="113"/>
                  </a:cubicBezTo>
                  <a:cubicBezTo>
                    <a:pt x="176" y="107"/>
                    <a:pt x="173" y="100"/>
                    <a:pt x="169" y="94"/>
                  </a:cubicBezTo>
                  <a:cubicBezTo>
                    <a:pt x="167" y="90"/>
                    <a:pt x="164" y="87"/>
                    <a:pt x="161" y="85"/>
                  </a:cubicBezTo>
                  <a:cubicBezTo>
                    <a:pt x="157" y="82"/>
                    <a:pt x="152" y="81"/>
                    <a:pt x="148" y="82"/>
                  </a:cubicBezTo>
                  <a:cubicBezTo>
                    <a:pt x="144" y="82"/>
                    <a:pt x="140" y="84"/>
                    <a:pt x="137" y="87"/>
                  </a:cubicBezTo>
                  <a:cubicBezTo>
                    <a:pt x="134" y="90"/>
                    <a:pt x="132" y="94"/>
                    <a:pt x="131" y="98"/>
                  </a:cubicBezTo>
                  <a:cubicBezTo>
                    <a:pt x="130" y="101"/>
                    <a:pt x="130" y="106"/>
                    <a:pt x="130" y="109"/>
                  </a:cubicBezTo>
                  <a:cubicBezTo>
                    <a:pt x="130" y="112"/>
                    <a:pt x="130" y="115"/>
                    <a:pt x="127" y="117"/>
                  </a:cubicBezTo>
                  <a:cubicBezTo>
                    <a:pt x="125" y="118"/>
                    <a:pt x="122" y="119"/>
                    <a:pt x="119" y="119"/>
                  </a:cubicBezTo>
                  <a:cubicBezTo>
                    <a:pt x="116" y="118"/>
                    <a:pt x="113" y="117"/>
                    <a:pt x="110" y="115"/>
                  </a:cubicBezTo>
                  <a:cubicBezTo>
                    <a:pt x="98" y="107"/>
                    <a:pt x="91" y="95"/>
                    <a:pt x="83" y="83"/>
                  </a:cubicBezTo>
                  <a:cubicBezTo>
                    <a:pt x="90" y="95"/>
                    <a:pt x="97" y="108"/>
                    <a:pt x="108" y="117"/>
                  </a:cubicBezTo>
                  <a:cubicBezTo>
                    <a:pt x="111" y="120"/>
                    <a:pt x="115" y="121"/>
                    <a:pt x="118" y="122"/>
                  </a:cubicBezTo>
                  <a:cubicBezTo>
                    <a:pt x="122" y="123"/>
                    <a:pt x="127" y="122"/>
                    <a:pt x="130" y="120"/>
                  </a:cubicBezTo>
                  <a:cubicBezTo>
                    <a:pt x="132" y="119"/>
                    <a:pt x="133" y="117"/>
                    <a:pt x="134" y="115"/>
                  </a:cubicBezTo>
                  <a:cubicBezTo>
                    <a:pt x="135" y="113"/>
                    <a:pt x="135" y="111"/>
                    <a:pt x="135" y="109"/>
                  </a:cubicBezTo>
                  <a:cubicBezTo>
                    <a:pt x="135" y="105"/>
                    <a:pt x="135" y="102"/>
                    <a:pt x="136" y="99"/>
                  </a:cubicBezTo>
                  <a:cubicBezTo>
                    <a:pt x="137" y="96"/>
                    <a:pt x="139" y="94"/>
                    <a:pt x="141" y="92"/>
                  </a:cubicBezTo>
                  <a:cubicBezTo>
                    <a:pt x="143" y="90"/>
                    <a:pt x="146" y="89"/>
                    <a:pt x="149" y="89"/>
                  </a:cubicBezTo>
                  <a:cubicBezTo>
                    <a:pt x="154" y="88"/>
                    <a:pt x="159" y="92"/>
                    <a:pt x="162" y="98"/>
                  </a:cubicBezTo>
                  <a:cubicBezTo>
                    <a:pt x="165" y="104"/>
                    <a:pt x="167" y="110"/>
                    <a:pt x="170" y="117"/>
                  </a:cubicBezTo>
                  <a:cubicBezTo>
                    <a:pt x="171" y="121"/>
                    <a:pt x="172" y="124"/>
                    <a:pt x="175" y="128"/>
                  </a:cubicBezTo>
                  <a:cubicBezTo>
                    <a:pt x="175" y="128"/>
                    <a:pt x="175" y="128"/>
                    <a:pt x="175" y="128"/>
                  </a:cubicBezTo>
                  <a:cubicBezTo>
                    <a:pt x="173" y="133"/>
                    <a:pt x="171" y="138"/>
                    <a:pt x="170" y="143"/>
                  </a:cubicBezTo>
                  <a:cubicBezTo>
                    <a:pt x="168" y="159"/>
                    <a:pt x="168" y="159"/>
                    <a:pt x="168" y="159"/>
                  </a:cubicBezTo>
                  <a:cubicBezTo>
                    <a:pt x="166" y="158"/>
                    <a:pt x="165" y="157"/>
                    <a:pt x="163" y="156"/>
                  </a:cubicBezTo>
                  <a:cubicBezTo>
                    <a:pt x="160" y="155"/>
                    <a:pt x="156" y="154"/>
                    <a:pt x="153" y="154"/>
                  </a:cubicBezTo>
                  <a:cubicBezTo>
                    <a:pt x="149" y="155"/>
                    <a:pt x="146" y="156"/>
                    <a:pt x="143" y="158"/>
                  </a:cubicBezTo>
                  <a:cubicBezTo>
                    <a:pt x="137" y="161"/>
                    <a:pt x="134" y="166"/>
                    <a:pt x="130" y="170"/>
                  </a:cubicBezTo>
                  <a:cubicBezTo>
                    <a:pt x="128" y="172"/>
                    <a:pt x="126" y="174"/>
                    <a:pt x="125" y="175"/>
                  </a:cubicBezTo>
                  <a:cubicBezTo>
                    <a:pt x="124" y="176"/>
                    <a:pt x="123" y="176"/>
                    <a:pt x="122" y="176"/>
                  </a:cubicBezTo>
                  <a:cubicBezTo>
                    <a:pt x="122" y="177"/>
                    <a:pt x="121" y="176"/>
                    <a:pt x="120" y="176"/>
                  </a:cubicBezTo>
                  <a:cubicBezTo>
                    <a:pt x="105" y="169"/>
                    <a:pt x="105" y="169"/>
                    <a:pt x="105" y="169"/>
                  </a:cubicBezTo>
                  <a:cubicBezTo>
                    <a:pt x="100" y="167"/>
                    <a:pt x="95" y="164"/>
                    <a:pt x="90" y="162"/>
                  </a:cubicBezTo>
                  <a:cubicBezTo>
                    <a:pt x="87" y="161"/>
                    <a:pt x="84" y="160"/>
                    <a:pt x="81" y="160"/>
                  </a:cubicBezTo>
                  <a:cubicBezTo>
                    <a:pt x="78" y="161"/>
                    <a:pt x="75" y="161"/>
                    <a:pt x="73" y="163"/>
                  </a:cubicBezTo>
                  <a:cubicBezTo>
                    <a:pt x="68" y="165"/>
                    <a:pt x="63" y="169"/>
                    <a:pt x="59" y="173"/>
                  </a:cubicBezTo>
                  <a:cubicBezTo>
                    <a:pt x="64" y="170"/>
                    <a:pt x="68" y="166"/>
                    <a:pt x="73" y="164"/>
                  </a:cubicBezTo>
                  <a:cubicBezTo>
                    <a:pt x="78" y="162"/>
                    <a:pt x="84" y="162"/>
                    <a:pt x="89" y="164"/>
                  </a:cubicBezTo>
                  <a:cubicBezTo>
                    <a:pt x="93" y="167"/>
                    <a:pt x="98" y="170"/>
                    <a:pt x="103" y="173"/>
                  </a:cubicBezTo>
                  <a:cubicBezTo>
                    <a:pt x="117" y="181"/>
                    <a:pt x="117" y="181"/>
                    <a:pt x="117" y="181"/>
                  </a:cubicBezTo>
                  <a:cubicBezTo>
                    <a:pt x="119" y="182"/>
                    <a:pt x="121" y="183"/>
                    <a:pt x="123" y="183"/>
                  </a:cubicBezTo>
                  <a:cubicBezTo>
                    <a:pt x="125" y="182"/>
                    <a:pt x="127" y="182"/>
                    <a:pt x="128" y="181"/>
                  </a:cubicBezTo>
                  <a:cubicBezTo>
                    <a:pt x="131" y="179"/>
                    <a:pt x="133" y="177"/>
                    <a:pt x="135" y="175"/>
                  </a:cubicBezTo>
                  <a:cubicBezTo>
                    <a:pt x="139" y="171"/>
                    <a:pt x="143" y="167"/>
                    <a:pt x="147" y="165"/>
                  </a:cubicBezTo>
                  <a:cubicBezTo>
                    <a:pt x="149" y="164"/>
                    <a:pt x="151" y="164"/>
                    <a:pt x="153" y="164"/>
                  </a:cubicBezTo>
                  <a:cubicBezTo>
                    <a:pt x="155" y="164"/>
                    <a:pt x="157" y="164"/>
                    <a:pt x="159" y="165"/>
                  </a:cubicBezTo>
                  <a:cubicBezTo>
                    <a:pt x="161" y="166"/>
                    <a:pt x="163" y="168"/>
                    <a:pt x="164" y="169"/>
                  </a:cubicBezTo>
                  <a:cubicBezTo>
                    <a:pt x="165" y="170"/>
                    <a:pt x="165" y="170"/>
                    <a:pt x="165" y="170"/>
                  </a:cubicBezTo>
                  <a:cubicBezTo>
                    <a:pt x="158" y="213"/>
                    <a:pt x="158" y="213"/>
                    <a:pt x="158" y="213"/>
                  </a:cubicBezTo>
                  <a:cubicBezTo>
                    <a:pt x="157" y="212"/>
                    <a:pt x="155" y="211"/>
                    <a:pt x="154" y="211"/>
                  </a:cubicBezTo>
                  <a:cubicBezTo>
                    <a:pt x="151" y="210"/>
                    <a:pt x="148" y="210"/>
                    <a:pt x="145" y="210"/>
                  </a:cubicBezTo>
                  <a:cubicBezTo>
                    <a:pt x="140" y="212"/>
                    <a:pt x="137" y="216"/>
                    <a:pt x="134" y="218"/>
                  </a:cubicBezTo>
                  <a:cubicBezTo>
                    <a:pt x="132" y="221"/>
                    <a:pt x="129" y="222"/>
                    <a:pt x="126" y="221"/>
                  </a:cubicBezTo>
                  <a:cubicBezTo>
                    <a:pt x="123" y="221"/>
                    <a:pt x="119" y="219"/>
                    <a:pt x="115" y="218"/>
                  </a:cubicBezTo>
                  <a:cubicBezTo>
                    <a:pt x="111" y="218"/>
                    <a:pt x="106" y="218"/>
                    <a:pt x="102" y="219"/>
                  </a:cubicBezTo>
                  <a:cubicBezTo>
                    <a:pt x="94" y="221"/>
                    <a:pt x="88" y="225"/>
                    <a:pt x="81" y="229"/>
                  </a:cubicBezTo>
                  <a:cubicBezTo>
                    <a:pt x="88" y="226"/>
                    <a:pt x="95" y="223"/>
                    <a:pt x="103" y="222"/>
                  </a:cubicBezTo>
                  <a:cubicBezTo>
                    <a:pt x="107" y="221"/>
                    <a:pt x="110" y="221"/>
                    <a:pt x="114" y="222"/>
                  </a:cubicBezTo>
                  <a:cubicBezTo>
                    <a:pt x="118" y="223"/>
                    <a:pt x="120" y="225"/>
                    <a:pt x="125" y="227"/>
                  </a:cubicBezTo>
                  <a:cubicBezTo>
                    <a:pt x="127" y="227"/>
                    <a:pt x="130" y="228"/>
                    <a:pt x="132" y="227"/>
                  </a:cubicBezTo>
                  <a:cubicBezTo>
                    <a:pt x="135" y="226"/>
                    <a:pt x="137" y="225"/>
                    <a:pt x="139" y="224"/>
                  </a:cubicBezTo>
                  <a:cubicBezTo>
                    <a:pt x="142" y="221"/>
                    <a:pt x="145" y="219"/>
                    <a:pt x="147" y="219"/>
                  </a:cubicBezTo>
                  <a:cubicBezTo>
                    <a:pt x="148" y="218"/>
                    <a:pt x="149" y="219"/>
                    <a:pt x="150" y="219"/>
                  </a:cubicBezTo>
                  <a:cubicBezTo>
                    <a:pt x="151" y="220"/>
                    <a:pt x="152" y="221"/>
                    <a:pt x="153" y="222"/>
                  </a:cubicBezTo>
                  <a:cubicBezTo>
                    <a:pt x="154" y="223"/>
                    <a:pt x="155" y="224"/>
                    <a:pt x="156" y="225"/>
                  </a:cubicBezTo>
                  <a:cubicBezTo>
                    <a:pt x="151" y="250"/>
                    <a:pt x="151" y="250"/>
                    <a:pt x="151" y="250"/>
                  </a:cubicBezTo>
                  <a:cubicBezTo>
                    <a:pt x="150" y="250"/>
                    <a:pt x="149" y="249"/>
                    <a:pt x="148" y="249"/>
                  </a:cubicBezTo>
                  <a:cubicBezTo>
                    <a:pt x="147" y="249"/>
                    <a:pt x="145" y="249"/>
                    <a:pt x="144" y="248"/>
                  </a:cubicBezTo>
                  <a:cubicBezTo>
                    <a:pt x="144" y="248"/>
                    <a:pt x="143" y="248"/>
                    <a:pt x="143" y="248"/>
                  </a:cubicBezTo>
                  <a:cubicBezTo>
                    <a:pt x="142" y="249"/>
                    <a:pt x="141" y="249"/>
                    <a:pt x="140" y="249"/>
                  </a:cubicBezTo>
                  <a:cubicBezTo>
                    <a:pt x="138" y="249"/>
                    <a:pt x="135" y="250"/>
                    <a:pt x="133" y="252"/>
                  </a:cubicBezTo>
                  <a:cubicBezTo>
                    <a:pt x="129" y="254"/>
                    <a:pt x="127" y="258"/>
                    <a:pt x="125" y="262"/>
                  </a:cubicBezTo>
                  <a:cubicBezTo>
                    <a:pt x="124" y="264"/>
                    <a:pt x="123" y="265"/>
                    <a:pt x="123" y="267"/>
                  </a:cubicBezTo>
                  <a:cubicBezTo>
                    <a:pt x="122" y="269"/>
                    <a:pt x="121" y="270"/>
                    <a:pt x="121" y="271"/>
                  </a:cubicBezTo>
                  <a:cubicBezTo>
                    <a:pt x="121" y="271"/>
                    <a:pt x="121" y="271"/>
                    <a:pt x="121" y="271"/>
                  </a:cubicBezTo>
                  <a:cubicBezTo>
                    <a:pt x="121" y="271"/>
                    <a:pt x="120" y="271"/>
                    <a:pt x="120" y="270"/>
                  </a:cubicBezTo>
                  <a:cubicBezTo>
                    <a:pt x="119" y="270"/>
                    <a:pt x="117" y="269"/>
                    <a:pt x="115" y="269"/>
                  </a:cubicBezTo>
                  <a:cubicBezTo>
                    <a:pt x="111" y="267"/>
                    <a:pt x="106" y="267"/>
                    <a:pt x="102" y="268"/>
                  </a:cubicBezTo>
                  <a:cubicBezTo>
                    <a:pt x="94" y="269"/>
                    <a:pt x="87" y="273"/>
                    <a:pt x="81" y="276"/>
                  </a:cubicBezTo>
                  <a:cubicBezTo>
                    <a:pt x="74" y="280"/>
                    <a:pt x="68" y="284"/>
                    <a:pt x="62" y="286"/>
                  </a:cubicBezTo>
                  <a:cubicBezTo>
                    <a:pt x="55" y="289"/>
                    <a:pt x="48" y="291"/>
                    <a:pt x="41" y="292"/>
                  </a:cubicBezTo>
                  <a:cubicBezTo>
                    <a:pt x="37" y="293"/>
                    <a:pt x="34" y="294"/>
                    <a:pt x="30" y="294"/>
                  </a:cubicBezTo>
                  <a:cubicBezTo>
                    <a:pt x="27" y="295"/>
                    <a:pt x="23" y="296"/>
                    <a:pt x="19" y="296"/>
                  </a:cubicBezTo>
                  <a:cubicBezTo>
                    <a:pt x="16" y="295"/>
                    <a:pt x="13" y="293"/>
                    <a:pt x="10" y="291"/>
                  </a:cubicBezTo>
                  <a:cubicBezTo>
                    <a:pt x="9" y="290"/>
                    <a:pt x="7" y="289"/>
                    <a:pt x="5" y="288"/>
                  </a:cubicBezTo>
                  <a:cubicBezTo>
                    <a:pt x="3" y="288"/>
                    <a:pt x="1" y="289"/>
                    <a:pt x="0" y="290"/>
                  </a:cubicBezTo>
                  <a:cubicBezTo>
                    <a:pt x="1" y="289"/>
                    <a:pt x="3" y="288"/>
                    <a:pt x="5" y="289"/>
                  </a:cubicBezTo>
                  <a:cubicBezTo>
                    <a:pt x="7" y="289"/>
                    <a:pt x="8" y="290"/>
                    <a:pt x="10" y="291"/>
                  </a:cubicBezTo>
                  <a:cubicBezTo>
                    <a:pt x="11" y="292"/>
                    <a:pt x="12" y="294"/>
                    <a:pt x="14" y="295"/>
                  </a:cubicBezTo>
                  <a:cubicBezTo>
                    <a:pt x="16" y="296"/>
                    <a:pt x="17" y="297"/>
                    <a:pt x="19" y="297"/>
                  </a:cubicBezTo>
                  <a:cubicBezTo>
                    <a:pt x="23" y="298"/>
                    <a:pt x="27" y="297"/>
                    <a:pt x="30" y="296"/>
                  </a:cubicBezTo>
                  <a:cubicBezTo>
                    <a:pt x="34" y="296"/>
                    <a:pt x="38" y="295"/>
                    <a:pt x="41" y="295"/>
                  </a:cubicBezTo>
                  <a:cubicBezTo>
                    <a:pt x="49" y="294"/>
                    <a:pt x="56" y="292"/>
                    <a:pt x="63" y="290"/>
                  </a:cubicBezTo>
                  <a:cubicBezTo>
                    <a:pt x="70" y="288"/>
                    <a:pt x="77" y="284"/>
                    <a:pt x="84" y="281"/>
                  </a:cubicBezTo>
                  <a:cubicBezTo>
                    <a:pt x="90" y="278"/>
                    <a:pt x="96" y="275"/>
                    <a:pt x="103" y="275"/>
                  </a:cubicBezTo>
                  <a:cubicBezTo>
                    <a:pt x="106" y="275"/>
                    <a:pt x="110" y="275"/>
                    <a:pt x="112" y="276"/>
                  </a:cubicBezTo>
                  <a:cubicBezTo>
                    <a:pt x="114" y="276"/>
                    <a:pt x="115" y="277"/>
                    <a:pt x="117" y="278"/>
                  </a:cubicBezTo>
                  <a:cubicBezTo>
                    <a:pt x="118" y="279"/>
                    <a:pt x="120" y="279"/>
                    <a:pt x="122" y="279"/>
                  </a:cubicBezTo>
                  <a:cubicBezTo>
                    <a:pt x="123" y="279"/>
                    <a:pt x="125" y="278"/>
                    <a:pt x="127" y="277"/>
                  </a:cubicBezTo>
                  <a:cubicBezTo>
                    <a:pt x="128" y="276"/>
                    <a:pt x="129" y="274"/>
                    <a:pt x="129" y="274"/>
                  </a:cubicBezTo>
                  <a:cubicBezTo>
                    <a:pt x="131" y="271"/>
                    <a:pt x="131" y="271"/>
                    <a:pt x="131" y="271"/>
                  </a:cubicBezTo>
                  <a:cubicBezTo>
                    <a:pt x="131" y="269"/>
                    <a:pt x="132" y="268"/>
                    <a:pt x="133" y="266"/>
                  </a:cubicBezTo>
                  <a:cubicBezTo>
                    <a:pt x="135" y="263"/>
                    <a:pt x="137" y="261"/>
                    <a:pt x="139" y="260"/>
                  </a:cubicBezTo>
                  <a:cubicBezTo>
                    <a:pt x="140" y="259"/>
                    <a:pt x="141" y="259"/>
                    <a:pt x="142" y="259"/>
                  </a:cubicBezTo>
                  <a:cubicBezTo>
                    <a:pt x="143" y="259"/>
                    <a:pt x="143" y="259"/>
                    <a:pt x="143" y="259"/>
                  </a:cubicBezTo>
                  <a:cubicBezTo>
                    <a:pt x="144" y="259"/>
                    <a:pt x="144" y="259"/>
                    <a:pt x="144" y="259"/>
                  </a:cubicBezTo>
                  <a:cubicBezTo>
                    <a:pt x="144" y="259"/>
                    <a:pt x="145" y="259"/>
                    <a:pt x="145" y="259"/>
                  </a:cubicBezTo>
                  <a:cubicBezTo>
                    <a:pt x="146" y="259"/>
                    <a:pt x="146" y="260"/>
                    <a:pt x="147" y="261"/>
                  </a:cubicBezTo>
                  <a:cubicBezTo>
                    <a:pt x="147" y="262"/>
                    <a:pt x="148" y="263"/>
                    <a:pt x="149" y="264"/>
                  </a:cubicBezTo>
                  <a:cubicBezTo>
                    <a:pt x="148" y="266"/>
                    <a:pt x="148" y="266"/>
                    <a:pt x="148" y="266"/>
                  </a:cubicBezTo>
                  <a:cubicBezTo>
                    <a:pt x="146" y="276"/>
                    <a:pt x="148" y="287"/>
                    <a:pt x="152" y="296"/>
                  </a:cubicBezTo>
                  <a:cubicBezTo>
                    <a:pt x="151" y="296"/>
                    <a:pt x="150" y="296"/>
                    <a:pt x="149" y="297"/>
                  </a:cubicBezTo>
                  <a:cubicBezTo>
                    <a:pt x="148" y="297"/>
                    <a:pt x="147" y="297"/>
                    <a:pt x="146" y="298"/>
                  </a:cubicBezTo>
                  <a:cubicBezTo>
                    <a:pt x="144" y="299"/>
                    <a:pt x="143" y="299"/>
                    <a:pt x="141" y="301"/>
                  </a:cubicBezTo>
                  <a:cubicBezTo>
                    <a:pt x="140" y="302"/>
                    <a:pt x="139" y="305"/>
                    <a:pt x="138" y="307"/>
                  </a:cubicBezTo>
                  <a:cubicBezTo>
                    <a:pt x="138" y="309"/>
                    <a:pt x="139" y="310"/>
                    <a:pt x="139" y="311"/>
                  </a:cubicBezTo>
                  <a:cubicBezTo>
                    <a:pt x="140" y="314"/>
                    <a:pt x="140" y="316"/>
                    <a:pt x="141" y="318"/>
                  </a:cubicBezTo>
                  <a:cubicBezTo>
                    <a:pt x="141" y="320"/>
                    <a:pt x="138" y="324"/>
                    <a:pt x="134" y="327"/>
                  </a:cubicBezTo>
                  <a:cubicBezTo>
                    <a:pt x="128" y="334"/>
                    <a:pt x="121" y="341"/>
                    <a:pt x="113" y="346"/>
                  </a:cubicBezTo>
                  <a:cubicBezTo>
                    <a:pt x="109" y="348"/>
                    <a:pt x="104" y="349"/>
                    <a:pt x="100" y="351"/>
                  </a:cubicBezTo>
                  <a:cubicBezTo>
                    <a:pt x="95" y="353"/>
                    <a:pt x="90" y="356"/>
                    <a:pt x="88" y="360"/>
                  </a:cubicBezTo>
                  <a:cubicBezTo>
                    <a:pt x="91" y="356"/>
                    <a:pt x="96" y="354"/>
                    <a:pt x="100" y="352"/>
                  </a:cubicBezTo>
                  <a:cubicBezTo>
                    <a:pt x="105" y="351"/>
                    <a:pt x="109" y="350"/>
                    <a:pt x="114" y="348"/>
                  </a:cubicBezTo>
                  <a:cubicBezTo>
                    <a:pt x="123" y="344"/>
                    <a:pt x="131" y="338"/>
                    <a:pt x="138" y="331"/>
                  </a:cubicBezTo>
                  <a:cubicBezTo>
                    <a:pt x="140" y="330"/>
                    <a:pt x="142" y="328"/>
                    <a:pt x="144" y="326"/>
                  </a:cubicBezTo>
                  <a:cubicBezTo>
                    <a:pt x="145" y="324"/>
                    <a:pt x="147" y="321"/>
                    <a:pt x="147" y="318"/>
                  </a:cubicBezTo>
                  <a:cubicBezTo>
                    <a:pt x="148" y="314"/>
                    <a:pt x="147" y="312"/>
                    <a:pt x="146" y="310"/>
                  </a:cubicBezTo>
                  <a:cubicBezTo>
                    <a:pt x="146" y="309"/>
                    <a:pt x="146" y="308"/>
                    <a:pt x="146" y="308"/>
                  </a:cubicBezTo>
                  <a:cubicBezTo>
                    <a:pt x="146" y="307"/>
                    <a:pt x="147" y="307"/>
                    <a:pt x="147" y="307"/>
                  </a:cubicBezTo>
                  <a:cubicBezTo>
                    <a:pt x="147" y="307"/>
                    <a:pt x="150" y="306"/>
                    <a:pt x="152" y="305"/>
                  </a:cubicBezTo>
                  <a:cubicBezTo>
                    <a:pt x="153" y="305"/>
                    <a:pt x="155" y="305"/>
                    <a:pt x="156" y="305"/>
                  </a:cubicBezTo>
                  <a:cubicBezTo>
                    <a:pt x="162" y="314"/>
                    <a:pt x="171" y="321"/>
                    <a:pt x="181" y="326"/>
                  </a:cubicBezTo>
                  <a:cubicBezTo>
                    <a:pt x="179" y="328"/>
                    <a:pt x="178" y="331"/>
                    <a:pt x="177" y="334"/>
                  </a:cubicBezTo>
                  <a:cubicBezTo>
                    <a:pt x="177" y="337"/>
                    <a:pt x="177" y="340"/>
                    <a:pt x="178" y="342"/>
                  </a:cubicBezTo>
                  <a:cubicBezTo>
                    <a:pt x="179" y="348"/>
                    <a:pt x="182" y="351"/>
                    <a:pt x="183" y="355"/>
                  </a:cubicBezTo>
                  <a:cubicBezTo>
                    <a:pt x="183" y="357"/>
                    <a:pt x="184" y="358"/>
                    <a:pt x="183" y="360"/>
                  </a:cubicBezTo>
                  <a:cubicBezTo>
                    <a:pt x="183" y="362"/>
                    <a:pt x="182" y="364"/>
                    <a:pt x="181" y="365"/>
                  </a:cubicBezTo>
                  <a:cubicBezTo>
                    <a:pt x="179" y="369"/>
                    <a:pt x="176" y="373"/>
                    <a:pt x="174" y="377"/>
                  </a:cubicBezTo>
                  <a:cubicBezTo>
                    <a:pt x="172" y="381"/>
                    <a:pt x="170" y="385"/>
                    <a:pt x="168" y="389"/>
                  </a:cubicBezTo>
                  <a:cubicBezTo>
                    <a:pt x="165" y="398"/>
                    <a:pt x="162" y="406"/>
                    <a:pt x="160" y="415"/>
                  </a:cubicBezTo>
                  <a:cubicBezTo>
                    <a:pt x="163" y="407"/>
                    <a:pt x="166" y="398"/>
                    <a:pt x="171" y="390"/>
                  </a:cubicBezTo>
                  <a:cubicBezTo>
                    <a:pt x="173" y="386"/>
                    <a:pt x="175" y="382"/>
                    <a:pt x="177" y="379"/>
                  </a:cubicBezTo>
                  <a:cubicBezTo>
                    <a:pt x="180" y="375"/>
                    <a:pt x="183" y="372"/>
                    <a:pt x="186" y="368"/>
                  </a:cubicBezTo>
                  <a:cubicBezTo>
                    <a:pt x="187" y="366"/>
                    <a:pt x="189" y="364"/>
                    <a:pt x="189" y="362"/>
                  </a:cubicBezTo>
                  <a:cubicBezTo>
                    <a:pt x="190" y="359"/>
                    <a:pt x="190" y="356"/>
                    <a:pt x="190" y="353"/>
                  </a:cubicBezTo>
                  <a:cubicBezTo>
                    <a:pt x="189" y="348"/>
                    <a:pt x="186" y="344"/>
                    <a:pt x="186" y="340"/>
                  </a:cubicBezTo>
                  <a:cubicBezTo>
                    <a:pt x="185" y="337"/>
                    <a:pt x="186" y="334"/>
                    <a:pt x="189" y="332"/>
                  </a:cubicBezTo>
                  <a:cubicBezTo>
                    <a:pt x="189" y="331"/>
                    <a:pt x="190" y="330"/>
                    <a:pt x="191" y="329"/>
                  </a:cubicBezTo>
                  <a:cubicBezTo>
                    <a:pt x="192" y="329"/>
                    <a:pt x="192" y="329"/>
                    <a:pt x="192" y="329"/>
                  </a:cubicBezTo>
                  <a:cubicBezTo>
                    <a:pt x="192" y="329"/>
                    <a:pt x="192" y="329"/>
                    <a:pt x="192" y="329"/>
                  </a:cubicBezTo>
                  <a:cubicBezTo>
                    <a:pt x="203" y="331"/>
                    <a:pt x="212" y="330"/>
                    <a:pt x="221" y="327"/>
                  </a:cubicBezTo>
                  <a:cubicBezTo>
                    <a:pt x="226" y="333"/>
                    <a:pt x="232" y="338"/>
                    <a:pt x="239" y="340"/>
                  </a:cubicBezTo>
                  <a:cubicBezTo>
                    <a:pt x="242" y="341"/>
                    <a:pt x="244" y="341"/>
                    <a:pt x="247" y="341"/>
                  </a:cubicBezTo>
                  <a:cubicBezTo>
                    <a:pt x="249" y="341"/>
                    <a:pt x="251" y="341"/>
                    <a:pt x="252" y="342"/>
                  </a:cubicBezTo>
                  <a:cubicBezTo>
                    <a:pt x="253" y="342"/>
                    <a:pt x="254" y="343"/>
                    <a:pt x="254" y="344"/>
                  </a:cubicBezTo>
                  <a:cubicBezTo>
                    <a:pt x="255" y="346"/>
                    <a:pt x="254" y="348"/>
                    <a:pt x="254" y="349"/>
                  </a:cubicBezTo>
                  <a:cubicBezTo>
                    <a:pt x="253" y="351"/>
                    <a:pt x="252" y="353"/>
                    <a:pt x="252" y="356"/>
                  </a:cubicBezTo>
                  <a:cubicBezTo>
                    <a:pt x="251" y="358"/>
                    <a:pt x="251" y="361"/>
                    <a:pt x="251" y="363"/>
                  </a:cubicBezTo>
                  <a:cubicBezTo>
                    <a:pt x="253" y="369"/>
                    <a:pt x="256" y="372"/>
                    <a:pt x="259" y="375"/>
                  </a:cubicBezTo>
                  <a:cubicBezTo>
                    <a:pt x="265" y="381"/>
                    <a:pt x="269" y="389"/>
                    <a:pt x="271" y="398"/>
                  </a:cubicBezTo>
                  <a:cubicBezTo>
                    <a:pt x="270" y="389"/>
                    <a:pt x="267" y="380"/>
                    <a:pt x="261" y="373"/>
                  </a:cubicBezTo>
                  <a:cubicBezTo>
                    <a:pt x="258" y="370"/>
                    <a:pt x="256" y="366"/>
                    <a:pt x="255" y="363"/>
                  </a:cubicBezTo>
                  <a:cubicBezTo>
                    <a:pt x="255" y="359"/>
                    <a:pt x="257" y="356"/>
                    <a:pt x="259" y="351"/>
                  </a:cubicBezTo>
                  <a:cubicBezTo>
                    <a:pt x="260" y="349"/>
                    <a:pt x="261" y="346"/>
                    <a:pt x="260" y="343"/>
                  </a:cubicBezTo>
                  <a:cubicBezTo>
                    <a:pt x="260" y="342"/>
                    <a:pt x="260" y="340"/>
                    <a:pt x="259" y="339"/>
                  </a:cubicBezTo>
                  <a:cubicBezTo>
                    <a:pt x="258" y="337"/>
                    <a:pt x="256" y="336"/>
                    <a:pt x="255" y="336"/>
                  </a:cubicBezTo>
                  <a:cubicBezTo>
                    <a:pt x="252" y="334"/>
                    <a:pt x="249" y="334"/>
                    <a:pt x="247" y="334"/>
                  </a:cubicBezTo>
                  <a:cubicBezTo>
                    <a:pt x="245" y="333"/>
                    <a:pt x="244" y="333"/>
                    <a:pt x="242" y="332"/>
                  </a:cubicBezTo>
                  <a:cubicBezTo>
                    <a:pt x="237" y="330"/>
                    <a:pt x="233" y="326"/>
                    <a:pt x="231" y="322"/>
                  </a:cubicBezTo>
                  <a:cubicBezTo>
                    <a:pt x="244" y="314"/>
                    <a:pt x="253" y="301"/>
                    <a:pt x="256" y="285"/>
                  </a:cubicBezTo>
                  <a:cubicBezTo>
                    <a:pt x="257" y="282"/>
                    <a:pt x="257" y="282"/>
                    <a:pt x="257" y="282"/>
                  </a:cubicBezTo>
                  <a:cubicBezTo>
                    <a:pt x="259" y="283"/>
                    <a:pt x="262" y="284"/>
                    <a:pt x="264" y="286"/>
                  </a:cubicBezTo>
                  <a:cubicBezTo>
                    <a:pt x="266" y="288"/>
                    <a:pt x="268" y="290"/>
                    <a:pt x="269" y="293"/>
                  </a:cubicBezTo>
                  <a:cubicBezTo>
                    <a:pt x="270" y="296"/>
                    <a:pt x="271" y="299"/>
                    <a:pt x="272" y="303"/>
                  </a:cubicBezTo>
                  <a:cubicBezTo>
                    <a:pt x="273" y="305"/>
                    <a:pt x="274" y="307"/>
                    <a:pt x="275" y="309"/>
                  </a:cubicBezTo>
                  <a:cubicBezTo>
                    <a:pt x="276" y="311"/>
                    <a:pt x="278" y="313"/>
                    <a:pt x="280" y="314"/>
                  </a:cubicBezTo>
                  <a:cubicBezTo>
                    <a:pt x="285" y="316"/>
                    <a:pt x="290" y="316"/>
                    <a:pt x="294" y="315"/>
                  </a:cubicBezTo>
                  <a:cubicBezTo>
                    <a:pt x="298" y="313"/>
                    <a:pt x="301" y="310"/>
                    <a:pt x="304" y="308"/>
                  </a:cubicBezTo>
                  <a:cubicBezTo>
                    <a:pt x="307" y="305"/>
                    <a:pt x="309" y="302"/>
                    <a:pt x="311" y="299"/>
                  </a:cubicBezTo>
                  <a:cubicBezTo>
                    <a:pt x="314" y="296"/>
                    <a:pt x="317" y="292"/>
                    <a:pt x="321" y="289"/>
                  </a:cubicBezTo>
                  <a:cubicBezTo>
                    <a:pt x="327" y="290"/>
                    <a:pt x="332" y="290"/>
                    <a:pt x="338" y="290"/>
                  </a:cubicBezTo>
                  <a:cubicBezTo>
                    <a:pt x="344" y="291"/>
                    <a:pt x="350" y="292"/>
                    <a:pt x="356" y="295"/>
                  </a:cubicBezTo>
                  <a:cubicBezTo>
                    <a:pt x="359" y="296"/>
                    <a:pt x="361" y="299"/>
                    <a:pt x="363" y="301"/>
                  </a:cubicBezTo>
                  <a:cubicBezTo>
                    <a:pt x="364" y="302"/>
                    <a:pt x="365" y="304"/>
                    <a:pt x="366" y="305"/>
                  </a:cubicBezTo>
                  <a:cubicBezTo>
                    <a:pt x="366" y="307"/>
                    <a:pt x="368" y="308"/>
                    <a:pt x="369" y="308"/>
                  </a:cubicBezTo>
                  <a:cubicBezTo>
                    <a:pt x="368" y="308"/>
                    <a:pt x="367" y="307"/>
                    <a:pt x="366" y="305"/>
                  </a:cubicBezTo>
                  <a:cubicBezTo>
                    <a:pt x="365" y="304"/>
                    <a:pt x="365" y="302"/>
                    <a:pt x="364" y="301"/>
                  </a:cubicBezTo>
                  <a:cubicBezTo>
                    <a:pt x="362" y="298"/>
                    <a:pt x="360" y="296"/>
                    <a:pt x="357" y="294"/>
                  </a:cubicBezTo>
                  <a:cubicBezTo>
                    <a:pt x="351" y="290"/>
                    <a:pt x="345" y="288"/>
                    <a:pt x="338" y="287"/>
                  </a:cubicBezTo>
                  <a:cubicBezTo>
                    <a:pt x="333" y="287"/>
                    <a:pt x="329" y="286"/>
                    <a:pt x="324" y="286"/>
                  </a:cubicBezTo>
                  <a:cubicBezTo>
                    <a:pt x="325" y="285"/>
                    <a:pt x="326" y="284"/>
                    <a:pt x="326" y="284"/>
                  </a:cubicBezTo>
                  <a:cubicBezTo>
                    <a:pt x="332" y="279"/>
                    <a:pt x="338" y="275"/>
                    <a:pt x="345" y="273"/>
                  </a:cubicBezTo>
                  <a:cubicBezTo>
                    <a:pt x="352" y="271"/>
                    <a:pt x="359" y="271"/>
                    <a:pt x="366" y="273"/>
                  </a:cubicBezTo>
                  <a:cubicBezTo>
                    <a:pt x="369" y="274"/>
                    <a:pt x="373" y="276"/>
                    <a:pt x="376" y="277"/>
                  </a:cubicBezTo>
                  <a:cubicBezTo>
                    <a:pt x="380" y="278"/>
                    <a:pt x="384" y="278"/>
                    <a:pt x="387" y="275"/>
                  </a:cubicBezTo>
                  <a:cubicBezTo>
                    <a:pt x="384" y="278"/>
                    <a:pt x="380" y="277"/>
                    <a:pt x="376" y="276"/>
                  </a:cubicBezTo>
                  <a:close/>
                  <a:moveTo>
                    <a:pt x="307" y="295"/>
                  </a:moveTo>
                  <a:cubicBezTo>
                    <a:pt x="302" y="301"/>
                    <a:pt x="297" y="307"/>
                    <a:pt x="292" y="308"/>
                  </a:cubicBezTo>
                  <a:cubicBezTo>
                    <a:pt x="289" y="309"/>
                    <a:pt x="286" y="309"/>
                    <a:pt x="284" y="307"/>
                  </a:cubicBezTo>
                  <a:cubicBezTo>
                    <a:pt x="282" y="306"/>
                    <a:pt x="281" y="304"/>
                    <a:pt x="280" y="301"/>
                  </a:cubicBezTo>
                  <a:cubicBezTo>
                    <a:pt x="279" y="297"/>
                    <a:pt x="278" y="294"/>
                    <a:pt x="277" y="290"/>
                  </a:cubicBezTo>
                  <a:cubicBezTo>
                    <a:pt x="276" y="286"/>
                    <a:pt x="273" y="282"/>
                    <a:pt x="270" y="279"/>
                  </a:cubicBezTo>
                  <a:cubicBezTo>
                    <a:pt x="267" y="275"/>
                    <a:pt x="263" y="273"/>
                    <a:pt x="259" y="272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74" y="240"/>
                    <a:pt x="274" y="240"/>
                    <a:pt x="274" y="240"/>
                  </a:cubicBezTo>
                  <a:cubicBezTo>
                    <a:pt x="283" y="243"/>
                    <a:pt x="283" y="243"/>
                    <a:pt x="283" y="243"/>
                  </a:cubicBezTo>
                  <a:cubicBezTo>
                    <a:pt x="286" y="244"/>
                    <a:pt x="290" y="245"/>
                    <a:pt x="292" y="246"/>
                  </a:cubicBezTo>
                  <a:cubicBezTo>
                    <a:pt x="294" y="247"/>
                    <a:pt x="295" y="248"/>
                    <a:pt x="295" y="250"/>
                  </a:cubicBezTo>
                  <a:cubicBezTo>
                    <a:pt x="295" y="253"/>
                    <a:pt x="295" y="256"/>
                    <a:pt x="294" y="259"/>
                  </a:cubicBezTo>
                  <a:cubicBezTo>
                    <a:pt x="293" y="261"/>
                    <a:pt x="293" y="262"/>
                    <a:pt x="293" y="264"/>
                  </a:cubicBezTo>
                  <a:cubicBezTo>
                    <a:pt x="293" y="266"/>
                    <a:pt x="293" y="268"/>
                    <a:pt x="294" y="270"/>
                  </a:cubicBezTo>
                  <a:cubicBezTo>
                    <a:pt x="295" y="274"/>
                    <a:pt x="297" y="277"/>
                    <a:pt x="299" y="280"/>
                  </a:cubicBezTo>
                  <a:cubicBezTo>
                    <a:pt x="304" y="284"/>
                    <a:pt x="309" y="287"/>
                    <a:pt x="315" y="288"/>
                  </a:cubicBezTo>
                  <a:cubicBezTo>
                    <a:pt x="312" y="290"/>
                    <a:pt x="310" y="293"/>
                    <a:pt x="307" y="295"/>
                  </a:cubicBezTo>
                  <a:close/>
                </a:path>
              </a:pathLst>
            </a:custGeom>
            <a:solidFill>
              <a:srgbClr val="A7E5FF"/>
            </a:solidFill>
            <a:ln>
              <a:noFill/>
            </a:ln>
          </p:spPr>
          <p:txBody>
            <a:bodyPr anchorCtr="0" anchor="t" bIns="55300" lIns="110625" spcFirstLastPara="1" rIns="110625" wrap="square" tIns="553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7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6" name="Google Shape;5046;p24"/>
            <p:cNvSpPr/>
            <p:nvPr/>
          </p:nvSpPr>
          <p:spPr>
            <a:xfrm>
              <a:off x="3303588" y="2176463"/>
              <a:ext cx="1127125" cy="1370013"/>
            </a:xfrm>
            <a:custGeom>
              <a:rect b="b" l="l" r="r" t="t"/>
              <a:pathLst>
                <a:path extrusionOk="0" h="363" w="299">
                  <a:moveTo>
                    <a:pt x="288" y="224"/>
                  </a:moveTo>
                  <a:cubicBezTo>
                    <a:pt x="285" y="223"/>
                    <a:pt x="282" y="221"/>
                    <a:pt x="278" y="220"/>
                  </a:cubicBezTo>
                  <a:cubicBezTo>
                    <a:pt x="271" y="217"/>
                    <a:pt x="263" y="217"/>
                    <a:pt x="256" y="219"/>
                  </a:cubicBezTo>
                  <a:cubicBezTo>
                    <a:pt x="249" y="220"/>
                    <a:pt x="242" y="224"/>
                    <a:pt x="236" y="229"/>
                  </a:cubicBezTo>
                  <a:cubicBezTo>
                    <a:pt x="234" y="230"/>
                    <a:pt x="232" y="231"/>
                    <a:pt x="231" y="233"/>
                  </a:cubicBezTo>
                  <a:cubicBezTo>
                    <a:pt x="228" y="232"/>
                    <a:pt x="225" y="231"/>
                    <a:pt x="222" y="229"/>
                  </a:cubicBezTo>
                  <a:cubicBezTo>
                    <a:pt x="220" y="228"/>
                    <a:pt x="217" y="226"/>
                    <a:pt x="215" y="224"/>
                  </a:cubicBezTo>
                  <a:cubicBezTo>
                    <a:pt x="213" y="222"/>
                    <a:pt x="212" y="219"/>
                    <a:pt x="212" y="217"/>
                  </a:cubicBezTo>
                  <a:cubicBezTo>
                    <a:pt x="211" y="214"/>
                    <a:pt x="211" y="212"/>
                    <a:pt x="212" y="209"/>
                  </a:cubicBezTo>
                  <a:cubicBezTo>
                    <a:pt x="213" y="206"/>
                    <a:pt x="215" y="203"/>
                    <a:pt x="215" y="198"/>
                  </a:cubicBezTo>
                  <a:cubicBezTo>
                    <a:pt x="215" y="196"/>
                    <a:pt x="214" y="193"/>
                    <a:pt x="213" y="191"/>
                  </a:cubicBezTo>
                  <a:cubicBezTo>
                    <a:pt x="212" y="189"/>
                    <a:pt x="210" y="188"/>
                    <a:pt x="208" y="187"/>
                  </a:cubicBezTo>
                  <a:cubicBezTo>
                    <a:pt x="204" y="185"/>
                    <a:pt x="201" y="184"/>
                    <a:pt x="198" y="183"/>
                  </a:cubicBezTo>
                  <a:cubicBezTo>
                    <a:pt x="189" y="179"/>
                    <a:pt x="189" y="179"/>
                    <a:pt x="189" y="179"/>
                  </a:cubicBezTo>
                  <a:cubicBezTo>
                    <a:pt x="179" y="175"/>
                    <a:pt x="179" y="175"/>
                    <a:pt x="179" y="175"/>
                  </a:cubicBezTo>
                  <a:cubicBezTo>
                    <a:pt x="188" y="126"/>
                    <a:pt x="188" y="126"/>
                    <a:pt x="188" y="126"/>
                  </a:cubicBezTo>
                  <a:cubicBezTo>
                    <a:pt x="189" y="126"/>
                    <a:pt x="190" y="126"/>
                    <a:pt x="191" y="126"/>
                  </a:cubicBezTo>
                  <a:cubicBezTo>
                    <a:pt x="192" y="127"/>
                    <a:pt x="194" y="128"/>
                    <a:pt x="195" y="129"/>
                  </a:cubicBezTo>
                  <a:cubicBezTo>
                    <a:pt x="195" y="130"/>
                    <a:pt x="196" y="130"/>
                    <a:pt x="196" y="131"/>
                  </a:cubicBezTo>
                  <a:cubicBezTo>
                    <a:pt x="197" y="132"/>
                    <a:pt x="197" y="134"/>
                    <a:pt x="197" y="135"/>
                  </a:cubicBezTo>
                  <a:cubicBezTo>
                    <a:pt x="198" y="137"/>
                    <a:pt x="198" y="138"/>
                    <a:pt x="199" y="140"/>
                  </a:cubicBezTo>
                  <a:cubicBezTo>
                    <a:pt x="200" y="142"/>
                    <a:pt x="201" y="144"/>
                    <a:pt x="203" y="145"/>
                  </a:cubicBezTo>
                  <a:cubicBezTo>
                    <a:pt x="205" y="146"/>
                    <a:pt x="207" y="146"/>
                    <a:pt x="209" y="146"/>
                  </a:cubicBezTo>
                  <a:cubicBezTo>
                    <a:pt x="211" y="146"/>
                    <a:pt x="212" y="146"/>
                    <a:pt x="213" y="146"/>
                  </a:cubicBezTo>
                  <a:cubicBezTo>
                    <a:pt x="219" y="145"/>
                    <a:pt x="225" y="144"/>
                    <a:pt x="230" y="144"/>
                  </a:cubicBezTo>
                  <a:cubicBezTo>
                    <a:pt x="236" y="143"/>
                    <a:pt x="241" y="143"/>
                    <a:pt x="246" y="143"/>
                  </a:cubicBezTo>
                  <a:cubicBezTo>
                    <a:pt x="252" y="144"/>
                    <a:pt x="257" y="145"/>
                    <a:pt x="261" y="148"/>
                  </a:cubicBezTo>
                  <a:cubicBezTo>
                    <a:pt x="266" y="150"/>
                    <a:pt x="270" y="154"/>
                    <a:pt x="275" y="158"/>
                  </a:cubicBezTo>
                  <a:cubicBezTo>
                    <a:pt x="287" y="168"/>
                    <a:pt x="287" y="168"/>
                    <a:pt x="287" y="168"/>
                  </a:cubicBezTo>
                  <a:cubicBezTo>
                    <a:pt x="275" y="157"/>
                    <a:pt x="275" y="157"/>
                    <a:pt x="275" y="157"/>
                  </a:cubicBezTo>
                  <a:cubicBezTo>
                    <a:pt x="272" y="153"/>
                    <a:pt x="268" y="149"/>
                    <a:pt x="263" y="145"/>
                  </a:cubicBezTo>
                  <a:cubicBezTo>
                    <a:pt x="258" y="142"/>
                    <a:pt x="253" y="140"/>
                    <a:pt x="247" y="139"/>
                  </a:cubicBezTo>
                  <a:cubicBezTo>
                    <a:pt x="241" y="138"/>
                    <a:pt x="235" y="138"/>
                    <a:pt x="230" y="138"/>
                  </a:cubicBezTo>
                  <a:cubicBezTo>
                    <a:pt x="224" y="138"/>
                    <a:pt x="219" y="139"/>
                    <a:pt x="213" y="139"/>
                  </a:cubicBezTo>
                  <a:cubicBezTo>
                    <a:pt x="212" y="139"/>
                    <a:pt x="211" y="139"/>
                    <a:pt x="209" y="139"/>
                  </a:cubicBezTo>
                  <a:cubicBezTo>
                    <a:pt x="208" y="138"/>
                    <a:pt x="207" y="138"/>
                    <a:pt x="207" y="138"/>
                  </a:cubicBezTo>
                  <a:cubicBezTo>
                    <a:pt x="207" y="138"/>
                    <a:pt x="206" y="137"/>
                    <a:pt x="206" y="137"/>
                  </a:cubicBezTo>
                  <a:cubicBezTo>
                    <a:pt x="206" y="136"/>
                    <a:pt x="206" y="135"/>
                    <a:pt x="205" y="133"/>
                  </a:cubicBezTo>
                  <a:cubicBezTo>
                    <a:pt x="205" y="132"/>
                    <a:pt x="205" y="131"/>
                    <a:pt x="205" y="129"/>
                  </a:cubicBezTo>
                  <a:cubicBezTo>
                    <a:pt x="204" y="127"/>
                    <a:pt x="203" y="125"/>
                    <a:pt x="202" y="124"/>
                  </a:cubicBezTo>
                  <a:cubicBezTo>
                    <a:pt x="200" y="121"/>
                    <a:pt x="197" y="118"/>
                    <a:pt x="194" y="117"/>
                  </a:cubicBezTo>
                  <a:cubicBezTo>
                    <a:pt x="192" y="116"/>
                    <a:pt x="191" y="116"/>
                    <a:pt x="189" y="116"/>
                  </a:cubicBezTo>
                  <a:cubicBezTo>
                    <a:pt x="190" y="111"/>
                    <a:pt x="190" y="111"/>
                    <a:pt x="190" y="111"/>
                  </a:cubicBezTo>
                  <a:cubicBezTo>
                    <a:pt x="192" y="104"/>
                    <a:pt x="191" y="97"/>
                    <a:pt x="190" y="90"/>
                  </a:cubicBezTo>
                  <a:cubicBezTo>
                    <a:pt x="194" y="88"/>
                    <a:pt x="198" y="86"/>
                    <a:pt x="202" y="84"/>
                  </a:cubicBezTo>
                  <a:cubicBezTo>
                    <a:pt x="204" y="84"/>
                    <a:pt x="206" y="83"/>
                    <a:pt x="207" y="84"/>
                  </a:cubicBezTo>
                  <a:cubicBezTo>
                    <a:pt x="208" y="84"/>
                    <a:pt x="210" y="85"/>
                    <a:pt x="211" y="87"/>
                  </a:cubicBezTo>
                  <a:cubicBezTo>
                    <a:pt x="215" y="91"/>
                    <a:pt x="220" y="95"/>
                    <a:pt x="225" y="97"/>
                  </a:cubicBezTo>
                  <a:cubicBezTo>
                    <a:pt x="228" y="98"/>
                    <a:pt x="231" y="98"/>
                    <a:pt x="234" y="97"/>
                  </a:cubicBezTo>
                  <a:cubicBezTo>
                    <a:pt x="237" y="96"/>
                    <a:pt x="240" y="94"/>
                    <a:pt x="242" y="92"/>
                  </a:cubicBezTo>
                  <a:cubicBezTo>
                    <a:pt x="244" y="91"/>
                    <a:pt x="246" y="89"/>
                    <a:pt x="247" y="88"/>
                  </a:cubicBezTo>
                  <a:cubicBezTo>
                    <a:pt x="249" y="86"/>
                    <a:pt x="252" y="86"/>
                    <a:pt x="254" y="86"/>
                  </a:cubicBezTo>
                  <a:cubicBezTo>
                    <a:pt x="256" y="86"/>
                    <a:pt x="259" y="87"/>
                    <a:pt x="261" y="87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84" y="92"/>
                    <a:pt x="284" y="92"/>
                    <a:pt x="284" y="92"/>
                  </a:cubicBezTo>
                  <a:cubicBezTo>
                    <a:pt x="269" y="87"/>
                    <a:pt x="269" y="87"/>
                    <a:pt x="269" y="87"/>
                  </a:cubicBezTo>
                  <a:cubicBezTo>
                    <a:pt x="262" y="85"/>
                    <a:pt x="262" y="85"/>
                    <a:pt x="262" y="85"/>
                  </a:cubicBezTo>
                  <a:cubicBezTo>
                    <a:pt x="260" y="84"/>
                    <a:pt x="257" y="83"/>
                    <a:pt x="254" y="83"/>
                  </a:cubicBezTo>
                  <a:cubicBezTo>
                    <a:pt x="252" y="83"/>
                    <a:pt x="248" y="83"/>
                    <a:pt x="246" y="84"/>
                  </a:cubicBezTo>
                  <a:cubicBezTo>
                    <a:pt x="243" y="86"/>
                    <a:pt x="241" y="88"/>
                    <a:pt x="239" y="89"/>
                  </a:cubicBezTo>
                  <a:cubicBezTo>
                    <a:pt x="237" y="91"/>
                    <a:pt x="235" y="92"/>
                    <a:pt x="233" y="92"/>
                  </a:cubicBezTo>
                  <a:cubicBezTo>
                    <a:pt x="231" y="93"/>
                    <a:pt x="229" y="92"/>
                    <a:pt x="227" y="92"/>
                  </a:cubicBezTo>
                  <a:cubicBezTo>
                    <a:pt x="223" y="90"/>
                    <a:pt x="219" y="87"/>
                    <a:pt x="217" y="83"/>
                  </a:cubicBezTo>
                  <a:cubicBezTo>
                    <a:pt x="215" y="81"/>
                    <a:pt x="213" y="78"/>
                    <a:pt x="209" y="76"/>
                  </a:cubicBezTo>
                  <a:cubicBezTo>
                    <a:pt x="206" y="75"/>
                    <a:pt x="202" y="76"/>
                    <a:pt x="199" y="76"/>
                  </a:cubicBezTo>
                  <a:cubicBezTo>
                    <a:pt x="195" y="78"/>
                    <a:pt x="191" y="79"/>
                    <a:pt x="187" y="81"/>
                  </a:cubicBezTo>
                  <a:cubicBezTo>
                    <a:pt x="184" y="73"/>
                    <a:pt x="179" y="66"/>
                    <a:pt x="173" y="60"/>
                  </a:cubicBezTo>
                  <a:cubicBezTo>
                    <a:pt x="173" y="58"/>
                    <a:pt x="173" y="55"/>
                    <a:pt x="174" y="53"/>
                  </a:cubicBezTo>
                  <a:cubicBezTo>
                    <a:pt x="175" y="49"/>
                    <a:pt x="178" y="45"/>
                    <a:pt x="182" y="44"/>
                  </a:cubicBezTo>
                  <a:cubicBezTo>
                    <a:pt x="185" y="42"/>
                    <a:pt x="190" y="43"/>
                    <a:pt x="196" y="44"/>
                  </a:cubicBezTo>
                  <a:cubicBezTo>
                    <a:pt x="199" y="45"/>
                    <a:pt x="202" y="45"/>
                    <a:pt x="205" y="44"/>
                  </a:cubicBezTo>
                  <a:cubicBezTo>
                    <a:pt x="208" y="44"/>
                    <a:pt x="211" y="42"/>
                    <a:pt x="214" y="41"/>
                  </a:cubicBezTo>
                  <a:cubicBezTo>
                    <a:pt x="219" y="37"/>
                    <a:pt x="222" y="32"/>
                    <a:pt x="225" y="28"/>
                  </a:cubicBezTo>
                  <a:cubicBezTo>
                    <a:pt x="228" y="23"/>
                    <a:pt x="230" y="18"/>
                    <a:pt x="233" y="14"/>
                  </a:cubicBezTo>
                  <a:cubicBezTo>
                    <a:pt x="240" y="6"/>
                    <a:pt x="251" y="1"/>
                    <a:pt x="262" y="2"/>
                  </a:cubicBezTo>
                  <a:cubicBezTo>
                    <a:pt x="251" y="0"/>
                    <a:pt x="239" y="4"/>
                    <a:pt x="231" y="12"/>
                  </a:cubicBezTo>
                  <a:cubicBezTo>
                    <a:pt x="227" y="16"/>
                    <a:pt x="224" y="21"/>
                    <a:pt x="221" y="25"/>
                  </a:cubicBezTo>
                  <a:cubicBezTo>
                    <a:pt x="218" y="30"/>
                    <a:pt x="215" y="34"/>
                    <a:pt x="211" y="36"/>
                  </a:cubicBezTo>
                  <a:cubicBezTo>
                    <a:pt x="209" y="37"/>
                    <a:pt x="206" y="38"/>
                    <a:pt x="204" y="38"/>
                  </a:cubicBezTo>
                  <a:cubicBezTo>
                    <a:pt x="202" y="38"/>
                    <a:pt x="200" y="38"/>
                    <a:pt x="197" y="37"/>
                  </a:cubicBezTo>
                  <a:cubicBezTo>
                    <a:pt x="195" y="37"/>
                    <a:pt x="192" y="36"/>
                    <a:pt x="189" y="36"/>
                  </a:cubicBezTo>
                  <a:cubicBezTo>
                    <a:pt x="186" y="35"/>
                    <a:pt x="182" y="35"/>
                    <a:pt x="179" y="36"/>
                  </a:cubicBezTo>
                  <a:cubicBezTo>
                    <a:pt x="172" y="38"/>
                    <a:pt x="168" y="44"/>
                    <a:pt x="165" y="49"/>
                  </a:cubicBezTo>
                  <a:cubicBezTo>
                    <a:pt x="172" y="80"/>
                    <a:pt x="160" y="127"/>
                    <a:pt x="147" y="198"/>
                  </a:cubicBezTo>
                  <a:cubicBezTo>
                    <a:pt x="135" y="265"/>
                    <a:pt x="79" y="265"/>
                    <a:pt x="61" y="235"/>
                  </a:cubicBezTo>
                  <a:cubicBezTo>
                    <a:pt x="61" y="238"/>
                    <a:pt x="62" y="241"/>
                    <a:pt x="64" y="244"/>
                  </a:cubicBezTo>
                  <a:cubicBezTo>
                    <a:pt x="63" y="244"/>
                    <a:pt x="62" y="244"/>
                    <a:pt x="61" y="245"/>
                  </a:cubicBezTo>
                  <a:cubicBezTo>
                    <a:pt x="60" y="245"/>
                    <a:pt x="59" y="245"/>
                    <a:pt x="58" y="246"/>
                  </a:cubicBezTo>
                  <a:cubicBezTo>
                    <a:pt x="56" y="247"/>
                    <a:pt x="55" y="247"/>
                    <a:pt x="53" y="249"/>
                  </a:cubicBezTo>
                  <a:cubicBezTo>
                    <a:pt x="52" y="250"/>
                    <a:pt x="51" y="253"/>
                    <a:pt x="50" y="255"/>
                  </a:cubicBezTo>
                  <a:cubicBezTo>
                    <a:pt x="50" y="257"/>
                    <a:pt x="51" y="258"/>
                    <a:pt x="51" y="259"/>
                  </a:cubicBezTo>
                  <a:cubicBezTo>
                    <a:pt x="52" y="262"/>
                    <a:pt x="52" y="264"/>
                    <a:pt x="53" y="266"/>
                  </a:cubicBezTo>
                  <a:cubicBezTo>
                    <a:pt x="53" y="268"/>
                    <a:pt x="50" y="272"/>
                    <a:pt x="46" y="275"/>
                  </a:cubicBezTo>
                  <a:cubicBezTo>
                    <a:pt x="40" y="282"/>
                    <a:pt x="33" y="289"/>
                    <a:pt x="25" y="294"/>
                  </a:cubicBezTo>
                  <a:cubicBezTo>
                    <a:pt x="21" y="296"/>
                    <a:pt x="16" y="297"/>
                    <a:pt x="12" y="299"/>
                  </a:cubicBezTo>
                  <a:cubicBezTo>
                    <a:pt x="7" y="301"/>
                    <a:pt x="2" y="304"/>
                    <a:pt x="0" y="308"/>
                  </a:cubicBezTo>
                  <a:cubicBezTo>
                    <a:pt x="3" y="304"/>
                    <a:pt x="8" y="302"/>
                    <a:pt x="12" y="300"/>
                  </a:cubicBezTo>
                  <a:cubicBezTo>
                    <a:pt x="17" y="299"/>
                    <a:pt x="21" y="298"/>
                    <a:pt x="26" y="296"/>
                  </a:cubicBezTo>
                  <a:cubicBezTo>
                    <a:pt x="35" y="292"/>
                    <a:pt x="43" y="286"/>
                    <a:pt x="50" y="279"/>
                  </a:cubicBezTo>
                  <a:cubicBezTo>
                    <a:pt x="52" y="278"/>
                    <a:pt x="54" y="276"/>
                    <a:pt x="56" y="274"/>
                  </a:cubicBezTo>
                  <a:cubicBezTo>
                    <a:pt x="57" y="272"/>
                    <a:pt x="59" y="269"/>
                    <a:pt x="59" y="266"/>
                  </a:cubicBezTo>
                  <a:cubicBezTo>
                    <a:pt x="60" y="262"/>
                    <a:pt x="59" y="260"/>
                    <a:pt x="58" y="258"/>
                  </a:cubicBezTo>
                  <a:cubicBezTo>
                    <a:pt x="58" y="257"/>
                    <a:pt x="58" y="256"/>
                    <a:pt x="58" y="256"/>
                  </a:cubicBezTo>
                  <a:cubicBezTo>
                    <a:pt x="58" y="255"/>
                    <a:pt x="59" y="255"/>
                    <a:pt x="59" y="255"/>
                  </a:cubicBezTo>
                  <a:cubicBezTo>
                    <a:pt x="59" y="255"/>
                    <a:pt x="62" y="254"/>
                    <a:pt x="64" y="253"/>
                  </a:cubicBezTo>
                  <a:cubicBezTo>
                    <a:pt x="65" y="253"/>
                    <a:pt x="67" y="253"/>
                    <a:pt x="68" y="253"/>
                  </a:cubicBezTo>
                  <a:cubicBezTo>
                    <a:pt x="74" y="262"/>
                    <a:pt x="83" y="269"/>
                    <a:pt x="93" y="274"/>
                  </a:cubicBezTo>
                  <a:cubicBezTo>
                    <a:pt x="91" y="276"/>
                    <a:pt x="90" y="279"/>
                    <a:pt x="89" y="282"/>
                  </a:cubicBezTo>
                  <a:cubicBezTo>
                    <a:pt x="89" y="285"/>
                    <a:pt x="89" y="288"/>
                    <a:pt x="90" y="290"/>
                  </a:cubicBezTo>
                  <a:cubicBezTo>
                    <a:pt x="91" y="296"/>
                    <a:pt x="94" y="299"/>
                    <a:pt x="95" y="303"/>
                  </a:cubicBezTo>
                  <a:cubicBezTo>
                    <a:pt x="95" y="305"/>
                    <a:pt x="96" y="306"/>
                    <a:pt x="95" y="308"/>
                  </a:cubicBezTo>
                  <a:cubicBezTo>
                    <a:pt x="95" y="310"/>
                    <a:pt x="94" y="312"/>
                    <a:pt x="93" y="313"/>
                  </a:cubicBezTo>
                  <a:cubicBezTo>
                    <a:pt x="91" y="317"/>
                    <a:pt x="88" y="321"/>
                    <a:pt x="86" y="325"/>
                  </a:cubicBezTo>
                  <a:cubicBezTo>
                    <a:pt x="84" y="329"/>
                    <a:pt x="82" y="333"/>
                    <a:pt x="80" y="337"/>
                  </a:cubicBezTo>
                  <a:cubicBezTo>
                    <a:pt x="77" y="346"/>
                    <a:pt x="74" y="354"/>
                    <a:pt x="72" y="363"/>
                  </a:cubicBezTo>
                  <a:cubicBezTo>
                    <a:pt x="75" y="355"/>
                    <a:pt x="78" y="346"/>
                    <a:pt x="83" y="338"/>
                  </a:cubicBezTo>
                  <a:cubicBezTo>
                    <a:pt x="85" y="334"/>
                    <a:pt x="87" y="330"/>
                    <a:pt x="89" y="327"/>
                  </a:cubicBezTo>
                  <a:cubicBezTo>
                    <a:pt x="92" y="323"/>
                    <a:pt x="95" y="320"/>
                    <a:pt x="98" y="316"/>
                  </a:cubicBezTo>
                  <a:cubicBezTo>
                    <a:pt x="99" y="314"/>
                    <a:pt x="101" y="312"/>
                    <a:pt x="101" y="310"/>
                  </a:cubicBezTo>
                  <a:cubicBezTo>
                    <a:pt x="102" y="307"/>
                    <a:pt x="102" y="304"/>
                    <a:pt x="102" y="301"/>
                  </a:cubicBezTo>
                  <a:cubicBezTo>
                    <a:pt x="101" y="296"/>
                    <a:pt x="98" y="292"/>
                    <a:pt x="98" y="288"/>
                  </a:cubicBezTo>
                  <a:cubicBezTo>
                    <a:pt x="97" y="285"/>
                    <a:pt x="98" y="282"/>
                    <a:pt x="101" y="280"/>
                  </a:cubicBezTo>
                  <a:cubicBezTo>
                    <a:pt x="101" y="279"/>
                    <a:pt x="102" y="278"/>
                    <a:pt x="103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15" y="279"/>
                    <a:pt x="124" y="278"/>
                    <a:pt x="133" y="275"/>
                  </a:cubicBezTo>
                  <a:cubicBezTo>
                    <a:pt x="138" y="281"/>
                    <a:pt x="144" y="286"/>
                    <a:pt x="151" y="288"/>
                  </a:cubicBezTo>
                  <a:cubicBezTo>
                    <a:pt x="154" y="289"/>
                    <a:pt x="156" y="289"/>
                    <a:pt x="159" y="289"/>
                  </a:cubicBezTo>
                  <a:cubicBezTo>
                    <a:pt x="161" y="289"/>
                    <a:pt x="163" y="289"/>
                    <a:pt x="164" y="290"/>
                  </a:cubicBezTo>
                  <a:cubicBezTo>
                    <a:pt x="165" y="290"/>
                    <a:pt x="166" y="291"/>
                    <a:pt x="166" y="292"/>
                  </a:cubicBezTo>
                  <a:cubicBezTo>
                    <a:pt x="167" y="294"/>
                    <a:pt x="166" y="296"/>
                    <a:pt x="166" y="297"/>
                  </a:cubicBezTo>
                  <a:cubicBezTo>
                    <a:pt x="165" y="299"/>
                    <a:pt x="164" y="301"/>
                    <a:pt x="164" y="304"/>
                  </a:cubicBezTo>
                  <a:cubicBezTo>
                    <a:pt x="163" y="306"/>
                    <a:pt x="163" y="309"/>
                    <a:pt x="163" y="311"/>
                  </a:cubicBezTo>
                  <a:cubicBezTo>
                    <a:pt x="165" y="317"/>
                    <a:pt x="168" y="320"/>
                    <a:pt x="171" y="323"/>
                  </a:cubicBezTo>
                  <a:cubicBezTo>
                    <a:pt x="177" y="329"/>
                    <a:pt x="181" y="337"/>
                    <a:pt x="183" y="346"/>
                  </a:cubicBezTo>
                  <a:cubicBezTo>
                    <a:pt x="182" y="337"/>
                    <a:pt x="179" y="328"/>
                    <a:pt x="173" y="321"/>
                  </a:cubicBezTo>
                  <a:cubicBezTo>
                    <a:pt x="170" y="318"/>
                    <a:pt x="168" y="314"/>
                    <a:pt x="167" y="311"/>
                  </a:cubicBezTo>
                  <a:cubicBezTo>
                    <a:pt x="167" y="307"/>
                    <a:pt x="169" y="304"/>
                    <a:pt x="171" y="299"/>
                  </a:cubicBezTo>
                  <a:cubicBezTo>
                    <a:pt x="172" y="297"/>
                    <a:pt x="173" y="294"/>
                    <a:pt x="172" y="291"/>
                  </a:cubicBezTo>
                  <a:cubicBezTo>
                    <a:pt x="172" y="290"/>
                    <a:pt x="172" y="288"/>
                    <a:pt x="171" y="287"/>
                  </a:cubicBezTo>
                  <a:cubicBezTo>
                    <a:pt x="170" y="285"/>
                    <a:pt x="168" y="284"/>
                    <a:pt x="167" y="284"/>
                  </a:cubicBezTo>
                  <a:cubicBezTo>
                    <a:pt x="164" y="282"/>
                    <a:pt x="161" y="282"/>
                    <a:pt x="159" y="282"/>
                  </a:cubicBezTo>
                  <a:cubicBezTo>
                    <a:pt x="157" y="281"/>
                    <a:pt x="156" y="281"/>
                    <a:pt x="154" y="280"/>
                  </a:cubicBezTo>
                  <a:cubicBezTo>
                    <a:pt x="149" y="278"/>
                    <a:pt x="145" y="274"/>
                    <a:pt x="143" y="270"/>
                  </a:cubicBezTo>
                  <a:cubicBezTo>
                    <a:pt x="156" y="262"/>
                    <a:pt x="165" y="249"/>
                    <a:pt x="168" y="233"/>
                  </a:cubicBezTo>
                  <a:cubicBezTo>
                    <a:pt x="169" y="230"/>
                    <a:pt x="169" y="230"/>
                    <a:pt x="169" y="230"/>
                  </a:cubicBezTo>
                  <a:cubicBezTo>
                    <a:pt x="171" y="231"/>
                    <a:pt x="174" y="232"/>
                    <a:pt x="176" y="234"/>
                  </a:cubicBezTo>
                  <a:cubicBezTo>
                    <a:pt x="178" y="236"/>
                    <a:pt x="180" y="238"/>
                    <a:pt x="181" y="241"/>
                  </a:cubicBezTo>
                  <a:cubicBezTo>
                    <a:pt x="182" y="244"/>
                    <a:pt x="183" y="247"/>
                    <a:pt x="184" y="251"/>
                  </a:cubicBezTo>
                  <a:cubicBezTo>
                    <a:pt x="185" y="253"/>
                    <a:pt x="186" y="255"/>
                    <a:pt x="187" y="257"/>
                  </a:cubicBezTo>
                  <a:cubicBezTo>
                    <a:pt x="188" y="259"/>
                    <a:pt x="190" y="261"/>
                    <a:pt x="192" y="262"/>
                  </a:cubicBezTo>
                  <a:cubicBezTo>
                    <a:pt x="197" y="264"/>
                    <a:pt x="202" y="264"/>
                    <a:pt x="206" y="263"/>
                  </a:cubicBezTo>
                  <a:cubicBezTo>
                    <a:pt x="210" y="261"/>
                    <a:pt x="213" y="258"/>
                    <a:pt x="216" y="256"/>
                  </a:cubicBezTo>
                  <a:cubicBezTo>
                    <a:pt x="219" y="253"/>
                    <a:pt x="221" y="250"/>
                    <a:pt x="223" y="247"/>
                  </a:cubicBezTo>
                  <a:cubicBezTo>
                    <a:pt x="226" y="244"/>
                    <a:pt x="229" y="240"/>
                    <a:pt x="233" y="237"/>
                  </a:cubicBezTo>
                  <a:cubicBezTo>
                    <a:pt x="239" y="238"/>
                    <a:pt x="244" y="238"/>
                    <a:pt x="250" y="238"/>
                  </a:cubicBezTo>
                  <a:cubicBezTo>
                    <a:pt x="256" y="239"/>
                    <a:pt x="262" y="240"/>
                    <a:pt x="268" y="243"/>
                  </a:cubicBezTo>
                  <a:cubicBezTo>
                    <a:pt x="271" y="244"/>
                    <a:pt x="273" y="247"/>
                    <a:pt x="275" y="249"/>
                  </a:cubicBezTo>
                  <a:cubicBezTo>
                    <a:pt x="276" y="250"/>
                    <a:pt x="277" y="252"/>
                    <a:pt x="278" y="253"/>
                  </a:cubicBezTo>
                  <a:cubicBezTo>
                    <a:pt x="278" y="255"/>
                    <a:pt x="280" y="256"/>
                    <a:pt x="281" y="256"/>
                  </a:cubicBezTo>
                  <a:cubicBezTo>
                    <a:pt x="280" y="256"/>
                    <a:pt x="279" y="255"/>
                    <a:pt x="278" y="253"/>
                  </a:cubicBezTo>
                  <a:cubicBezTo>
                    <a:pt x="277" y="252"/>
                    <a:pt x="277" y="250"/>
                    <a:pt x="276" y="249"/>
                  </a:cubicBezTo>
                  <a:cubicBezTo>
                    <a:pt x="274" y="246"/>
                    <a:pt x="272" y="244"/>
                    <a:pt x="269" y="242"/>
                  </a:cubicBezTo>
                  <a:cubicBezTo>
                    <a:pt x="263" y="238"/>
                    <a:pt x="257" y="236"/>
                    <a:pt x="250" y="235"/>
                  </a:cubicBezTo>
                  <a:cubicBezTo>
                    <a:pt x="245" y="235"/>
                    <a:pt x="241" y="234"/>
                    <a:pt x="236" y="234"/>
                  </a:cubicBezTo>
                  <a:cubicBezTo>
                    <a:pt x="237" y="233"/>
                    <a:pt x="238" y="232"/>
                    <a:pt x="238" y="232"/>
                  </a:cubicBezTo>
                  <a:cubicBezTo>
                    <a:pt x="244" y="227"/>
                    <a:pt x="250" y="223"/>
                    <a:pt x="257" y="221"/>
                  </a:cubicBezTo>
                  <a:cubicBezTo>
                    <a:pt x="264" y="219"/>
                    <a:pt x="271" y="219"/>
                    <a:pt x="278" y="221"/>
                  </a:cubicBezTo>
                  <a:cubicBezTo>
                    <a:pt x="281" y="222"/>
                    <a:pt x="285" y="224"/>
                    <a:pt x="288" y="225"/>
                  </a:cubicBezTo>
                  <a:cubicBezTo>
                    <a:pt x="292" y="226"/>
                    <a:pt x="296" y="226"/>
                    <a:pt x="299" y="223"/>
                  </a:cubicBezTo>
                  <a:cubicBezTo>
                    <a:pt x="296" y="226"/>
                    <a:pt x="292" y="225"/>
                    <a:pt x="288" y="224"/>
                  </a:cubicBezTo>
                  <a:close/>
                  <a:moveTo>
                    <a:pt x="219" y="243"/>
                  </a:moveTo>
                  <a:cubicBezTo>
                    <a:pt x="214" y="249"/>
                    <a:pt x="209" y="255"/>
                    <a:pt x="204" y="256"/>
                  </a:cubicBezTo>
                  <a:cubicBezTo>
                    <a:pt x="201" y="257"/>
                    <a:pt x="198" y="257"/>
                    <a:pt x="196" y="255"/>
                  </a:cubicBezTo>
                  <a:cubicBezTo>
                    <a:pt x="194" y="254"/>
                    <a:pt x="193" y="252"/>
                    <a:pt x="192" y="249"/>
                  </a:cubicBezTo>
                  <a:cubicBezTo>
                    <a:pt x="191" y="245"/>
                    <a:pt x="190" y="242"/>
                    <a:pt x="189" y="238"/>
                  </a:cubicBezTo>
                  <a:cubicBezTo>
                    <a:pt x="188" y="234"/>
                    <a:pt x="185" y="230"/>
                    <a:pt x="182" y="227"/>
                  </a:cubicBezTo>
                  <a:cubicBezTo>
                    <a:pt x="179" y="223"/>
                    <a:pt x="175" y="221"/>
                    <a:pt x="171" y="220"/>
                  </a:cubicBezTo>
                  <a:cubicBezTo>
                    <a:pt x="177" y="186"/>
                    <a:pt x="177" y="186"/>
                    <a:pt x="177" y="186"/>
                  </a:cubicBezTo>
                  <a:cubicBezTo>
                    <a:pt x="186" y="188"/>
                    <a:pt x="186" y="188"/>
                    <a:pt x="186" y="188"/>
                  </a:cubicBezTo>
                  <a:cubicBezTo>
                    <a:pt x="195" y="191"/>
                    <a:pt x="195" y="191"/>
                    <a:pt x="195" y="191"/>
                  </a:cubicBezTo>
                  <a:cubicBezTo>
                    <a:pt x="198" y="192"/>
                    <a:pt x="202" y="193"/>
                    <a:pt x="204" y="194"/>
                  </a:cubicBezTo>
                  <a:cubicBezTo>
                    <a:pt x="206" y="195"/>
                    <a:pt x="207" y="196"/>
                    <a:pt x="207" y="198"/>
                  </a:cubicBezTo>
                  <a:cubicBezTo>
                    <a:pt x="207" y="201"/>
                    <a:pt x="207" y="204"/>
                    <a:pt x="206" y="207"/>
                  </a:cubicBezTo>
                  <a:cubicBezTo>
                    <a:pt x="205" y="209"/>
                    <a:pt x="205" y="210"/>
                    <a:pt x="205" y="212"/>
                  </a:cubicBezTo>
                  <a:cubicBezTo>
                    <a:pt x="205" y="214"/>
                    <a:pt x="205" y="216"/>
                    <a:pt x="206" y="218"/>
                  </a:cubicBezTo>
                  <a:cubicBezTo>
                    <a:pt x="207" y="222"/>
                    <a:pt x="209" y="225"/>
                    <a:pt x="211" y="228"/>
                  </a:cubicBezTo>
                  <a:cubicBezTo>
                    <a:pt x="216" y="232"/>
                    <a:pt x="221" y="235"/>
                    <a:pt x="227" y="236"/>
                  </a:cubicBezTo>
                  <a:cubicBezTo>
                    <a:pt x="224" y="238"/>
                    <a:pt x="222" y="241"/>
                    <a:pt x="219" y="243"/>
                  </a:cubicBezTo>
                  <a:close/>
                </a:path>
              </a:pathLst>
            </a:custGeom>
            <a:solidFill>
              <a:srgbClr val="A7E5FF"/>
            </a:solidFill>
            <a:ln>
              <a:noFill/>
            </a:ln>
          </p:spPr>
          <p:txBody>
            <a:bodyPr anchorCtr="0" anchor="t" bIns="55300" lIns="110625" spcFirstLastPara="1" rIns="110625" wrap="square" tIns="553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7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7" name="Google Shape;5047;p24"/>
            <p:cNvSpPr/>
            <p:nvPr/>
          </p:nvSpPr>
          <p:spPr>
            <a:xfrm>
              <a:off x="3605213" y="2414588"/>
              <a:ext cx="180975" cy="509588"/>
            </a:xfrm>
            <a:custGeom>
              <a:rect b="b" l="l" r="r" t="t"/>
              <a:pathLst>
                <a:path extrusionOk="0" h="135" w="48">
                  <a:moveTo>
                    <a:pt x="42" y="71"/>
                  </a:moveTo>
                  <a:cubicBezTo>
                    <a:pt x="35" y="107"/>
                    <a:pt x="22" y="135"/>
                    <a:pt x="12" y="134"/>
                  </a:cubicBezTo>
                  <a:cubicBezTo>
                    <a:pt x="2" y="132"/>
                    <a:pt x="0" y="101"/>
                    <a:pt x="6" y="65"/>
                  </a:cubicBezTo>
                  <a:cubicBezTo>
                    <a:pt x="13" y="28"/>
                    <a:pt x="26" y="0"/>
                    <a:pt x="36" y="2"/>
                  </a:cubicBezTo>
                  <a:cubicBezTo>
                    <a:pt x="46" y="4"/>
                    <a:pt x="48" y="35"/>
                    <a:pt x="42" y="71"/>
                  </a:cubicBezTo>
                  <a:close/>
                </a:path>
              </a:pathLst>
            </a:custGeom>
            <a:solidFill>
              <a:srgbClr val="A7E5FF"/>
            </a:solidFill>
            <a:ln>
              <a:noFill/>
            </a:ln>
          </p:spPr>
          <p:txBody>
            <a:bodyPr anchorCtr="0" anchor="t" bIns="55300" lIns="110625" spcFirstLastPara="1" rIns="110625" wrap="square" tIns="553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7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48" name="Google Shape;5048;p24"/>
          <p:cNvSpPr txBox="1"/>
          <p:nvPr/>
        </p:nvSpPr>
        <p:spPr>
          <a:xfrm>
            <a:off x="1800675" y="2864813"/>
            <a:ext cx="29739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Palanquin"/>
                <a:ea typeface="Palanquin"/>
                <a:cs typeface="Palanquin"/>
                <a:sym typeface="Palanquin"/>
              </a:rPr>
              <a:t>Created by Group 6 members:</a:t>
            </a:r>
            <a:endParaRPr sz="1500">
              <a:solidFill>
                <a:schemeClr val="dk2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5049" name="Google Shape;5049;p24"/>
          <p:cNvSpPr txBox="1"/>
          <p:nvPr/>
        </p:nvSpPr>
        <p:spPr>
          <a:xfrm>
            <a:off x="2975825" y="4306425"/>
            <a:ext cx="10848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Cambay"/>
              <a:ea typeface="Cambay"/>
              <a:cs typeface="Cambay"/>
              <a:sym typeface="Cambay"/>
            </a:endParaRPr>
          </a:p>
        </p:txBody>
      </p:sp>
      <p:sp>
        <p:nvSpPr>
          <p:cNvPr id="5050" name="Google Shape;5050;p24"/>
          <p:cNvSpPr txBox="1"/>
          <p:nvPr/>
        </p:nvSpPr>
        <p:spPr>
          <a:xfrm>
            <a:off x="5317050" y="3167450"/>
            <a:ext cx="10485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rPr>
              <a:t>Luis </a:t>
            </a:r>
            <a:r>
              <a:rPr lang="en"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rPr>
              <a:t>Alvarez</a:t>
            </a:r>
            <a:endParaRPr sz="1200">
              <a:solidFill>
                <a:schemeClr val="dk2"/>
              </a:solidFill>
              <a:latin typeface="Cambay"/>
              <a:ea typeface="Cambay"/>
              <a:cs typeface="Cambay"/>
              <a:sym typeface="Cambay"/>
            </a:endParaRPr>
          </a:p>
        </p:txBody>
      </p:sp>
      <p:sp>
        <p:nvSpPr>
          <p:cNvPr id="5051" name="Google Shape;5051;p24"/>
          <p:cNvSpPr/>
          <p:nvPr/>
        </p:nvSpPr>
        <p:spPr>
          <a:xfrm rot="8891379">
            <a:off x="4503564" y="3205210"/>
            <a:ext cx="1202317" cy="1595264"/>
          </a:xfrm>
          <a:custGeom>
            <a:rect b="b" l="l" r="r" t="t"/>
            <a:pathLst>
              <a:path extrusionOk="0" h="220" w="220">
                <a:moveTo>
                  <a:pt x="28" y="72"/>
                </a:moveTo>
                <a:cubicBezTo>
                  <a:pt x="80" y="98"/>
                  <a:pt x="122" y="140"/>
                  <a:pt x="147" y="192"/>
                </a:cubicBezTo>
                <a:cubicBezTo>
                  <a:pt x="156" y="209"/>
                  <a:pt x="175" y="220"/>
                  <a:pt x="193" y="214"/>
                </a:cubicBezTo>
                <a:cubicBezTo>
                  <a:pt x="211" y="209"/>
                  <a:pt x="220" y="185"/>
                  <a:pt x="209" y="162"/>
                </a:cubicBezTo>
                <a:cubicBezTo>
                  <a:pt x="177" y="96"/>
                  <a:pt x="123" y="43"/>
                  <a:pt x="58" y="11"/>
                </a:cubicBezTo>
                <a:cubicBezTo>
                  <a:pt x="35" y="0"/>
                  <a:pt x="11" y="9"/>
                  <a:pt x="5" y="27"/>
                </a:cubicBezTo>
                <a:cubicBezTo>
                  <a:pt x="0" y="45"/>
                  <a:pt x="11" y="64"/>
                  <a:pt x="28" y="72"/>
                </a:cubicBezTo>
                <a:close/>
              </a:path>
            </a:pathLst>
          </a:custGeom>
          <a:solidFill>
            <a:srgbClr val="15A0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2" name="Google Shape;5052;p24"/>
          <p:cNvSpPr txBox="1"/>
          <p:nvPr/>
        </p:nvSpPr>
        <p:spPr>
          <a:xfrm rot="1683871">
            <a:off x="4319452" y="3859187"/>
            <a:ext cx="1522747" cy="2929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Cambay"/>
                <a:ea typeface="Cambay"/>
                <a:cs typeface="Cambay"/>
                <a:sym typeface="Cambay"/>
              </a:rPr>
              <a:t>Alan Vongsavanh</a:t>
            </a:r>
            <a:endParaRPr b="1" sz="1300">
              <a:solidFill>
                <a:schemeClr val="lt1"/>
              </a:solidFill>
              <a:latin typeface="Cambay"/>
              <a:ea typeface="Cambay"/>
              <a:cs typeface="Cambay"/>
              <a:sym typeface="Cambay"/>
            </a:endParaRPr>
          </a:p>
        </p:txBody>
      </p:sp>
      <p:sp>
        <p:nvSpPr>
          <p:cNvPr id="5053" name="Google Shape;5053;p24"/>
          <p:cNvSpPr/>
          <p:nvPr/>
        </p:nvSpPr>
        <p:spPr>
          <a:xfrm>
            <a:off x="3190129" y="3971944"/>
            <a:ext cx="1084800" cy="871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4" name="Google Shape;5054;p24"/>
          <p:cNvSpPr/>
          <p:nvPr/>
        </p:nvSpPr>
        <p:spPr>
          <a:xfrm>
            <a:off x="3472937" y="4202945"/>
            <a:ext cx="519175" cy="409500"/>
          </a:xfrm>
          <a:custGeom>
            <a:rect b="b" l="l" r="r" t="t"/>
            <a:pathLst>
              <a:path extrusionOk="0" h="95" w="99">
                <a:moveTo>
                  <a:pt x="47" y="0"/>
                </a:moveTo>
                <a:cubicBezTo>
                  <a:pt x="21" y="1"/>
                  <a:pt x="0" y="22"/>
                  <a:pt x="0" y="47"/>
                </a:cubicBezTo>
                <a:cubicBezTo>
                  <a:pt x="0" y="74"/>
                  <a:pt x="22" y="95"/>
                  <a:pt x="50" y="95"/>
                </a:cubicBezTo>
                <a:cubicBezTo>
                  <a:pt x="77" y="95"/>
                  <a:pt x="99" y="74"/>
                  <a:pt x="99" y="47"/>
                </a:cubicBezTo>
                <a:cubicBezTo>
                  <a:pt x="99" y="37"/>
                  <a:pt x="95" y="27"/>
                  <a:pt x="89" y="19"/>
                </a:cubicBezTo>
                <a:cubicBezTo>
                  <a:pt x="86" y="23"/>
                  <a:pt x="82" y="26"/>
                  <a:pt x="76" y="26"/>
                </a:cubicBezTo>
                <a:cubicBezTo>
                  <a:pt x="73" y="26"/>
                  <a:pt x="69" y="25"/>
                  <a:pt x="65" y="24"/>
                </a:cubicBezTo>
                <a:cubicBezTo>
                  <a:pt x="53" y="18"/>
                  <a:pt x="46" y="8"/>
                  <a:pt x="47" y="0"/>
                </a:cubicBezTo>
              </a:path>
            </a:pathLst>
          </a:custGeom>
          <a:solidFill>
            <a:srgbClr val="191919">
              <a:alpha val="15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5" name="Google Shape;5055;p24"/>
          <p:cNvSpPr/>
          <p:nvPr/>
        </p:nvSpPr>
        <p:spPr>
          <a:xfrm>
            <a:off x="3726100" y="4144277"/>
            <a:ext cx="266000" cy="162150"/>
          </a:xfrm>
          <a:custGeom>
            <a:rect b="b" l="l" r="r" t="t"/>
            <a:pathLst>
              <a:path extrusionOk="0" h="26" w="43">
                <a:moveTo>
                  <a:pt x="4" y="0"/>
                </a:moveTo>
                <a:cubicBezTo>
                  <a:pt x="3" y="0"/>
                  <a:pt x="2" y="0"/>
                  <a:pt x="1" y="0"/>
                </a:cubicBezTo>
                <a:cubicBezTo>
                  <a:pt x="0" y="8"/>
                  <a:pt x="7" y="18"/>
                  <a:pt x="19" y="24"/>
                </a:cubicBezTo>
                <a:cubicBezTo>
                  <a:pt x="23" y="25"/>
                  <a:pt x="27" y="26"/>
                  <a:pt x="30" y="26"/>
                </a:cubicBezTo>
                <a:cubicBezTo>
                  <a:pt x="36" y="26"/>
                  <a:pt x="40" y="23"/>
                  <a:pt x="43" y="19"/>
                </a:cubicBezTo>
                <a:cubicBezTo>
                  <a:pt x="34" y="7"/>
                  <a:pt x="20" y="0"/>
                  <a:pt x="4" y="0"/>
                </a:cubicBezTo>
              </a:path>
            </a:pathLst>
          </a:custGeom>
          <a:solidFill>
            <a:srgbClr val="F8F8F8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6" name="Google Shape;5056;p24"/>
          <p:cNvSpPr txBox="1"/>
          <p:nvPr/>
        </p:nvSpPr>
        <p:spPr>
          <a:xfrm>
            <a:off x="3237975" y="4261225"/>
            <a:ext cx="10485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rPr>
              <a:t>Luis Barraza</a:t>
            </a:r>
            <a:endParaRPr sz="1200">
              <a:solidFill>
                <a:schemeClr val="dk2"/>
              </a:solidFill>
              <a:latin typeface="Cambay"/>
              <a:ea typeface="Cambay"/>
              <a:cs typeface="Cambay"/>
              <a:sym typeface="Camb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0" name="Shape 5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1" name="Google Shape;5061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062" name="Google Shape;5062;p25"/>
          <p:cNvSpPr txBox="1"/>
          <p:nvPr>
            <p:ph idx="2" type="title"/>
          </p:nvPr>
        </p:nvSpPr>
        <p:spPr>
          <a:xfrm>
            <a:off x="447750" y="1199233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063" name="Google Shape;5063;p25"/>
          <p:cNvSpPr txBox="1"/>
          <p:nvPr>
            <p:ph idx="4" type="title"/>
          </p:nvPr>
        </p:nvSpPr>
        <p:spPr>
          <a:xfrm>
            <a:off x="3165750" y="2253908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064" name="Google Shape;5064;p25"/>
          <p:cNvSpPr txBox="1"/>
          <p:nvPr>
            <p:ph idx="6" type="title"/>
          </p:nvPr>
        </p:nvSpPr>
        <p:spPr>
          <a:xfrm>
            <a:off x="5921400" y="3597933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065" name="Google Shape;5065;p25"/>
          <p:cNvSpPr txBox="1"/>
          <p:nvPr>
            <p:ph idx="1" type="subTitle"/>
          </p:nvPr>
        </p:nvSpPr>
        <p:spPr>
          <a:xfrm>
            <a:off x="447750" y="164682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the Project</a:t>
            </a:r>
            <a:endParaRPr/>
          </a:p>
        </p:txBody>
      </p:sp>
      <p:sp>
        <p:nvSpPr>
          <p:cNvPr id="5066" name="Google Shape;5066;p25"/>
          <p:cNvSpPr txBox="1"/>
          <p:nvPr>
            <p:ph idx="8" type="subTitle"/>
          </p:nvPr>
        </p:nvSpPr>
        <p:spPr>
          <a:xfrm>
            <a:off x="3165750" y="270150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Takeaways</a:t>
            </a:r>
            <a:endParaRPr/>
          </a:p>
        </p:txBody>
      </p:sp>
      <p:sp>
        <p:nvSpPr>
          <p:cNvPr id="5067" name="Google Shape;5067;p25"/>
          <p:cNvSpPr txBox="1"/>
          <p:nvPr>
            <p:ph idx="9" type="subTitle"/>
          </p:nvPr>
        </p:nvSpPr>
        <p:spPr>
          <a:xfrm>
            <a:off x="5921400" y="404552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Showcase</a:t>
            </a:r>
            <a:endParaRPr/>
          </a:p>
        </p:txBody>
      </p:sp>
      <p:grpSp>
        <p:nvGrpSpPr>
          <p:cNvPr id="5068" name="Google Shape;5068;p25"/>
          <p:cNvGrpSpPr/>
          <p:nvPr/>
        </p:nvGrpSpPr>
        <p:grpSpPr>
          <a:xfrm>
            <a:off x="715399" y="2385355"/>
            <a:ext cx="955961" cy="909287"/>
            <a:chOff x="-6690625" y="3631325"/>
            <a:chExt cx="307225" cy="292225"/>
          </a:xfrm>
        </p:grpSpPr>
        <p:sp>
          <p:nvSpPr>
            <p:cNvPr id="5069" name="Google Shape;5069;p25"/>
            <p:cNvSpPr/>
            <p:nvPr/>
          </p:nvSpPr>
          <p:spPr>
            <a:xfrm>
              <a:off x="-6690625" y="3631325"/>
              <a:ext cx="222925" cy="292225"/>
            </a:xfrm>
            <a:custGeom>
              <a:rect b="b" l="l" r="r" t="t"/>
              <a:pathLst>
                <a:path extrusionOk="0" h="11689" w="8917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97575" lIns="197575" spcFirstLastPara="1" rIns="197575" wrap="square" tIns="197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0" name="Google Shape;5070;p25"/>
            <p:cNvSpPr/>
            <p:nvPr/>
          </p:nvSpPr>
          <p:spPr>
            <a:xfrm>
              <a:off x="-6604350" y="3832175"/>
              <a:ext cx="58675" cy="56550"/>
            </a:xfrm>
            <a:custGeom>
              <a:rect b="b" l="l" r="r" t="t"/>
              <a:pathLst>
                <a:path extrusionOk="0" h="2262" w="2347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97575" lIns="197575" spcFirstLastPara="1" rIns="197575" wrap="square" tIns="197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1" name="Google Shape;5071;p25"/>
            <p:cNvSpPr/>
            <p:nvPr/>
          </p:nvSpPr>
          <p:spPr>
            <a:xfrm>
              <a:off x="-6470875" y="3684775"/>
              <a:ext cx="87475" cy="71800"/>
            </a:xfrm>
            <a:custGeom>
              <a:rect b="b" l="l" r="r" t="t"/>
              <a:pathLst>
                <a:path extrusionOk="0" h="2872" w="3499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97575" lIns="197575" spcFirstLastPara="1" rIns="197575" wrap="square" tIns="197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2" name="Google Shape;5072;p25"/>
            <p:cNvSpPr/>
            <p:nvPr/>
          </p:nvSpPr>
          <p:spPr>
            <a:xfrm>
              <a:off x="-6578775" y="3721900"/>
              <a:ext cx="143375" cy="143375"/>
            </a:xfrm>
            <a:custGeom>
              <a:rect b="b" l="l" r="r" t="t"/>
              <a:pathLst>
                <a:path extrusionOk="0" h="5735" w="5735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97575" lIns="197575" spcFirstLastPara="1" rIns="197575" wrap="square" tIns="197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3" name="Google Shape;5073;p25"/>
            <p:cNvSpPr/>
            <p:nvPr/>
          </p:nvSpPr>
          <p:spPr>
            <a:xfrm>
              <a:off x="-6685100" y="3636850"/>
              <a:ext cx="47275" cy="46475"/>
            </a:xfrm>
            <a:custGeom>
              <a:rect b="b" l="l" r="r" t="t"/>
              <a:pathLst>
                <a:path extrusionOk="0" h="1859" w="1891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97575" lIns="197575" spcFirstLastPara="1" rIns="197575" wrap="square" tIns="197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74" name="Google Shape;5074;p25"/>
          <p:cNvGrpSpPr/>
          <p:nvPr/>
        </p:nvGrpSpPr>
        <p:grpSpPr>
          <a:xfrm>
            <a:off x="3584036" y="3294659"/>
            <a:ext cx="868881" cy="684241"/>
            <a:chOff x="6598259" y="2078634"/>
            <a:chExt cx="868881" cy="684241"/>
          </a:xfrm>
        </p:grpSpPr>
        <p:sp>
          <p:nvSpPr>
            <p:cNvPr id="5075" name="Google Shape;5075;p25"/>
            <p:cNvSpPr/>
            <p:nvPr/>
          </p:nvSpPr>
          <p:spPr>
            <a:xfrm>
              <a:off x="7165957" y="2159753"/>
              <a:ext cx="286185" cy="107120"/>
            </a:xfrm>
            <a:custGeom>
              <a:rect b="b" l="l" r="r" t="t"/>
              <a:pathLst>
                <a:path extrusionOk="0" h="18156" w="48506">
                  <a:moveTo>
                    <a:pt x="1" y="1"/>
                  </a:moveTo>
                  <a:lnTo>
                    <a:pt x="1" y="18156"/>
                  </a:lnTo>
                  <a:lnTo>
                    <a:pt x="48506" y="18156"/>
                  </a:lnTo>
                  <a:lnTo>
                    <a:pt x="485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6" name="Google Shape;5076;p25"/>
            <p:cNvSpPr/>
            <p:nvPr/>
          </p:nvSpPr>
          <p:spPr>
            <a:xfrm>
              <a:off x="7085764" y="2536793"/>
              <a:ext cx="349475" cy="107120"/>
            </a:xfrm>
            <a:custGeom>
              <a:rect b="b" l="l" r="r" t="t"/>
              <a:pathLst>
                <a:path extrusionOk="0" h="18156" w="59233">
                  <a:moveTo>
                    <a:pt x="1" y="1"/>
                  </a:moveTo>
                  <a:lnTo>
                    <a:pt x="1" y="18156"/>
                  </a:lnTo>
                  <a:lnTo>
                    <a:pt x="59233" y="18156"/>
                  </a:lnTo>
                  <a:lnTo>
                    <a:pt x="592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7" name="Google Shape;5077;p25"/>
            <p:cNvSpPr/>
            <p:nvPr/>
          </p:nvSpPr>
          <p:spPr>
            <a:xfrm>
              <a:off x="6598259" y="2195183"/>
              <a:ext cx="271241" cy="107120"/>
            </a:xfrm>
            <a:custGeom>
              <a:rect b="b" l="l" r="r" t="t"/>
              <a:pathLst>
                <a:path extrusionOk="0" h="18156" w="45973">
                  <a:moveTo>
                    <a:pt x="1" y="0"/>
                  </a:moveTo>
                  <a:lnTo>
                    <a:pt x="1" y="18156"/>
                  </a:lnTo>
                  <a:lnTo>
                    <a:pt x="45972" y="18156"/>
                  </a:lnTo>
                  <a:lnTo>
                    <a:pt x="459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8" name="Google Shape;5078;p25"/>
            <p:cNvSpPr/>
            <p:nvPr/>
          </p:nvSpPr>
          <p:spPr>
            <a:xfrm>
              <a:off x="6604064" y="2370778"/>
              <a:ext cx="358696" cy="107126"/>
            </a:xfrm>
            <a:custGeom>
              <a:rect b="b" l="l" r="r" t="t"/>
              <a:pathLst>
                <a:path extrusionOk="0" h="18157" w="60796">
                  <a:moveTo>
                    <a:pt x="0" y="1"/>
                  </a:moveTo>
                  <a:lnTo>
                    <a:pt x="0" y="18156"/>
                  </a:lnTo>
                  <a:lnTo>
                    <a:pt x="60796" y="18156"/>
                  </a:lnTo>
                  <a:lnTo>
                    <a:pt x="607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9" name="Google Shape;5079;p25"/>
            <p:cNvSpPr/>
            <p:nvPr/>
          </p:nvSpPr>
          <p:spPr>
            <a:xfrm>
              <a:off x="6645158" y="2545743"/>
              <a:ext cx="358696" cy="109044"/>
            </a:xfrm>
            <a:custGeom>
              <a:rect b="b" l="l" r="r" t="t"/>
              <a:pathLst>
                <a:path extrusionOk="0" h="18482" w="60796">
                  <a:moveTo>
                    <a:pt x="1" y="0"/>
                  </a:moveTo>
                  <a:lnTo>
                    <a:pt x="1" y="18482"/>
                  </a:lnTo>
                  <a:lnTo>
                    <a:pt x="60796" y="18482"/>
                  </a:lnTo>
                  <a:lnTo>
                    <a:pt x="607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0" name="Google Shape;5080;p25"/>
            <p:cNvSpPr/>
            <p:nvPr/>
          </p:nvSpPr>
          <p:spPr>
            <a:xfrm>
              <a:off x="7155838" y="2352960"/>
              <a:ext cx="311302" cy="107120"/>
            </a:xfrm>
            <a:custGeom>
              <a:rect b="b" l="l" r="r" t="t"/>
              <a:pathLst>
                <a:path extrusionOk="0" h="18156" w="52763">
                  <a:moveTo>
                    <a:pt x="0" y="0"/>
                  </a:moveTo>
                  <a:lnTo>
                    <a:pt x="0" y="18155"/>
                  </a:lnTo>
                  <a:lnTo>
                    <a:pt x="52763" y="18155"/>
                  </a:lnTo>
                  <a:lnTo>
                    <a:pt x="52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81" name="Google Shape;5081;p25"/>
            <p:cNvGrpSpPr/>
            <p:nvPr/>
          </p:nvGrpSpPr>
          <p:grpSpPr>
            <a:xfrm>
              <a:off x="6808175" y="2078634"/>
              <a:ext cx="452229" cy="684241"/>
              <a:chOff x="6808175" y="2078634"/>
              <a:chExt cx="452229" cy="684241"/>
            </a:xfrm>
          </p:grpSpPr>
          <p:sp>
            <p:nvSpPr>
              <p:cNvPr id="5082" name="Google Shape;5082;p25"/>
              <p:cNvSpPr/>
              <p:nvPr/>
            </p:nvSpPr>
            <p:spPr>
              <a:xfrm>
                <a:off x="7165957" y="2159753"/>
                <a:ext cx="94447" cy="107120"/>
              </a:xfrm>
              <a:custGeom>
                <a:rect b="b" l="l" r="r" t="t"/>
                <a:pathLst>
                  <a:path extrusionOk="0" h="18156" w="16008">
                    <a:moveTo>
                      <a:pt x="1" y="1"/>
                    </a:moveTo>
                    <a:lnTo>
                      <a:pt x="1" y="18156"/>
                    </a:lnTo>
                    <a:lnTo>
                      <a:pt x="16007" y="18156"/>
                    </a:lnTo>
                    <a:cubicBezTo>
                      <a:pt x="15291" y="11568"/>
                      <a:pt x="12904" y="5350"/>
                      <a:pt x="90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3" name="Google Shape;5083;p25"/>
              <p:cNvSpPr/>
              <p:nvPr/>
            </p:nvSpPr>
            <p:spPr>
              <a:xfrm>
                <a:off x="7085764" y="2536793"/>
                <a:ext cx="61100" cy="107120"/>
              </a:xfrm>
              <a:custGeom>
                <a:rect b="b" l="l" r="r" t="t"/>
                <a:pathLst>
                  <a:path extrusionOk="0" h="18156" w="10356">
                    <a:moveTo>
                      <a:pt x="1" y="1"/>
                    </a:moveTo>
                    <a:lnTo>
                      <a:pt x="1" y="18156"/>
                    </a:lnTo>
                    <a:lnTo>
                      <a:pt x="5804" y="18156"/>
                    </a:lnTo>
                    <a:cubicBezTo>
                      <a:pt x="5810" y="18084"/>
                      <a:pt x="5813" y="18013"/>
                      <a:pt x="5813" y="17941"/>
                    </a:cubicBezTo>
                    <a:cubicBezTo>
                      <a:pt x="5815" y="17225"/>
                      <a:pt x="5579" y="16528"/>
                      <a:pt x="5146" y="15958"/>
                    </a:cubicBezTo>
                    <a:cubicBezTo>
                      <a:pt x="5764" y="15144"/>
                      <a:pt x="5967" y="14089"/>
                      <a:pt x="5696" y="13103"/>
                    </a:cubicBezTo>
                    <a:cubicBezTo>
                      <a:pt x="6334" y="11805"/>
                      <a:pt x="6339" y="10352"/>
                      <a:pt x="6343" y="9017"/>
                    </a:cubicBezTo>
                    <a:lnTo>
                      <a:pt x="6343" y="8907"/>
                    </a:lnTo>
                    <a:cubicBezTo>
                      <a:pt x="6346" y="8040"/>
                      <a:pt x="6573" y="6922"/>
                      <a:pt x="6952" y="5914"/>
                    </a:cubicBezTo>
                    <a:cubicBezTo>
                      <a:pt x="7745" y="3797"/>
                      <a:pt x="8890" y="1817"/>
                      <a:pt x="103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4" name="Google Shape;5084;p25"/>
              <p:cNvSpPr/>
              <p:nvPr/>
            </p:nvSpPr>
            <p:spPr>
              <a:xfrm>
                <a:off x="6808175" y="2195183"/>
                <a:ext cx="61325" cy="107120"/>
              </a:xfrm>
              <a:custGeom>
                <a:rect b="b" l="l" r="r" t="t"/>
                <a:pathLst>
                  <a:path extrusionOk="0" h="18156" w="10394">
                    <a:moveTo>
                      <a:pt x="3660" y="0"/>
                    </a:moveTo>
                    <a:cubicBezTo>
                      <a:pt x="1279" y="5051"/>
                      <a:pt x="19" y="10605"/>
                      <a:pt x="14" y="16353"/>
                    </a:cubicBezTo>
                    <a:cubicBezTo>
                      <a:pt x="11" y="16529"/>
                      <a:pt x="0" y="17161"/>
                      <a:pt x="51" y="18156"/>
                    </a:cubicBezTo>
                    <a:lnTo>
                      <a:pt x="10393" y="18156"/>
                    </a:lnTo>
                    <a:lnTo>
                      <a:pt x="103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5" name="Google Shape;5085;p25"/>
              <p:cNvSpPr/>
              <p:nvPr/>
            </p:nvSpPr>
            <p:spPr>
              <a:xfrm>
                <a:off x="6820441" y="2370778"/>
                <a:ext cx="142320" cy="107126"/>
              </a:xfrm>
              <a:custGeom>
                <a:rect b="b" l="l" r="r" t="t"/>
                <a:pathLst>
                  <a:path extrusionOk="0" h="18157" w="24122">
                    <a:moveTo>
                      <a:pt x="0" y="1"/>
                    </a:moveTo>
                    <a:cubicBezTo>
                      <a:pt x="1532" y="5312"/>
                      <a:pt x="4200" y="11690"/>
                      <a:pt x="8823" y="18156"/>
                    </a:cubicBezTo>
                    <a:lnTo>
                      <a:pt x="24122" y="18156"/>
                    </a:lnTo>
                    <a:lnTo>
                      <a:pt x="241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6" name="Google Shape;5086;p25"/>
              <p:cNvSpPr/>
              <p:nvPr/>
            </p:nvSpPr>
            <p:spPr>
              <a:xfrm>
                <a:off x="6929774" y="2545743"/>
                <a:ext cx="74092" cy="109044"/>
              </a:xfrm>
              <a:custGeom>
                <a:rect b="b" l="l" r="r" t="t"/>
                <a:pathLst>
                  <a:path extrusionOk="0" h="18482" w="12558">
                    <a:moveTo>
                      <a:pt x="0" y="0"/>
                    </a:moveTo>
                    <a:cubicBezTo>
                      <a:pt x="938" y="1387"/>
                      <a:pt x="1707" y="2855"/>
                      <a:pt x="2285" y="4397"/>
                    </a:cubicBezTo>
                    <a:cubicBezTo>
                      <a:pt x="2664" y="5405"/>
                      <a:pt x="2891" y="6523"/>
                      <a:pt x="2895" y="7390"/>
                    </a:cubicBezTo>
                    <a:lnTo>
                      <a:pt x="2895" y="7500"/>
                    </a:lnTo>
                    <a:cubicBezTo>
                      <a:pt x="2898" y="8835"/>
                      <a:pt x="2904" y="10288"/>
                      <a:pt x="3541" y="11586"/>
                    </a:cubicBezTo>
                    <a:cubicBezTo>
                      <a:pt x="3270" y="12572"/>
                      <a:pt x="3473" y="13627"/>
                      <a:pt x="4092" y="14441"/>
                    </a:cubicBezTo>
                    <a:cubicBezTo>
                      <a:pt x="3202" y="15613"/>
                      <a:pt x="3202" y="17235"/>
                      <a:pt x="4092" y="18407"/>
                    </a:cubicBezTo>
                    <a:cubicBezTo>
                      <a:pt x="4072" y="18431"/>
                      <a:pt x="4057" y="18457"/>
                      <a:pt x="4039" y="18482"/>
                    </a:cubicBezTo>
                    <a:lnTo>
                      <a:pt x="12558" y="18482"/>
                    </a:lnTo>
                    <a:lnTo>
                      <a:pt x="125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7" name="Google Shape;5087;p25"/>
              <p:cNvSpPr/>
              <p:nvPr/>
            </p:nvSpPr>
            <p:spPr>
              <a:xfrm>
                <a:off x="7155838" y="2352960"/>
                <a:ext cx="98377" cy="107120"/>
              </a:xfrm>
              <a:custGeom>
                <a:rect b="b" l="l" r="r" t="t"/>
                <a:pathLst>
                  <a:path extrusionOk="0" h="18156" w="16674">
                    <a:moveTo>
                      <a:pt x="0" y="0"/>
                    </a:moveTo>
                    <a:lnTo>
                      <a:pt x="0" y="18155"/>
                    </a:lnTo>
                    <a:lnTo>
                      <a:pt x="9101" y="18155"/>
                    </a:lnTo>
                    <a:cubicBezTo>
                      <a:pt x="13299" y="11475"/>
                      <a:pt x="15509" y="5056"/>
                      <a:pt x="166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088" name="Google Shape;5088;p25"/>
              <p:cNvGrpSpPr/>
              <p:nvPr/>
            </p:nvGrpSpPr>
            <p:grpSpPr>
              <a:xfrm>
                <a:off x="6821586" y="2078634"/>
                <a:ext cx="426871" cy="684241"/>
                <a:chOff x="6821586" y="2078634"/>
                <a:chExt cx="426871" cy="684241"/>
              </a:xfrm>
            </p:grpSpPr>
            <p:grpSp>
              <p:nvGrpSpPr>
                <p:cNvPr id="5089" name="Google Shape;5089;p25"/>
                <p:cNvGrpSpPr/>
                <p:nvPr/>
              </p:nvGrpSpPr>
              <p:grpSpPr>
                <a:xfrm>
                  <a:off x="6821586" y="2078634"/>
                  <a:ext cx="426871" cy="684241"/>
                  <a:chOff x="6821586" y="2078634"/>
                  <a:chExt cx="426871" cy="684241"/>
                </a:xfrm>
              </p:grpSpPr>
              <p:sp>
                <p:nvSpPr>
                  <p:cNvPr id="5090" name="Google Shape;5090;p25"/>
                  <p:cNvSpPr/>
                  <p:nvPr/>
                </p:nvSpPr>
                <p:spPr>
                  <a:xfrm>
                    <a:off x="6990036" y="2693797"/>
                    <a:ext cx="89963" cy="69077"/>
                  </a:xfrm>
                  <a:custGeom>
                    <a:rect b="b" l="l" r="r" t="t"/>
                    <a:pathLst>
                      <a:path extrusionOk="0" h="11708" w="15248">
                        <a:moveTo>
                          <a:pt x="1" y="0"/>
                        </a:moveTo>
                        <a:lnTo>
                          <a:pt x="1" y="4083"/>
                        </a:lnTo>
                        <a:cubicBezTo>
                          <a:pt x="1" y="8276"/>
                          <a:pt x="3430" y="11707"/>
                          <a:pt x="7623" y="11707"/>
                        </a:cubicBezTo>
                        <a:cubicBezTo>
                          <a:pt x="11816" y="11707"/>
                          <a:pt x="15247" y="8276"/>
                          <a:pt x="15247" y="4083"/>
                        </a:cubicBezTo>
                        <a:lnTo>
                          <a:pt x="1524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91" name="Google Shape;5091;p25"/>
                  <p:cNvSpPr/>
                  <p:nvPr/>
                </p:nvSpPr>
                <p:spPr>
                  <a:xfrm>
                    <a:off x="6968649" y="2671926"/>
                    <a:ext cx="132738" cy="72712"/>
                  </a:xfrm>
                  <a:custGeom>
                    <a:rect b="b" l="l" r="r" t="t"/>
                    <a:pathLst>
                      <a:path extrusionOk="0" h="12324" w="22498">
                        <a:moveTo>
                          <a:pt x="1" y="0"/>
                        </a:moveTo>
                        <a:lnTo>
                          <a:pt x="1" y="2864"/>
                        </a:lnTo>
                        <a:cubicBezTo>
                          <a:pt x="1" y="8528"/>
                          <a:pt x="10476" y="12324"/>
                          <a:pt x="11248" y="12324"/>
                        </a:cubicBezTo>
                        <a:cubicBezTo>
                          <a:pt x="12022" y="12324"/>
                          <a:pt x="22498" y="7684"/>
                          <a:pt x="22498" y="2864"/>
                        </a:cubicBezTo>
                        <a:lnTo>
                          <a:pt x="2249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92" name="Google Shape;5092;p25"/>
                  <p:cNvSpPr/>
                  <p:nvPr/>
                </p:nvSpPr>
                <p:spPr>
                  <a:xfrm>
                    <a:off x="6968649" y="2679891"/>
                    <a:ext cx="132738" cy="64747"/>
                  </a:xfrm>
                  <a:custGeom>
                    <a:rect b="b" l="l" r="r" t="t"/>
                    <a:pathLst>
                      <a:path extrusionOk="0" h="10974" w="22498">
                        <a:moveTo>
                          <a:pt x="1" y="1"/>
                        </a:moveTo>
                        <a:lnTo>
                          <a:pt x="1" y="1514"/>
                        </a:lnTo>
                        <a:cubicBezTo>
                          <a:pt x="1" y="7178"/>
                          <a:pt x="10476" y="10974"/>
                          <a:pt x="11248" y="10974"/>
                        </a:cubicBezTo>
                        <a:cubicBezTo>
                          <a:pt x="12022" y="10974"/>
                          <a:pt x="22498" y="6335"/>
                          <a:pt x="22498" y="1514"/>
                        </a:cubicBezTo>
                        <a:lnTo>
                          <a:pt x="22498" y="1"/>
                        </a:lnTo>
                        <a:cubicBezTo>
                          <a:pt x="22498" y="4821"/>
                          <a:pt x="12022" y="9459"/>
                          <a:pt x="11248" y="9459"/>
                        </a:cubicBezTo>
                        <a:cubicBezTo>
                          <a:pt x="10476" y="9459"/>
                          <a:pt x="1" y="5665"/>
                          <a:pt x="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93" name="Google Shape;5093;p25"/>
                  <p:cNvSpPr/>
                  <p:nvPr/>
                </p:nvSpPr>
                <p:spPr>
                  <a:xfrm>
                    <a:off x="6969091" y="2693467"/>
                    <a:ext cx="131729" cy="11765"/>
                  </a:xfrm>
                  <a:custGeom>
                    <a:rect b="b" l="l" r="r" t="t"/>
                    <a:pathLst>
                      <a:path extrusionOk="0" h="1994" w="22327">
                        <a:moveTo>
                          <a:pt x="52" y="1"/>
                        </a:moveTo>
                        <a:cubicBezTo>
                          <a:pt x="34" y="1"/>
                          <a:pt x="18" y="4"/>
                          <a:pt x="1" y="4"/>
                        </a:cubicBezTo>
                        <a:cubicBezTo>
                          <a:pt x="122" y="701"/>
                          <a:pt x="392" y="1367"/>
                          <a:pt x="778" y="1994"/>
                        </a:cubicBezTo>
                        <a:lnTo>
                          <a:pt x="21362" y="1994"/>
                        </a:lnTo>
                        <a:cubicBezTo>
                          <a:pt x="21834" y="1347"/>
                          <a:pt x="22173" y="680"/>
                          <a:pt x="22326" y="2"/>
                        </a:cubicBezTo>
                        <a:cubicBezTo>
                          <a:pt x="22316" y="2"/>
                          <a:pt x="22307" y="1"/>
                          <a:pt x="2229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94" name="Google Shape;5094;p25"/>
                  <p:cNvSpPr/>
                  <p:nvPr/>
                </p:nvSpPr>
                <p:spPr>
                  <a:xfrm>
                    <a:off x="6821586" y="2078634"/>
                    <a:ext cx="426871" cy="544694"/>
                  </a:xfrm>
                  <a:custGeom>
                    <a:rect b="b" l="l" r="r" t="t"/>
                    <a:pathLst>
                      <a:path extrusionOk="0" h="92321" w="72351">
                        <a:moveTo>
                          <a:pt x="36174" y="1"/>
                        </a:moveTo>
                        <a:cubicBezTo>
                          <a:pt x="16216" y="1"/>
                          <a:pt x="37" y="16180"/>
                          <a:pt x="37" y="36140"/>
                        </a:cubicBezTo>
                        <a:cubicBezTo>
                          <a:pt x="37" y="36140"/>
                          <a:pt x="0" y="37141"/>
                          <a:pt x="140" y="38891"/>
                        </a:cubicBezTo>
                        <a:cubicBezTo>
                          <a:pt x="143" y="38928"/>
                          <a:pt x="147" y="38965"/>
                          <a:pt x="149" y="39003"/>
                        </a:cubicBezTo>
                        <a:cubicBezTo>
                          <a:pt x="164" y="39192"/>
                          <a:pt x="182" y="39386"/>
                          <a:pt x="201" y="39590"/>
                        </a:cubicBezTo>
                        <a:cubicBezTo>
                          <a:pt x="222" y="39817"/>
                          <a:pt x="246" y="40044"/>
                          <a:pt x="273" y="40271"/>
                        </a:cubicBezTo>
                        <a:cubicBezTo>
                          <a:pt x="281" y="40354"/>
                          <a:pt x="292" y="40436"/>
                          <a:pt x="301" y="40521"/>
                        </a:cubicBezTo>
                        <a:cubicBezTo>
                          <a:pt x="313" y="40621"/>
                          <a:pt x="325" y="40722"/>
                          <a:pt x="337" y="40822"/>
                        </a:cubicBezTo>
                        <a:cubicBezTo>
                          <a:pt x="1211" y="47845"/>
                          <a:pt x="4544" y="61615"/>
                          <a:pt x="17111" y="74112"/>
                        </a:cubicBezTo>
                        <a:cubicBezTo>
                          <a:pt x="19581" y="76568"/>
                          <a:pt x="21548" y="79501"/>
                          <a:pt x="22771" y="82763"/>
                        </a:cubicBezTo>
                        <a:cubicBezTo>
                          <a:pt x="23307" y="84192"/>
                          <a:pt x="23522" y="85567"/>
                          <a:pt x="23526" y="86552"/>
                        </a:cubicBezTo>
                        <a:cubicBezTo>
                          <a:pt x="23540" y="90527"/>
                          <a:pt x="23421" y="92321"/>
                          <a:pt x="36174" y="92321"/>
                        </a:cubicBezTo>
                        <a:cubicBezTo>
                          <a:pt x="48929" y="92321"/>
                          <a:pt x="48811" y="90527"/>
                          <a:pt x="48825" y="86552"/>
                        </a:cubicBezTo>
                        <a:cubicBezTo>
                          <a:pt x="48828" y="85567"/>
                          <a:pt x="49043" y="84192"/>
                          <a:pt x="49579" y="82763"/>
                        </a:cubicBezTo>
                        <a:cubicBezTo>
                          <a:pt x="50802" y="79501"/>
                          <a:pt x="52769" y="76568"/>
                          <a:pt x="55240" y="74112"/>
                        </a:cubicBezTo>
                        <a:cubicBezTo>
                          <a:pt x="67806" y="61615"/>
                          <a:pt x="71138" y="47845"/>
                          <a:pt x="72011" y="40822"/>
                        </a:cubicBezTo>
                        <a:cubicBezTo>
                          <a:pt x="72025" y="40722"/>
                          <a:pt x="72038" y="40621"/>
                          <a:pt x="72050" y="40521"/>
                        </a:cubicBezTo>
                        <a:cubicBezTo>
                          <a:pt x="72059" y="40436"/>
                          <a:pt x="72069" y="40354"/>
                          <a:pt x="72078" y="40271"/>
                        </a:cubicBezTo>
                        <a:cubicBezTo>
                          <a:pt x="72104" y="40044"/>
                          <a:pt x="72127" y="39817"/>
                          <a:pt x="72149" y="39590"/>
                        </a:cubicBezTo>
                        <a:cubicBezTo>
                          <a:pt x="72169" y="39386"/>
                          <a:pt x="72186" y="39192"/>
                          <a:pt x="72202" y="39003"/>
                        </a:cubicBezTo>
                        <a:cubicBezTo>
                          <a:pt x="72205" y="38966"/>
                          <a:pt x="72207" y="38928"/>
                          <a:pt x="72211" y="38891"/>
                        </a:cubicBezTo>
                        <a:cubicBezTo>
                          <a:pt x="72350" y="37141"/>
                          <a:pt x="72314" y="36140"/>
                          <a:pt x="72314" y="36140"/>
                        </a:cubicBezTo>
                        <a:cubicBezTo>
                          <a:pt x="72314" y="16180"/>
                          <a:pt x="56134" y="1"/>
                          <a:pt x="3617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95" name="Google Shape;5095;p25"/>
                  <p:cNvSpPr/>
                  <p:nvPr/>
                </p:nvSpPr>
                <p:spPr>
                  <a:xfrm>
                    <a:off x="6984514" y="2448953"/>
                    <a:ext cx="101008" cy="164409"/>
                  </a:xfrm>
                  <a:custGeom>
                    <a:rect b="b" l="l" r="r" t="t"/>
                    <a:pathLst>
                      <a:path extrusionOk="0" h="27866" w="17120">
                        <a:moveTo>
                          <a:pt x="1" y="0"/>
                        </a:moveTo>
                        <a:lnTo>
                          <a:pt x="4920" y="27866"/>
                        </a:lnTo>
                        <a:lnTo>
                          <a:pt x="12200" y="27866"/>
                        </a:lnTo>
                        <a:lnTo>
                          <a:pt x="1712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96" name="Google Shape;5096;p25"/>
                  <p:cNvSpPr/>
                  <p:nvPr/>
                </p:nvSpPr>
                <p:spPr>
                  <a:xfrm>
                    <a:off x="6984514" y="2448953"/>
                    <a:ext cx="101008" cy="140963"/>
                  </a:xfrm>
                  <a:custGeom>
                    <a:rect b="b" l="l" r="r" t="t"/>
                    <a:pathLst>
                      <a:path extrusionOk="0" h="23892" w="17120">
                        <a:moveTo>
                          <a:pt x="1" y="0"/>
                        </a:moveTo>
                        <a:lnTo>
                          <a:pt x="4218" y="23891"/>
                        </a:lnTo>
                        <a:lnTo>
                          <a:pt x="12902" y="23891"/>
                        </a:lnTo>
                        <a:lnTo>
                          <a:pt x="1712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97" name="Google Shape;5097;p25"/>
                  <p:cNvSpPr/>
                  <p:nvPr/>
                </p:nvSpPr>
                <p:spPr>
                  <a:xfrm>
                    <a:off x="7012451" y="2607162"/>
                    <a:ext cx="45141" cy="6201"/>
                  </a:xfrm>
                  <a:custGeom>
                    <a:rect b="b" l="l" r="r" t="t"/>
                    <a:pathLst>
                      <a:path extrusionOk="0" h="1051" w="7651">
                        <a:moveTo>
                          <a:pt x="0" y="1"/>
                        </a:moveTo>
                        <a:lnTo>
                          <a:pt x="185" y="1051"/>
                        </a:lnTo>
                        <a:lnTo>
                          <a:pt x="7465" y="1051"/>
                        </a:lnTo>
                        <a:lnTo>
                          <a:pt x="765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98" name="Google Shape;5098;p25"/>
                  <p:cNvSpPr/>
                  <p:nvPr/>
                </p:nvSpPr>
                <p:spPr>
                  <a:xfrm>
                    <a:off x="6968649" y="2664244"/>
                    <a:ext cx="132738" cy="25199"/>
                  </a:xfrm>
                  <a:custGeom>
                    <a:rect b="b" l="l" r="r" t="t"/>
                    <a:pathLst>
                      <a:path extrusionOk="0" h="4271" w="22498">
                        <a:moveTo>
                          <a:pt x="93" y="1"/>
                        </a:moveTo>
                        <a:cubicBezTo>
                          <a:pt x="43" y="1"/>
                          <a:pt x="1" y="43"/>
                          <a:pt x="1" y="95"/>
                        </a:cubicBezTo>
                        <a:lnTo>
                          <a:pt x="1" y="4176"/>
                        </a:lnTo>
                        <a:cubicBezTo>
                          <a:pt x="1" y="4229"/>
                          <a:pt x="43" y="4270"/>
                          <a:pt x="93" y="4270"/>
                        </a:cubicBezTo>
                        <a:lnTo>
                          <a:pt x="22405" y="4270"/>
                        </a:lnTo>
                        <a:cubicBezTo>
                          <a:pt x="22456" y="4270"/>
                          <a:pt x="22498" y="4229"/>
                          <a:pt x="22498" y="4176"/>
                        </a:cubicBezTo>
                        <a:lnTo>
                          <a:pt x="22498" y="95"/>
                        </a:lnTo>
                        <a:cubicBezTo>
                          <a:pt x="22498" y="43"/>
                          <a:pt x="22456" y="1"/>
                          <a:pt x="2240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99" name="Google Shape;5099;p25"/>
                  <p:cNvSpPr/>
                  <p:nvPr/>
                </p:nvSpPr>
                <p:spPr>
                  <a:xfrm>
                    <a:off x="6968649" y="2667389"/>
                    <a:ext cx="132738" cy="11776"/>
                  </a:xfrm>
                  <a:custGeom>
                    <a:rect b="b" l="l" r="r" t="t"/>
                    <a:pathLst>
                      <a:path extrusionOk="0" h="1996" w="22498">
                        <a:moveTo>
                          <a:pt x="22185" y="1"/>
                        </a:moveTo>
                        <a:lnTo>
                          <a:pt x="314" y="2"/>
                        </a:lnTo>
                        <a:cubicBezTo>
                          <a:pt x="113" y="247"/>
                          <a:pt x="3" y="556"/>
                          <a:pt x="1" y="874"/>
                        </a:cubicBezTo>
                        <a:lnTo>
                          <a:pt x="1" y="1880"/>
                        </a:lnTo>
                        <a:cubicBezTo>
                          <a:pt x="1" y="1915"/>
                          <a:pt x="8" y="1948"/>
                          <a:pt x="11" y="1983"/>
                        </a:cubicBezTo>
                        <a:cubicBezTo>
                          <a:pt x="48" y="1990"/>
                          <a:pt x="88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0" y="1994"/>
                          <a:pt x="22449" y="1990"/>
                          <a:pt x="22487" y="1983"/>
                        </a:cubicBezTo>
                        <a:cubicBezTo>
                          <a:pt x="22491" y="1948"/>
                          <a:pt x="22498" y="1915"/>
                          <a:pt x="22498" y="1880"/>
                        </a:cubicBezTo>
                        <a:lnTo>
                          <a:pt x="22498" y="872"/>
                        </a:lnTo>
                        <a:cubicBezTo>
                          <a:pt x="22496" y="554"/>
                          <a:pt x="22386" y="247"/>
                          <a:pt x="2218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00" name="Google Shape;5100;p25"/>
                  <p:cNvSpPr/>
                  <p:nvPr/>
                </p:nvSpPr>
                <p:spPr>
                  <a:xfrm>
                    <a:off x="6963510" y="2683549"/>
                    <a:ext cx="143022" cy="11776"/>
                  </a:xfrm>
                  <a:custGeom>
                    <a:rect b="b" l="l" r="r" t="t"/>
                    <a:pathLst>
                      <a:path extrusionOk="0" h="1996" w="24241">
                        <a:moveTo>
                          <a:pt x="46" y="1"/>
                        </a:moveTo>
                        <a:cubicBezTo>
                          <a:pt x="19" y="1"/>
                          <a:pt x="0" y="22"/>
                          <a:pt x="0" y="46"/>
                        </a:cubicBezTo>
                        <a:lnTo>
                          <a:pt x="0" y="1951"/>
                        </a:lnTo>
                        <a:cubicBezTo>
                          <a:pt x="0" y="1975"/>
                          <a:pt x="19" y="1996"/>
                          <a:pt x="46" y="1996"/>
                        </a:cubicBezTo>
                        <a:lnTo>
                          <a:pt x="24195" y="1996"/>
                        </a:lnTo>
                        <a:cubicBezTo>
                          <a:pt x="24219" y="1996"/>
                          <a:pt x="24240" y="1975"/>
                          <a:pt x="24240" y="1951"/>
                        </a:cubicBezTo>
                        <a:lnTo>
                          <a:pt x="24240" y="46"/>
                        </a:lnTo>
                        <a:cubicBezTo>
                          <a:pt x="24240" y="22"/>
                          <a:pt x="24219" y="1"/>
                          <a:pt x="2419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01" name="Google Shape;5101;p25"/>
                  <p:cNvSpPr/>
                  <p:nvPr/>
                </p:nvSpPr>
                <p:spPr>
                  <a:xfrm>
                    <a:off x="6968649" y="2642639"/>
                    <a:ext cx="132738" cy="25199"/>
                  </a:xfrm>
                  <a:custGeom>
                    <a:rect b="b" l="l" r="r" t="t"/>
                    <a:pathLst>
                      <a:path extrusionOk="0" h="4271" w="22498">
                        <a:moveTo>
                          <a:pt x="93" y="1"/>
                        </a:moveTo>
                        <a:cubicBezTo>
                          <a:pt x="43" y="1"/>
                          <a:pt x="1" y="43"/>
                          <a:pt x="1" y="95"/>
                        </a:cubicBezTo>
                        <a:lnTo>
                          <a:pt x="1" y="4176"/>
                        </a:lnTo>
                        <a:cubicBezTo>
                          <a:pt x="1" y="4229"/>
                          <a:pt x="43" y="4271"/>
                          <a:pt x="93" y="4271"/>
                        </a:cubicBezTo>
                        <a:lnTo>
                          <a:pt x="22405" y="4271"/>
                        </a:lnTo>
                        <a:cubicBezTo>
                          <a:pt x="22456" y="4271"/>
                          <a:pt x="22498" y="4229"/>
                          <a:pt x="22498" y="4176"/>
                        </a:cubicBezTo>
                        <a:lnTo>
                          <a:pt x="22498" y="95"/>
                        </a:lnTo>
                        <a:cubicBezTo>
                          <a:pt x="22498" y="43"/>
                          <a:pt x="22456" y="1"/>
                          <a:pt x="2240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02" name="Google Shape;5102;p25"/>
                  <p:cNvSpPr/>
                  <p:nvPr/>
                </p:nvSpPr>
                <p:spPr>
                  <a:xfrm>
                    <a:off x="6968649" y="2643990"/>
                    <a:ext cx="132738" cy="11776"/>
                  </a:xfrm>
                  <a:custGeom>
                    <a:rect b="b" l="l" r="r" t="t"/>
                    <a:pathLst>
                      <a:path extrusionOk="0" h="1996" w="22498">
                        <a:moveTo>
                          <a:pt x="642" y="1"/>
                        </a:moveTo>
                        <a:cubicBezTo>
                          <a:pt x="242" y="259"/>
                          <a:pt x="1" y="701"/>
                          <a:pt x="1" y="1177"/>
                        </a:cubicBezTo>
                        <a:lnTo>
                          <a:pt x="1" y="1984"/>
                        </a:lnTo>
                        <a:cubicBezTo>
                          <a:pt x="41" y="1991"/>
                          <a:pt x="83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4" y="1994"/>
                          <a:pt x="22456" y="1991"/>
                          <a:pt x="22498" y="1984"/>
                        </a:cubicBezTo>
                        <a:lnTo>
                          <a:pt x="22498" y="1177"/>
                        </a:lnTo>
                        <a:cubicBezTo>
                          <a:pt x="22496" y="701"/>
                          <a:pt x="22255" y="259"/>
                          <a:pt x="2185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03" name="Google Shape;5103;p25"/>
                  <p:cNvSpPr/>
                  <p:nvPr/>
                </p:nvSpPr>
                <p:spPr>
                  <a:xfrm>
                    <a:off x="6963510" y="2660156"/>
                    <a:ext cx="143022" cy="11776"/>
                  </a:xfrm>
                  <a:custGeom>
                    <a:rect b="b" l="l" r="r" t="t"/>
                    <a:pathLst>
                      <a:path extrusionOk="0" h="1996" w="24241">
                        <a:moveTo>
                          <a:pt x="998" y="0"/>
                        </a:moveTo>
                        <a:cubicBezTo>
                          <a:pt x="447" y="2"/>
                          <a:pt x="2" y="447"/>
                          <a:pt x="0" y="998"/>
                        </a:cubicBezTo>
                        <a:cubicBezTo>
                          <a:pt x="2" y="1548"/>
                          <a:pt x="447" y="1993"/>
                          <a:pt x="998" y="1995"/>
                        </a:cubicBezTo>
                        <a:lnTo>
                          <a:pt x="23243" y="1995"/>
                        </a:lnTo>
                        <a:cubicBezTo>
                          <a:pt x="23793" y="1993"/>
                          <a:pt x="24239" y="1548"/>
                          <a:pt x="24240" y="998"/>
                        </a:cubicBezTo>
                        <a:cubicBezTo>
                          <a:pt x="24239" y="447"/>
                          <a:pt x="23793" y="2"/>
                          <a:pt x="2324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04" name="Google Shape;5104;p25"/>
                  <p:cNvSpPr/>
                  <p:nvPr/>
                </p:nvSpPr>
                <p:spPr>
                  <a:xfrm>
                    <a:off x="6968649" y="2617451"/>
                    <a:ext cx="132738" cy="25193"/>
                  </a:xfrm>
                  <a:custGeom>
                    <a:rect b="b" l="l" r="r" t="t"/>
                    <a:pathLst>
                      <a:path extrusionOk="0" h="4270" w="22498">
                        <a:moveTo>
                          <a:pt x="93" y="0"/>
                        </a:moveTo>
                        <a:cubicBezTo>
                          <a:pt x="43" y="0"/>
                          <a:pt x="1" y="42"/>
                          <a:pt x="1" y="94"/>
                        </a:cubicBezTo>
                        <a:lnTo>
                          <a:pt x="1" y="4176"/>
                        </a:lnTo>
                        <a:cubicBezTo>
                          <a:pt x="1" y="4228"/>
                          <a:pt x="43" y="4270"/>
                          <a:pt x="93" y="4270"/>
                        </a:cubicBezTo>
                        <a:lnTo>
                          <a:pt x="22405" y="4270"/>
                        </a:lnTo>
                        <a:cubicBezTo>
                          <a:pt x="22456" y="4270"/>
                          <a:pt x="22498" y="4228"/>
                          <a:pt x="22498" y="4176"/>
                        </a:cubicBezTo>
                        <a:lnTo>
                          <a:pt x="22498" y="94"/>
                        </a:lnTo>
                        <a:cubicBezTo>
                          <a:pt x="22498" y="42"/>
                          <a:pt x="22456" y="0"/>
                          <a:pt x="2240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05" name="Google Shape;5105;p25"/>
                  <p:cNvSpPr/>
                  <p:nvPr/>
                </p:nvSpPr>
                <p:spPr>
                  <a:xfrm>
                    <a:off x="6968649" y="2620590"/>
                    <a:ext cx="132738" cy="11782"/>
                  </a:xfrm>
                  <a:custGeom>
                    <a:rect b="b" l="l" r="r" t="t"/>
                    <a:pathLst>
                      <a:path extrusionOk="0" h="1997" w="22498">
                        <a:moveTo>
                          <a:pt x="314" y="1"/>
                        </a:moveTo>
                        <a:cubicBezTo>
                          <a:pt x="113" y="247"/>
                          <a:pt x="3" y="555"/>
                          <a:pt x="1" y="873"/>
                        </a:cubicBezTo>
                        <a:lnTo>
                          <a:pt x="1" y="1982"/>
                        </a:lnTo>
                        <a:cubicBezTo>
                          <a:pt x="41" y="1989"/>
                          <a:pt x="83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4" y="1994"/>
                          <a:pt x="22456" y="1989"/>
                          <a:pt x="22498" y="1982"/>
                        </a:cubicBezTo>
                        <a:lnTo>
                          <a:pt x="22498" y="873"/>
                        </a:lnTo>
                        <a:cubicBezTo>
                          <a:pt x="22496" y="555"/>
                          <a:pt x="22386" y="247"/>
                          <a:pt x="2218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06" name="Google Shape;5106;p25"/>
                  <p:cNvSpPr/>
                  <p:nvPr/>
                </p:nvSpPr>
                <p:spPr>
                  <a:xfrm>
                    <a:off x="6963510" y="2613357"/>
                    <a:ext cx="143022" cy="11765"/>
                  </a:xfrm>
                  <a:custGeom>
                    <a:rect b="b" l="l" r="r" t="t"/>
                    <a:pathLst>
                      <a:path extrusionOk="0" h="1994" w="24241">
                        <a:moveTo>
                          <a:pt x="998" y="1"/>
                        </a:moveTo>
                        <a:cubicBezTo>
                          <a:pt x="447" y="2"/>
                          <a:pt x="2" y="448"/>
                          <a:pt x="0" y="996"/>
                        </a:cubicBezTo>
                        <a:cubicBezTo>
                          <a:pt x="2" y="1547"/>
                          <a:pt x="447" y="1992"/>
                          <a:pt x="998" y="1994"/>
                        </a:cubicBezTo>
                        <a:lnTo>
                          <a:pt x="23243" y="1994"/>
                        </a:lnTo>
                        <a:cubicBezTo>
                          <a:pt x="23793" y="1992"/>
                          <a:pt x="24239" y="1547"/>
                          <a:pt x="24240" y="996"/>
                        </a:cubicBezTo>
                        <a:cubicBezTo>
                          <a:pt x="24239" y="448"/>
                          <a:pt x="23793" y="2"/>
                          <a:pt x="2324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07" name="Google Shape;5107;p25"/>
                  <p:cNvSpPr/>
                  <p:nvPr/>
                </p:nvSpPr>
                <p:spPr>
                  <a:xfrm>
                    <a:off x="6850372" y="2107302"/>
                    <a:ext cx="369293" cy="477399"/>
                  </a:xfrm>
                  <a:custGeom>
                    <a:rect b="b" l="l" r="r" t="t"/>
                    <a:pathLst>
                      <a:path extrusionOk="0" h="80915" w="62592">
                        <a:moveTo>
                          <a:pt x="31297" y="0"/>
                        </a:moveTo>
                        <a:cubicBezTo>
                          <a:pt x="14049" y="0"/>
                          <a:pt x="16" y="14032"/>
                          <a:pt x="16" y="31281"/>
                        </a:cubicBezTo>
                        <a:lnTo>
                          <a:pt x="16" y="31387"/>
                        </a:lnTo>
                        <a:lnTo>
                          <a:pt x="13" y="31445"/>
                        </a:lnTo>
                        <a:cubicBezTo>
                          <a:pt x="11" y="31548"/>
                          <a:pt x="1" y="32341"/>
                          <a:pt x="104" y="33646"/>
                        </a:cubicBezTo>
                        <a:lnTo>
                          <a:pt x="104" y="33657"/>
                        </a:lnTo>
                        <a:lnTo>
                          <a:pt x="104" y="33667"/>
                        </a:lnTo>
                        <a:lnTo>
                          <a:pt x="105" y="33683"/>
                        </a:lnTo>
                        <a:lnTo>
                          <a:pt x="111" y="33746"/>
                        </a:lnTo>
                        <a:cubicBezTo>
                          <a:pt x="125" y="33912"/>
                          <a:pt x="139" y="34083"/>
                          <a:pt x="156" y="34265"/>
                        </a:cubicBezTo>
                        <a:cubicBezTo>
                          <a:pt x="175" y="34469"/>
                          <a:pt x="198" y="34667"/>
                          <a:pt x="219" y="34862"/>
                        </a:cubicBezTo>
                        <a:lnTo>
                          <a:pt x="245" y="35093"/>
                        </a:lnTo>
                        <a:lnTo>
                          <a:pt x="257" y="35191"/>
                        </a:lnTo>
                        <a:cubicBezTo>
                          <a:pt x="264" y="35241"/>
                          <a:pt x="270" y="35290"/>
                          <a:pt x="277" y="35341"/>
                        </a:cubicBezTo>
                        <a:lnTo>
                          <a:pt x="278" y="35353"/>
                        </a:lnTo>
                        <a:lnTo>
                          <a:pt x="278" y="35364"/>
                        </a:lnTo>
                        <a:cubicBezTo>
                          <a:pt x="1082" y="41822"/>
                          <a:pt x="4150" y="54364"/>
                          <a:pt x="15656" y="65807"/>
                        </a:cubicBezTo>
                        <a:cubicBezTo>
                          <a:pt x="18711" y="68844"/>
                          <a:pt x="20993" y="72340"/>
                          <a:pt x="22440" y="76197"/>
                        </a:cubicBezTo>
                        <a:cubicBezTo>
                          <a:pt x="22707" y="76910"/>
                          <a:pt x="22927" y="77638"/>
                          <a:pt x="23098" y="78379"/>
                        </a:cubicBezTo>
                        <a:cubicBezTo>
                          <a:pt x="23441" y="79855"/>
                          <a:pt x="24733" y="80914"/>
                          <a:pt x="26250" y="80914"/>
                        </a:cubicBezTo>
                        <a:lnTo>
                          <a:pt x="36339" y="80914"/>
                        </a:lnTo>
                        <a:cubicBezTo>
                          <a:pt x="37855" y="80914"/>
                          <a:pt x="39148" y="79855"/>
                          <a:pt x="39491" y="78379"/>
                        </a:cubicBezTo>
                        <a:cubicBezTo>
                          <a:pt x="39662" y="77638"/>
                          <a:pt x="39882" y="76910"/>
                          <a:pt x="40149" y="76197"/>
                        </a:cubicBezTo>
                        <a:cubicBezTo>
                          <a:pt x="41596" y="72340"/>
                          <a:pt x="43879" y="68844"/>
                          <a:pt x="46933" y="65807"/>
                        </a:cubicBezTo>
                        <a:cubicBezTo>
                          <a:pt x="58441" y="54364"/>
                          <a:pt x="61509" y="41822"/>
                          <a:pt x="62312" y="35364"/>
                        </a:cubicBezTo>
                        <a:lnTo>
                          <a:pt x="62314" y="35351"/>
                        </a:lnTo>
                        <a:lnTo>
                          <a:pt x="62314" y="35341"/>
                        </a:lnTo>
                        <a:cubicBezTo>
                          <a:pt x="62321" y="35290"/>
                          <a:pt x="62326" y="35240"/>
                          <a:pt x="62333" y="35191"/>
                        </a:cubicBezTo>
                        <a:lnTo>
                          <a:pt x="62346" y="35091"/>
                        </a:lnTo>
                        <a:lnTo>
                          <a:pt x="62370" y="34871"/>
                        </a:lnTo>
                        <a:cubicBezTo>
                          <a:pt x="62393" y="34667"/>
                          <a:pt x="62414" y="34469"/>
                          <a:pt x="62433" y="34272"/>
                        </a:cubicBezTo>
                        <a:cubicBezTo>
                          <a:pt x="62452" y="34083"/>
                          <a:pt x="62466" y="33912"/>
                          <a:pt x="62480" y="33746"/>
                        </a:cubicBezTo>
                        <a:lnTo>
                          <a:pt x="62485" y="33681"/>
                        </a:lnTo>
                        <a:lnTo>
                          <a:pt x="62487" y="33662"/>
                        </a:lnTo>
                        <a:cubicBezTo>
                          <a:pt x="62592" y="32338"/>
                          <a:pt x="62581" y="31543"/>
                          <a:pt x="62580" y="31443"/>
                        </a:cubicBezTo>
                        <a:lnTo>
                          <a:pt x="62574" y="31345"/>
                        </a:lnTo>
                        <a:lnTo>
                          <a:pt x="62576" y="31281"/>
                        </a:lnTo>
                        <a:cubicBezTo>
                          <a:pt x="62576" y="14032"/>
                          <a:pt x="48544" y="0"/>
                          <a:pt x="3129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08" name="Google Shape;5108;p25"/>
                  <p:cNvSpPr/>
                  <p:nvPr/>
                </p:nvSpPr>
                <p:spPr>
                  <a:xfrm>
                    <a:off x="6963510" y="2636756"/>
                    <a:ext cx="143022" cy="11776"/>
                  </a:xfrm>
                  <a:custGeom>
                    <a:rect b="b" l="l" r="r" t="t"/>
                    <a:pathLst>
                      <a:path extrusionOk="0" h="1996" w="24241">
                        <a:moveTo>
                          <a:pt x="998" y="0"/>
                        </a:moveTo>
                        <a:cubicBezTo>
                          <a:pt x="447" y="2"/>
                          <a:pt x="2" y="448"/>
                          <a:pt x="0" y="998"/>
                        </a:cubicBezTo>
                        <a:cubicBezTo>
                          <a:pt x="2" y="1548"/>
                          <a:pt x="447" y="1994"/>
                          <a:pt x="998" y="1995"/>
                        </a:cubicBezTo>
                        <a:lnTo>
                          <a:pt x="23243" y="1995"/>
                        </a:lnTo>
                        <a:cubicBezTo>
                          <a:pt x="23793" y="1994"/>
                          <a:pt x="24239" y="1548"/>
                          <a:pt x="24240" y="998"/>
                        </a:cubicBezTo>
                        <a:cubicBezTo>
                          <a:pt x="24239" y="448"/>
                          <a:pt x="23793" y="2"/>
                          <a:pt x="2324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109" name="Google Shape;5109;p25"/>
                <p:cNvSpPr/>
                <p:nvPr/>
              </p:nvSpPr>
              <p:spPr>
                <a:xfrm>
                  <a:off x="7046588" y="2275942"/>
                  <a:ext cx="173076" cy="113894"/>
                </a:xfrm>
                <a:custGeom>
                  <a:rect b="b" l="l" r="r" t="t"/>
                  <a:pathLst>
                    <a:path extrusionOk="0" h="19304" w="29335">
                      <a:moveTo>
                        <a:pt x="0" y="0"/>
                      </a:moveTo>
                      <a:lnTo>
                        <a:pt x="0" y="19303"/>
                      </a:lnTo>
                      <a:lnTo>
                        <a:pt x="25725" y="19303"/>
                      </a:lnTo>
                      <a:cubicBezTo>
                        <a:pt x="27782" y="14272"/>
                        <a:pt x="28673" y="9841"/>
                        <a:pt x="29054" y="6781"/>
                      </a:cubicBezTo>
                      <a:lnTo>
                        <a:pt x="29055" y="6770"/>
                      </a:lnTo>
                      <a:lnTo>
                        <a:pt x="29057" y="6758"/>
                      </a:lnTo>
                      <a:cubicBezTo>
                        <a:pt x="29064" y="6707"/>
                        <a:pt x="29069" y="6657"/>
                        <a:pt x="29075" y="6608"/>
                      </a:cubicBezTo>
                      <a:lnTo>
                        <a:pt x="29087" y="6508"/>
                      </a:lnTo>
                      <a:lnTo>
                        <a:pt x="29113" y="6288"/>
                      </a:lnTo>
                      <a:cubicBezTo>
                        <a:pt x="29136" y="6084"/>
                        <a:pt x="29157" y="5886"/>
                        <a:pt x="29176" y="5689"/>
                      </a:cubicBezTo>
                      <a:cubicBezTo>
                        <a:pt x="29193" y="5500"/>
                        <a:pt x="29209" y="5329"/>
                        <a:pt x="29221" y="5163"/>
                      </a:cubicBezTo>
                      <a:lnTo>
                        <a:pt x="29227" y="5098"/>
                      </a:lnTo>
                      <a:lnTo>
                        <a:pt x="29228" y="5079"/>
                      </a:lnTo>
                      <a:cubicBezTo>
                        <a:pt x="29335" y="3755"/>
                        <a:pt x="29323" y="2960"/>
                        <a:pt x="29321" y="2860"/>
                      </a:cubicBezTo>
                      <a:lnTo>
                        <a:pt x="29316" y="2762"/>
                      </a:lnTo>
                      <a:lnTo>
                        <a:pt x="29317" y="2698"/>
                      </a:lnTo>
                      <a:cubicBezTo>
                        <a:pt x="29317" y="1789"/>
                        <a:pt x="29277" y="890"/>
                        <a:pt x="2920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10" name="Google Shape;5110;p25"/>
                <p:cNvSpPr/>
                <p:nvPr/>
              </p:nvSpPr>
              <p:spPr>
                <a:xfrm>
                  <a:off x="7046588" y="2107680"/>
                  <a:ext cx="168811" cy="145128"/>
                </a:xfrm>
                <a:custGeom>
                  <a:rect b="b" l="l" r="r" t="t"/>
                  <a:pathLst>
                    <a:path extrusionOk="0" h="24598" w="28612">
                      <a:moveTo>
                        <a:pt x="0" y="1"/>
                      </a:moveTo>
                      <a:lnTo>
                        <a:pt x="0" y="24597"/>
                      </a:lnTo>
                      <a:lnTo>
                        <a:pt x="28612" y="24597"/>
                      </a:lnTo>
                      <a:cubicBezTo>
                        <a:pt x="25701" y="11138"/>
                        <a:pt x="14102" y="876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11" name="Google Shape;5111;p25"/>
                <p:cNvSpPr/>
                <p:nvPr/>
              </p:nvSpPr>
              <p:spPr>
                <a:xfrm>
                  <a:off x="6850372" y="2275942"/>
                  <a:ext cx="173082" cy="113894"/>
                </a:xfrm>
                <a:custGeom>
                  <a:rect b="b" l="l" r="r" t="t"/>
                  <a:pathLst>
                    <a:path extrusionOk="0" h="19304" w="29336">
                      <a:moveTo>
                        <a:pt x="133" y="0"/>
                      </a:moveTo>
                      <a:cubicBezTo>
                        <a:pt x="58" y="890"/>
                        <a:pt x="16" y="1789"/>
                        <a:pt x="16" y="2698"/>
                      </a:cubicBezTo>
                      <a:lnTo>
                        <a:pt x="16" y="2804"/>
                      </a:lnTo>
                      <a:lnTo>
                        <a:pt x="13" y="2862"/>
                      </a:lnTo>
                      <a:cubicBezTo>
                        <a:pt x="11" y="2965"/>
                        <a:pt x="1" y="3758"/>
                        <a:pt x="104" y="5065"/>
                      </a:cubicBezTo>
                      <a:lnTo>
                        <a:pt x="104" y="5075"/>
                      </a:lnTo>
                      <a:lnTo>
                        <a:pt x="104" y="5086"/>
                      </a:lnTo>
                      <a:lnTo>
                        <a:pt x="105" y="5100"/>
                      </a:lnTo>
                      <a:lnTo>
                        <a:pt x="111" y="5163"/>
                      </a:lnTo>
                      <a:cubicBezTo>
                        <a:pt x="125" y="5329"/>
                        <a:pt x="139" y="5500"/>
                        <a:pt x="156" y="5682"/>
                      </a:cubicBezTo>
                      <a:cubicBezTo>
                        <a:pt x="175" y="5886"/>
                        <a:pt x="198" y="6084"/>
                        <a:pt x="219" y="6279"/>
                      </a:cubicBezTo>
                      <a:lnTo>
                        <a:pt x="245" y="6510"/>
                      </a:lnTo>
                      <a:lnTo>
                        <a:pt x="257" y="6608"/>
                      </a:lnTo>
                      <a:cubicBezTo>
                        <a:pt x="264" y="6658"/>
                        <a:pt x="270" y="6709"/>
                        <a:pt x="277" y="6758"/>
                      </a:cubicBezTo>
                      <a:lnTo>
                        <a:pt x="278" y="6770"/>
                      </a:lnTo>
                      <a:lnTo>
                        <a:pt x="278" y="6781"/>
                      </a:lnTo>
                      <a:cubicBezTo>
                        <a:pt x="661" y="9843"/>
                        <a:pt x="1552" y="14272"/>
                        <a:pt x="3608" y="19303"/>
                      </a:cubicBezTo>
                      <a:lnTo>
                        <a:pt x="29333" y="19303"/>
                      </a:lnTo>
                      <a:lnTo>
                        <a:pt x="2933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12" name="Google Shape;5112;p25"/>
                <p:cNvSpPr/>
                <p:nvPr/>
              </p:nvSpPr>
              <p:spPr>
                <a:xfrm>
                  <a:off x="6882243" y="2412957"/>
                  <a:ext cx="141211" cy="171743"/>
                </a:xfrm>
                <a:custGeom>
                  <a:rect b="b" l="l" r="r" t="t"/>
                  <a:pathLst>
                    <a:path extrusionOk="0" h="29109" w="23934">
                      <a:moveTo>
                        <a:pt x="0" y="1"/>
                      </a:moveTo>
                      <a:cubicBezTo>
                        <a:pt x="2303" y="4529"/>
                        <a:pt x="5584" y="9356"/>
                        <a:pt x="10256" y="14001"/>
                      </a:cubicBezTo>
                      <a:cubicBezTo>
                        <a:pt x="13309" y="17038"/>
                        <a:pt x="15593" y="20534"/>
                        <a:pt x="17039" y="24391"/>
                      </a:cubicBezTo>
                      <a:cubicBezTo>
                        <a:pt x="17307" y="25104"/>
                        <a:pt x="17527" y="25832"/>
                        <a:pt x="17698" y="26573"/>
                      </a:cubicBezTo>
                      <a:cubicBezTo>
                        <a:pt x="18040" y="28049"/>
                        <a:pt x="19333" y="29108"/>
                        <a:pt x="20850" y="29108"/>
                      </a:cubicBezTo>
                      <a:lnTo>
                        <a:pt x="23933" y="29108"/>
                      </a:lnTo>
                      <a:lnTo>
                        <a:pt x="239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13" name="Google Shape;5113;p25"/>
                <p:cNvSpPr/>
                <p:nvPr/>
              </p:nvSpPr>
              <p:spPr>
                <a:xfrm>
                  <a:off x="6854637" y="2107680"/>
                  <a:ext cx="168817" cy="145128"/>
                </a:xfrm>
                <a:custGeom>
                  <a:rect b="b" l="l" r="r" t="t"/>
                  <a:pathLst>
                    <a:path extrusionOk="0" h="24598" w="28613">
                      <a:moveTo>
                        <a:pt x="28612" y="1"/>
                      </a:moveTo>
                      <a:cubicBezTo>
                        <a:pt x="14512" y="876"/>
                        <a:pt x="2911" y="11138"/>
                        <a:pt x="1" y="24597"/>
                      </a:cubicBezTo>
                      <a:lnTo>
                        <a:pt x="28612" y="24597"/>
                      </a:lnTo>
                      <a:lnTo>
                        <a:pt x="2861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14" name="Google Shape;5114;p25"/>
                <p:cNvSpPr/>
                <p:nvPr/>
              </p:nvSpPr>
              <p:spPr>
                <a:xfrm>
                  <a:off x="7046588" y="2412957"/>
                  <a:ext cx="141205" cy="171743"/>
                </a:xfrm>
                <a:custGeom>
                  <a:rect b="b" l="l" r="r" t="t"/>
                  <a:pathLst>
                    <a:path extrusionOk="0" h="29109" w="23933">
                      <a:moveTo>
                        <a:pt x="0" y="1"/>
                      </a:moveTo>
                      <a:lnTo>
                        <a:pt x="0" y="29108"/>
                      </a:lnTo>
                      <a:lnTo>
                        <a:pt x="3084" y="29108"/>
                      </a:lnTo>
                      <a:cubicBezTo>
                        <a:pt x="4600" y="29108"/>
                        <a:pt x="5893" y="28049"/>
                        <a:pt x="6235" y="26573"/>
                      </a:cubicBezTo>
                      <a:cubicBezTo>
                        <a:pt x="6407" y="25832"/>
                        <a:pt x="6627" y="25104"/>
                        <a:pt x="6894" y="24391"/>
                      </a:cubicBezTo>
                      <a:cubicBezTo>
                        <a:pt x="8341" y="20534"/>
                        <a:pt x="10622" y="17038"/>
                        <a:pt x="13678" y="14001"/>
                      </a:cubicBezTo>
                      <a:cubicBezTo>
                        <a:pt x="18349" y="9356"/>
                        <a:pt x="21630" y="4529"/>
                        <a:pt x="2393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5115" name="Google Shape;5115;p25"/>
          <p:cNvGrpSpPr/>
          <p:nvPr/>
        </p:nvGrpSpPr>
        <p:grpSpPr>
          <a:xfrm>
            <a:off x="6378021" y="2571757"/>
            <a:ext cx="845921" cy="690752"/>
            <a:chOff x="732428" y="1198513"/>
            <a:chExt cx="845921" cy="690752"/>
          </a:xfrm>
        </p:grpSpPr>
        <p:grpSp>
          <p:nvGrpSpPr>
            <p:cNvPr id="5116" name="Google Shape;5116;p25"/>
            <p:cNvGrpSpPr/>
            <p:nvPr/>
          </p:nvGrpSpPr>
          <p:grpSpPr>
            <a:xfrm>
              <a:off x="823030" y="1198513"/>
              <a:ext cx="755319" cy="690752"/>
              <a:chOff x="823030" y="1198513"/>
              <a:chExt cx="755319" cy="690752"/>
            </a:xfrm>
          </p:grpSpPr>
          <p:sp>
            <p:nvSpPr>
              <p:cNvPr id="5117" name="Google Shape;5117;p25"/>
              <p:cNvSpPr/>
              <p:nvPr/>
            </p:nvSpPr>
            <p:spPr>
              <a:xfrm>
                <a:off x="823030" y="1198513"/>
                <a:ext cx="755319" cy="690752"/>
              </a:xfrm>
              <a:custGeom>
                <a:rect b="b" l="l" r="r" t="t"/>
                <a:pathLst>
                  <a:path extrusionOk="0" h="42771" w="46769">
                    <a:moveTo>
                      <a:pt x="21384" y="0"/>
                    </a:moveTo>
                    <a:cubicBezTo>
                      <a:pt x="9575" y="0"/>
                      <a:pt x="0" y="9575"/>
                      <a:pt x="0" y="21386"/>
                    </a:cubicBezTo>
                    <a:cubicBezTo>
                      <a:pt x="0" y="33196"/>
                      <a:pt x="9575" y="42770"/>
                      <a:pt x="21384" y="42770"/>
                    </a:cubicBezTo>
                    <a:cubicBezTo>
                      <a:pt x="33196" y="42770"/>
                      <a:pt x="42770" y="33196"/>
                      <a:pt x="42770" y="21386"/>
                    </a:cubicBezTo>
                    <a:cubicBezTo>
                      <a:pt x="42770" y="16313"/>
                      <a:pt x="41002" y="11653"/>
                      <a:pt x="38053" y="7988"/>
                    </a:cubicBezTo>
                    <a:lnTo>
                      <a:pt x="42775" y="7988"/>
                    </a:lnTo>
                    <a:cubicBezTo>
                      <a:pt x="44970" y="7988"/>
                      <a:pt x="46769" y="6191"/>
                      <a:pt x="46769" y="3994"/>
                    </a:cubicBezTo>
                    <a:cubicBezTo>
                      <a:pt x="46769" y="1797"/>
                      <a:pt x="44972" y="0"/>
                      <a:pt x="42775" y="0"/>
                    </a:cubicBezTo>
                    <a:lnTo>
                      <a:pt x="22286" y="0"/>
                    </a:lnTo>
                    <a:cubicBezTo>
                      <a:pt x="22196" y="0"/>
                      <a:pt x="22105" y="5"/>
                      <a:pt x="22018" y="10"/>
                    </a:cubicBezTo>
                    <a:cubicBezTo>
                      <a:pt x="21807" y="3"/>
                      <a:pt x="21597" y="0"/>
                      <a:pt x="21384" y="0"/>
                    </a:cubicBezTo>
                    <a:close/>
                  </a:path>
                </a:pathLst>
              </a:custGeom>
              <a:solidFill>
                <a:srgbClr val="325D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00"/>
                  </a:solidFill>
                  <a:highlight>
                    <a:srgbClr val="FF0000"/>
                  </a:highlight>
                </a:endParaRPr>
              </a:p>
            </p:txBody>
          </p:sp>
          <p:sp>
            <p:nvSpPr>
              <p:cNvPr id="5118" name="Google Shape;5118;p25"/>
              <p:cNvSpPr/>
              <p:nvPr/>
            </p:nvSpPr>
            <p:spPr>
              <a:xfrm>
                <a:off x="1470047" y="1217877"/>
                <a:ext cx="88760" cy="88744"/>
              </a:xfrm>
              <a:custGeom>
                <a:rect b="b" l="l" r="r" t="t"/>
                <a:pathLst>
                  <a:path extrusionOk="0" h="5495" w="5496">
                    <a:moveTo>
                      <a:pt x="2747" y="1"/>
                    </a:moveTo>
                    <a:cubicBezTo>
                      <a:pt x="1231" y="1"/>
                      <a:pt x="1" y="1230"/>
                      <a:pt x="1" y="2749"/>
                    </a:cubicBezTo>
                    <a:cubicBezTo>
                      <a:pt x="1" y="4265"/>
                      <a:pt x="1231" y="5495"/>
                      <a:pt x="2747" y="5495"/>
                    </a:cubicBezTo>
                    <a:cubicBezTo>
                      <a:pt x="4265" y="5495"/>
                      <a:pt x="5495" y="4265"/>
                      <a:pt x="5495" y="2749"/>
                    </a:cubicBezTo>
                    <a:cubicBezTo>
                      <a:pt x="5495" y="1230"/>
                      <a:pt x="4265" y="1"/>
                      <a:pt x="2747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00"/>
                  </a:solidFill>
                  <a:highlight>
                    <a:srgbClr val="FF0000"/>
                  </a:highlight>
                </a:endParaRPr>
              </a:p>
            </p:txBody>
          </p:sp>
        </p:grpSp>
        <p:grpSp>
          <p:nvGrpSpPr>
            <p:cNvPr id="5119" name="Google Shape;5119;p25"/>
            <p:cNvGrpSpPr/>
            <p:nvPr/>
          </p:nvGrpSpPr>
          <p:grpSpPr>
            <a:xfrm>
              <a:off x="732428" y="1239937"/>
              <a:ext cx="739912" cy="607886"/>
              <a:chOff x="732428" y="1239937"/>
              <a:chExt cx="739912" cy="607886"/>
            </a:xfrm>
          </p:grpSpPr>
          <p:sp>
            <p:nvSpPr>
              <p:cNvPr id="5120" name="Google Shape;5120;p25"/>
              <p:cNvSpPr/>
              <p:nvPr/>
            </p:nvSpPr>
            <p:spPr>
              <a:xfrm>
                <a:off x="732428" y="1239937"/>
                <a:ext cx="739912" cy="607886"/>
              </a:xfrm>
              <a:custGeom>
                <a:rect b="b" l="l" r="r" t="t"/>
                <a:pathLst>
                  <a:path extrusionOk="0" h="37640" w="45815">
                    <a:moveTo>
                      <a:pt x="26994" y="1"/>
                    </a:moveTo>
                    <a:cubicBezTo>
                      <a:pt x="16602" y="1"/>
                      <a:pt x="8175" y="8427"/>
                      <a:pt x="8175" y="18821"/>
                    </a:cubicBezTo>
                    <a:cubicBezTo>
                      <a:pt x="8169" y="22642"/>
                      <a:pt x="9333" y="26373"/>
                      <a:pt x="11509" y="29515"/>
                    </a:cubicBezTo>
                    <a:lnTo>
                      <a:pt x="3994" y="29515"/>
                    </a:lnTo>
                    <a:cubicBezTo>
                      <a:pt x="1797" y="29515"/>
                      <a:pt x="1" y="31311"/>
                      <a:pt x="1" y="33508"/>
                    </a:cubicBezTo>
                    <a:cubicBezTo>
                      <a:pt x="1" y="35704"/>
                      <a:pt x="1797" y="37502"/>
                      <a:pt x="3994" y="37502"/>
                    </a:cubicBezTo>
                    <a:lnTo>
                      <a:pt x="24483" y="37502"/>
                    </a:lnTo>
                    <a:cubicBezTo>
                      <a:pt x="24546" y="37502"/>
                      <a:pt x="24608" y="37500"/>
                      <a:pt x="24671" y="37497"/>
                    </a:cubicBezTo>
                    <a:cubicBezTo>
                      <a:pt x="25441" y="37592"/>
                      <a:pt x="26218" y="37640"/>
                      <a:pt x="26994" y="37640"/>
                    </a:cubicBezTo>
                    <a:cubicBezTo>
                      <a:pt x="37389" y="37640"/>
                      <a:pt x="45815" y="29214"/>
                      <a:pt x="45815" y="18821"/>
                    </a:cubicBezTo>
                    <a:cubicBezTo>
                      <a:pt x="45815" y="8427"/>
                      <a:pt x="37389" y="1"/>
                      <a:pt x="26994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00"/>
                  </a:solidFill>
                  <a:highlight>
                    <a:srgbClr val="FF0000"/>
                  </a:highlight>
                </a:endParaRPr>
              </a:p>
            </p:txBody>
          </p:sp>
          <p:sp>
            <p:nvSpPr>
              <p:cNvPr id="5121" name="Google Shape;5121;p25"/>
              <p:cNvSpPr/>
              <p:nvPr/>
            </p:nvSpPr>
            <p:spPr>
              <a:xfrm>
                <a:off x="751614" y="1735807"/>
                <a:ext cx="88760" cy="88744"/>
              </a:xfrm>
              <a:custGeom>
                <a:rect b="b" l="l" r="r" t="t"/>
                <a:pathLst>
                  <a:path extrusionOk="0" h="5495" w="5496">
                    <a:moveTo>
                      <a:pt x="2747" y="0"/>
                    </a:moveTo>
                    <a:cubicBezTo>
                      <a:pt x="1231" y="0"/>
                      <a:pt x="1" y="1230"/>
                      <a:pt x="1" y="2747"/>
                    </a:cubicBezTo>
                    <a:cubicBezTo>
                      <a:pt x="1" y="4265"/>
                      <a:pt x="1231" y="5495"/>
                      <a:pt x="2747" y="5495"/>
                    </a:cubicBezTo>
                    <a:cubicBezTo>
                      <a:pt x="4265" y="5495"/>
                      <a:pt x="5495" y="4265"/>
                      <a:pt x="5495" y="2747"/>
                    </a:cubicBezTo>
                    <a:cubicBezTo>
                      <a:pt x="5495" y="1230"/>
                      <a:pt x="4265" y="0"/>
                      <a:pt x="274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00"/>
                  </a:solidFill>
                  <a:highlight>
                    <a:srgbClr val="FF0000"/>
                  </a:highlight>
                </a:endParaRPr>
              </a:p>
            </p:txBody>
          </p:sp>
        </p:grpSp>
        <p:grpSp>
          <p:nvGrpSpPr>
            <p:cNvPr id="5122" name="Google Shape;5122;p25"/>
            <p:cNvGrpSpPr/>
            <p:nvPr/>
          </p:nvGrpSpPr>
          <p:grpSpPr>
            <a:xfrm>
              <a:off x="732428" y="1277018"/>
              <a:ext cx="702832" cy="533758"/>
              <a:chOff x="732428" y="1277018"/>
              <a:chExt cx="702832" cy="533758"/>
            </a:xfrm>
          </p:grpSpPr>
          <p:sp>
            <p:nvSpPr>
              <p:cNvPr id="5123" name="Google Shape;5123;p25"/>
              <p:cNvSpPr/>
              <p:nvPr/>
            </p:nvSpPr>
            <p:spPr>
              <a:xfrm>
                <a:off x="732428" y="1277018"/>
                <a:ext cx="702832" cy="533758"/>
              </a:xfrm>
              <a:custGeom>
                <a:rect b="b" l="l" r="r" t="t"/>
                <a:pathLst>
                  <a:path extrusionOk="0" h="33050" w="43519">
                    <a:moveTo>
                      <a:pt x="26994" y="1"/>
                    </a:moveTo>
                    <a:cubicBezTo>
                      <a:pt x="22006" y="1"/>
                      <a:pt x="17535" y="2211"/>
                      <a:pt x="14504" y="5705"/>
                    </a:cubicBezTo>
                    <a:lnTo>
                      <a:pt x="3994" y="5705"/>
                    </a:lnTo>
                    <a:cubicBezTo>
                      <a:pt x="1797" y="5705"/>
                      <a:pt x="1" y="7501"/>
                      <a:pt x="1" y="9698"/>
                    </a:cubicBezTo>
                    <a:cubicBezTo>
                      <a:pt x="1" y="11894"/>
                      <a:pt x="1797" y="13692"/>
                      <a:pt x="3994" y="13692"/>
                    </a:cubicBezTo>
                    <a:lnTo>
                      <a:pt x="10714" y="13692"/>
                    </a:lnTo>
                    <a:cubicBezTo>
                      <a:pt x="10552" y="14627"/>
                      <a:pt x="10470" y="15575"/>
                      <a:pt x="10472" y="16525"/>
                    </a:cubicBezTo>
                    <a:cubicBezTo>
                      <a:pt x="10472" y="25651"/>
                      <a:pt x="17870" y="33049"/>
                      <a:pt x="26996" y="33049"/>
                    </a:cubicBezTo>
                    <a:cubicBezTo>
                      <a:pt x="36122" y="33049"/>
                      <a:pt x="43519" y="25651"/>
                      <a:pt x="43519" y="16525"/>
                    </a:cubicBezTo>
                    <a:cubicBezTo>
                      <a:pt x="43519" y="7399"/>
                      <a:pt x="36122" y="1"/>
                      <a:pt x="26994" y="1"/>
                    </a:cubicBezTo>
                    <a:close/>
                  </a:path>
                </a:pathLst>
              </a:custGeom>
              <a:solidFill>
                <a:srgbClr val="D9EAD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00"/>
                  </a:solidFill>
                  <a:highlight>
                    <a:srgbClr val="FF0000"/>
                  </a:highlight>
                </a:endParaRPr>
              </a:p>
            </p:txBody>
          </p:sp>
          <p:sp>
            <p:nvSpPr>
              <p:cNvPr id="5124" name="Google Shape;5124;p25"/>
              <p:cNvSpPr/>
              <p:nvPr/>
            </p:nvSpPr>
            <p:spPr>
              <a:xfrm>
                <a:off x="751695" y="1390407"/>
                <a:ext cx="88728" cy="88744"/>
              </a:xfrm>
              <a:custGeom>
                <a:rect b="b" l="l" r="r" t="t"/>
                <a:pathLst>
                  <a:path extrusionOk="0" h="5495" w="5494">
                    <a:moveTo>
                      <a:pt x="2747" y="0"/>
                    </a:moveTo>
                    <a:cubicBezTo>
                      <a:pt x="1230" y="0"/>
                      <a:pt x="1" y="1230"/>
                      <a:pt x="1" y="2748"/>
                    </a:cubicBezTo>
                    <a:cubicBezTo>
                      <a:pt x="1" y="4264"/>
                      <a:pt x="1230" y="5494"/>
                      <a:pt x="2747" y="5494"/>
                    </a:cubicBezTo>
                    <a:cubicBezTo>
                      <a:pt x="4263" y="5494"/>
                      <a:pt x="5493" y="4264"/>
                      <a:pt x="5493" y="2748"/>
                    </a:cubicBezTo>
                    <a:cubicBezTo>
                      <a:pt x="5493" y="1230"/>
                      <a:pt x="4263" y="0"/>
                      <a:pt x="274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00"/>
                  </a:solidFill>
                  <a:highlight>
                    <a:srgbClr val="FF0000"/>
                  </a:highlight>
                </a:endParaRPr>
              </a:p>
            </p:txBody>
          </p:sp>
        </p:grpSp>
        <p:grpSp>
          <p:nvGrpSpPr>
            <p:cNvPr id="5125" name="Google Shape;5125;p25"/>
            <p:cNvGrpSpPr/>
            <p:nvPr/>
          </p:nvGrpSpPr>
          <p:grpSpPr>
            <a:xfrm>
              <a:off x="931170" y="1306653"/>
              <a:ext cx="647179" cy="474455"/>
              <a:chOff x="931170" y="1306653"/>
              <a:chExt cx="647179" cy="474455"/>
            </a:xfrm>
          </p:grpSpPr>
          <p:sp>
            <p:nvSpPr>
              <p:cNvPr id="5126" name="Google Shape;5126;p25"/>
              <p:cNvSpPr/>
              <p:nvPr/>
            </p:nvSpPr>
            <p:spPr>
              <a:xfrm>
                <a:off x="931170" y="1306653"/>
                <a:ext cx="647179" cy="474455"/>
              </a:xfrm>
              <a:custGeom>
                <a:rect b="b" l="l" r="r" t="t"/>
                <a:pathLst>
                  <a:path extrusionOk="0" h="29378" w="40073">
                    <a:moveTo>
                      <a:pt x="14688" y="1"/>
                    </a:moveTo>
                    <a:cubicBezTo>
                      <a:pt x="6578" y="1"/>
                      <a:pt x="1" y="6578"/>
                      <a:pt x="1" y="14690"/>
                    </a:cubicBezTo>
                    <a:cubicBezTo>
                      <a:pt x="1" y="22801"/>
                      <a:pt x="6578" y="29377"/>
                      <a:pt x="14688" y="29377"/>
                    </a:cubicBezTo>
                    <a:cubicBezTo>
                      <a:pt x="19883" y="29377"/>
                      <a:pt x="24445" y="26682"/>
                      <a:pt x="27057" y="22613"/>
                    </a:cubicBezTo>
                    <a:lnTo>
                      <a:pt x="36079" y="22613"/>
                    </a:lnTo>
                    <a:cubicBezTo>
                      <a:pt x="38276" y="22613"/>
                      <a:pt x="40073" y="20817"/>
                      <a:pt x="40073" y="18620"/>
                    </a:cubicBezTo>
                    <a:cubicBezTo>
                      <a:pt x="40073" y="16424"/>
                      <a:pt x="38276" y="14626"/>
                      <a:pt x="36079" y="14626"/>
                    </a:cubicBezTo>
                    <a:lnTo>
                      <a:pt x="29376" y="14626"/>
                    </a:lnTo>
                    <a:cubicBezTo>
                      <a:pt x="29342" y="6544"/>
                      <a:pt x="22780" y="1"/>
                      <a:pt x="1468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00"/>
                  </a:solidFill>
                  <a:highlight>
                    <a:srgbClr val="FF0000"/>
                  </a:highlight>
                </a:endParaRPr>
              </a:p>
            </p:txBody>
          </p:sp>
          <p:sp>
            <p:nvSpPr>
              <p:cNvPr id="5127" name="Google Shape;5127;p25"/>
              <p:cNvSpPr/>
              <p:nvPr/>
            </p:nvSpPr>
            <p:spPr>
              <a:xfrm>
                <a:off x="1470047" y="1560806"/>
                <a:ext cx="88760" cy="88744"/>
              </a:xfrm>
              <a:custGeom>
                <a:rect b="b" l="l" r="r" t="t"/>
                <a:pathLst>
                  <a:path extrusionOk="0" h="5495" w="5496">
                    <a:moveTo>
                      <a:pt x="2747" y="0"/>
                    </a:moveTo>
                    <a:cubicBezTo>
                      <a:pt x="1231" y="0"/>
                      <a:pt x="1" y="1230"/>
                      <a:pt x="1" y="2746"/>
                    </a:cubicBezTo>
                    <a:cubicBezTo>
                      <a:pt x="1" y="4265"/>
                      <a:pt x="1231" y="5494"/>
                      <a:pt x="2747" y="5494"/>
                    </a:cubicBezTo>
                    <a:cubicBezTo>
                      <a:pt x="4265" y="5494"/>
                      <a:pt x="5495" y="4265"/>
                      <a:pt x="5495" y="2746"/>
                    </a:cubicBezTo>
                    <a:cubicBezTo>
                      <a:pt x="5495" y="1230"/>
                      <a:pt x="4265" y="0"/>
                      <a:pt x="274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00"/>
                  </a:solidFill>
                  <a:highlight>
                    <a:srgbClr val="FF0000"/>
                  </a:highlight>
                </a:endParaRPr>
              </a:p>
            </p:txBody>
          </p:sp>
        </p:grpSp>
        <p:sp>
          <p:nvSpPr>
            <p:cNvPr id="5128" name="Google Shape;5128;p25"/>
            <p:cNvSpPr/>
            <p:nvPr/>
          </p:nvSpPr>
          <p:spPr>
            <a:xfrm>
              <a:off x="986565" y="1362064"/>
              <a:ext cx="363666" cy="363650"/>
            </a:xfrm>
            <a:custGeom>
              <a:rect b="b" l="l" r="r" t="t"/>
              <a:pathLst>
                <a:path extrusionOk="0" h="22517" w="22518">
                  <a:moveTo>
                    <a:pt x="11258" y="0"/>
                  </a:moveTo>
                  <a:cubicBezTo>
                    <a:pt x="8273" y="0"/>
                    <a:pt x="5409" y="1187"/>
                    <a:pt x="3298" y="3297"/>
                  </a:cubicBezTo>
                  <a:cubicBezTo>
                    <a:pt x="1186" y="5409"/>
                    <a:pt x="1" y="8272"/>
                    <a:pt x="1" y="11259"/>
                  </a:cubicBezTo>
                  <a:cubicBezTo>
                    <a:pt x="1" y="14244"/>
                    <a:pt x="1186" y="17109"/>
                    <a:pt x="3298" y="19219"/>
                  </a:cubicBezTo>
                  <a:cubicBezTo>
                    <a:pt x="5409" y="21331"/>
                    <a:pt x="8273" y="22516"/>
                    <a:pt x="11258" y="22516"/>
                  </a:cubicBezTo>
                  <a:cubicBezTo>
                    <a:pt x="14245" y="22516"/>
                    <a:pt x="17108" y="21331"/>
                    <a:pt x="19220" y="19219"/>
                  </a:cubicBezTo>
                  <a:cubicBezTo>
                    <a:pt x="21331" y="17109"/>
                    <a:pt x="22517" y="14244"/>
                    <a:pt x="22517" y="11259"/>
                  </a:cubicBezTo>
                  <a:cubicBezTo>
                    <a:pt x="22517" y="8272"/>
                    <a:pt x="21331" y="5409"/>
                    <a:pt x="19220" y="3297"/>
                  </a:cubicBezTo>
                  <a:cubicBezTo>
                    <a:pt x="17108" y="1187"/>
                    <a:pt x="14245" y="0"/>
                    <a:pt x="11258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00"/>
                </a:solidFill>
                <a:highlight>
                  <a:srgbClr val="FF0000"/>
                </a:highlight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2" name="Shape 5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3" name="Google Shape;5133;p26"/>
          <p:cNvSpPr txBox="1"/>
          <p:nvPr>
            <p:ph type="title"/>
          </p:nvPr>
        </p:nvSpPr>
        <p:spPr>
          <a:xfrm>
            <a:off x="4485400" y="2250750"/>
            <a:ext cx="3943500" cy="14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Microbes In our </a:t>
            </a:r>
            <a:r>
              <a:rPr lang="en"/>
              <a:t>Environment</a:t>
            </a:r>
            <a:endParaRPr/>
          </a:p>
        </p:txBody>
      </p:sp>
      <p:sp>
        <p:nvSpPr>
          <p:cNvPr id="5134" name="Google Shape;5134;p26"/>
          <p:cNvSpPr txBox="1"/>
          <p:nvPr>
            <p:ph idx="2" type="title"/>
          </p:nvPr>
        </p:nvSpPr>
        <p:spPr>
          <a:xfrm>
            <a:off x="4485400" y="1408950"/>
            <a:ext cx="11175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8" name="Shape 5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9" name="Google Shape;5139;p27"/>
          <p:cNvSpPr txBox="1"/>
          <p:nvPr>
            <p:ph type="title"/>
          </p:nvPr>
        </p:nvSpPr>
        <p:spPr>
          <a:xfrm>
            <a:off x="877200" y="82550"/>
            <a:ext cx="3421500" cy="110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Experiment and Data</a:t>
            </a:r>
            <a:r>
              <a:rPr lang="en" sz="1800"/>
              <a:t> provided by Dr. Markum’s MIC 104L Course</a:t>
            </a:r>
            <a:endParaRPr sz="1800"/>
          </a:p>
        </p:txBody>
      </p:sp>
      <p:sp>
        <p:nvSpPr>
          <p:cNvPr id="5140" name="Google Shape;5140;p27"/>
          <p:cNvSpPr txBox="1"/>
          <p:nvPr>
            <p:ph idx="1" type="body"/>
          </p:nvPr>
        </p:nvSpPr>
        <p:spPr>
          <a:xfrm>
            <a:off x="616725" y="1288625"/>
            <a:ext cx="37359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GERMS ARE EVERYWHERE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But which germs are really out there?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That is the question that we tried to answer over the years in the MIC 104L through the Microbes in the </a:t>
            </a:r>
            <a:r>
              <a:rPr lang="en">
                <a:solidFill>
                  <a:schemeClr val="dk2"/>
                </a:solidFill>
              </a:rPr>
              <a:t>Environment</a:t>
            </a:r>
            <a:r>
              <a:rPr lang="en">
                <a:solidFill>
                  <a:schemeClr val="dk2"/>
                </a:solidFill>
              </a:rPr>
              <a:t> Lab procedure.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 was lucky enough to not only participate in the experiment but also was lucky enough to get the previous 2 years worth of data,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5141" name="Google Shape;5141;p2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7744" r="27744" t="0"/>
          <a:stretch/>
        </p:blipFill>
        <p:spPr>
          <a:xfrm>
            <a:off x="5271150" y="535000"/>
            <a:ext cx="3173699" cy="4073399"/>
          </a:xfrm>
          <a:prstGeom prst="rect">
            <a:avLst/>
          </a:prstGeom>
        </p:spPr>
      </p:pic>
      <p:grpSp>
        <p:nvGrpSpPr>
          <p:cNvPr id="5142" name="Google Shape;5142;p27"/>
          <p:cNvGrpSpPr/>
          <p:nvPr/>
        </p:nvGrpSpPr>
        <p:grpSpPr>
          <a:xfrm>
            <a:off x="4775269" y="-16638"/>
            <a:ext cx="4570821" cy="5378486"/>
            <a:chOff x="4775269" y="-16638"/>
            <a:chExt cx="4570821" cy="5378486"/>
          </a:xfrm>
        </p:grpSpPr>
        <p:grpSp>
          <p:nvGrpSpPr>
            <p:cNvPr id="5143" name="Google Shape;5143;p27"/>
            <p:cNvGrpSpPr/>
            <p:nvPr/>
          </p:nvGrpSpPr>
          <p:grpSpPr>
            <a:xfrm flipH="1" rot="1654491">
              <a:off x="7880903" y="3898877"/>
              <a:ext cx="951044" cy="1317690"/>
              <a:chOff x="8260675" y="2995400"/>
              <a:chExt cx="811213" cy="1123950"/>
            </a:xfrm>
          </p:grpSpPr>
          <p:sp>
            <p:nvSpPr>
              <p:cNvPr id="5144" name="Google Shape;5144;p27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5" name="Google Shape;5145;p27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6" name="Google Shape;5146;p27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7" name="Google Shape;5147;p27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8" name="Google Shape;5148;p27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9" name="Google Shape;5149;p27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0" name="Google Shape;5150;p27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1" name="Google Shape;5151;p27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2" name="Google Shape;5152;p27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3" name="Google Shape;5153;p27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4" name="Google Shape;5154;p27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5" name="Google Shape;5155;p27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6" name="Google Shape;5156;p27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7" name="Google Shape;5157;p27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58" name="Google Shape;5158;p27"/>
            <p:cNvGrpSpPr/>
            <p:nvPr/>
          </p:nvGrpSpPr>
          <p:grpSpPr>
            <a:xfrm flipH="1" rot="-1981982">
              <a:off x="7818028" y="196240"/>
              <a:ext cx="1221725" cy="1486195"/>
              <a:chOff x="7491913" y="372038"/>
              <a:chExt cx="1503363" cy="1828800"/>
            </a:xfrm>
          </p:grpSpPr>
          <p:sp>
            <p:nvSpPr>
              <p:cNvPr id="5159" name="Google Shape;5159;p27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0" name="Google Shape;5160;p27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1" name="Google Shape;5161;p27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2" name="Google Shape;5162;p27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3" name="Google Shape;5163;p27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4" name="Google Shape;5164;p27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5" name="Google Shape;5165;p27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6" name="Google Shape;5166;p27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7" name="Google Shape;5167;p27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8" name="Google Shape;5168;p27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9" name="Google Shape;5169;p27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0" name="Google Shape;5170;p27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1" name="Google Shape;5171;p27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2" name="Google Shape;5172;p27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3" name="Google Shape;5173;p27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4" name="Google Shape;5174;p27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5" name="Google Shape;5175;p27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6" name="Google Shape;5176;p27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7" name="Google Shape;5177;p27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8" name="Google Shape;5178;p27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9" name="Google Shape;5179;p27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0" name="Google Shape;5180;p27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1" name="Google Shape;5181;p27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2" name="Google Shape;5182;p27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3" name="Google Shape;5183;p27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4" name="Google Shape;5184;p27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5" name="Google Shape;5185;p27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6" name="Google Shape;5186;p27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7" name="Google Shape;5187;p27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8" name="Google Shape;5188;p27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9" name="Google Shape;5189;p27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0" name="Google Shape;5190;p27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1" name="Google Shape;5191;p27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2" name="Google Shape;5192;p27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3" name="Google Shape;5193;p27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4" name="Google Shape;5194;p27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5" name="Google Shape;5195;p27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6" name="Google Shape;5196;p27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7" name="Google Shape;5197;p27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8" name="Google Shape;5198;p27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9" name="Google Shape;5199;p27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0" name="Google Shape;5200;p27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1" name="Google Shape;5201;p27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2" name="Google Shape;5202;p27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3" name="Google Shape;5203;p27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4" name="Google Shape;5204;p27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5" name="Google Shape;5205;p27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6" name="Google Shape;5206;p27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7" name="Google Shape;5207;p27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8" name="Google Shape;5208;p27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9" name="Google Shape;5209;p27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0" name="Google Shape;5210;p27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1" name="Google Shape;5211;p27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2" name="Google Shape;5212;p27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3" name="Google Shape;5213;p27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4" name="Google Shape;5214;p27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5" name="Google Shape;5215;p27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6" name="Google Shape;5216;p27"/>
            <p:cNvGrpSpPr/>
            <p:nvPr/>
          </p:nvGrpSpPr>
          <p:grpSpPr>
            <a:xfrm flipH="1" rot="9421799">
              <a:off x="4933573" y="3943997"/>
              <a:ext cx="686180" cy="950715"/>
              <a:chOff x="8260675" y="2995400"/>
              <a:chExt cx="811213" cy="1123950"/>
            </a:xfrm>
          </p:grpSpPr>
          <p:sp>
            <p:nvSpPr>
              <p:cNvPr id="5217" name="Google Shape;5217;p27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8" name="Google Shape;5218;p27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9" name="Google Shape;5219;p27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0" name="Google Shape;5220;p27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1" name="Google Shape;5221;p27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2" name="Google Shape;5222;p27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3" name="Google Shape;5223;p27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4" name="Google Shape;5224;p27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5" name="Google Shape;5225;p27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6" name="Google Shape;5226;p27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7" name="Google Shape;5227;p27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8" name="Google Shape;5228;p27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9" name="Google Shape;5229;p27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0" name="Google Shape;5230;p27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4" name="Shape 5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5" name="Google Shape;5235;p28"/>
          <p:cNvSpPr txBox="1"/>
          <p:nvPr>
            <p:ph idx="4" type="subTitle"/>
          </p:nvPr>
        </p:nvSpPr>
        <p:spPr>
          <a:xfrm>
            <a:off x="799628" y="1404959"/>
            <a:ext cx="4857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What?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236" name="Google Shape;5236;p28"/>
          <p:cNvSpPr txBox="1"/>
          <p:nvPr>
            <p:ph type="title"/>
          </p:nvPr>
        </p:nvSpPr>
        <p:spPr>
          <a:xfrm>
            <a:off x="0" y="-5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and Context</a:t>
            </a:r>
            <a:endParaRPr/>
          </a:p>
        </p:txBody>
      </p:sp>
      <p:sp>
        <p:nvSpPr>
          <p:cNvPr id="5237" name="Google Shape;5237;p28"/>
          <p:cNvSpPr txBox="1"/>
          <p:nvPr>
            <p:ph idx="1" type="subTitle"/>
          </p:nvPr>
        </p:nvSpPr>
        <p:spPr>
          <a:xfrm>
            <a:off x="715100" y="1912587"/>
            <a:ext cx="4857600" cy="15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class section is filled with 24 students, each of which is provided with either 1 SDA + Ampicilin plate or 1 NA + Cycloheximide plate.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 students are instructed to go outside and expose their plates to the air and 12 stay inside to expose their plates in the lab.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either outside or inside groups, 4 </a:t>
            </a:r>
            <a:r>
              <a:rPr lang="en"/>
              <a:t>students are exposing their plates for 1 minute, 4 for 10 minutes and 4 for 30 minutes.</a:t>
            </a:r>
            <a:endParaRPr/>
          </a:p>
        </p:txBody>
      </p:sp>
      <p:sp>
        <p:nvSpPr>
          <p:cNvPr id="5238" name="Google Shape;5238;p28"/>
          <p:cNvSpPr txBox="1"/>
          <p:nvPr>
            <p:ph idx="2" type="subTitle"/>
          </p:nvPr>
        </p:nvSpPr>
        <p:spPr>
          <a:xfrm>
            <a:off x="0" y="913378"/>
            <a:ext cx="48576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class is divided into multiple morning sections from 9am-11:50am and multiple afternoon sections from 1:10pm-4pm</a:t>
            </a:r>
            <a:endParaRPr/>
          </a:p>
        </p:txBody>
      </p:sp>
      <p:sp>
        <p:nvSpPr>
          <p:cNvPr id="5239" name="Google Shape;5239;p28"/>
          <p:cNvSpPr txBox="1"/>
          <p:nvPr>
            <p:ph idx="3" type="subTitle"/>
          </p:nvPr>
        </p:nvSpPr>
        <p:spPr>
          <a:xfrm>
            <a:off x="84524" y="426450"/>
            <a:ext cx="4857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When?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240" name="Google Shape;5240;p28"/>
          <p:cNvSpPr/>
          <p:nvPr/>
        </p:nvSpPr>
        <p:spPr>
          <a:xfrm>
            <a:off x="6579675" y="-16650"/>
            <a:ext cx="2564400" cy="517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241" name="Google Shape;5241;p28"/>
          <p:cNvGrpSpPr/>
          <p:nvPr/>
        </p:nvGrpSpPr>
        <p:grpSpPr>
          <a:xfrm>
            <a:off x="5968228" y="-394066"/>
            <a:ext cx="3770148" cy="5714550"/>
            <a:chOff x="5968228" y="-394066"/>
            <a:chExt cx="3770148" cy="5714550"/>
          </a:xfrm>
        </p:grpSpPr>
        <p:grpSp>
          <p:nvGrpSpPr>
            <p:cNvPr id="5242" name="Google Shape;5242;p28"/>
            <p:cNvGrpSpPr/>
            <p:nvPr/>
          </p:nvGrpSpPr>
          <p:grpSpPr>
            <a:xfrm rot="-9588325">
              <a:off x="8228235" y="-196089"/>
              <a:ext cx="1352513" cy="1154081"/>
              <a:chOff x="-469100" y="3905588"/>
              <a:chExt cx="1352550" cy="1154113"/>
            </a:xfrm>
          </p:grpSpPr>
          <p:grpSp>
            <p:nvGrpSpPr>
              <p:cNvPr id="5243" name="Google Shape;5243;p28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5244" name="Google Shape;5244;p28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45" name="Google Shape;5245;p28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46" name="Google Shape;5246;p28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47" name="Google Shape;5247;p28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248" name="Google Shape;5248;p28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9" name="Google Shape;5249;p28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0" name="Google Shape;5250;p28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1" name="Google Shape;5251;p28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2" name="Google Shape;5252;p28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3" name="Google Shape;5253;p28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4" name="Google Shape;5254;p28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5" name="Google Shape;5255;p28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6" name="Google Shape;5256;p28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7" name="Google Shape;5257;p28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8" name="Google Shape;5258;p28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9" name="Google Shape;5259;p28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0" name="Google Shape;5260;p28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1" name="Google Shape;5261;p28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2" name="Google Shape;5262;p28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3" name="Google Shape;5263;p28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4" name="Google Shape;5264;p28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5" name="Google Shape;5265;p28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6" name="Google Shape;5266;p28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7" name="Google Shape;5267;p28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8" name="Google Shape;5268;p28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9" name="Google Shape;5269;p28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0" name="Google Shape;5270;p28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1" name="Google Shape;5271;p28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2" name="Google Shape;5272;p28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3" name="Google Shape;5273;p28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4" name="Google Shape;5274;p28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5" name="Google Shape;5275;p28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6" name="Google Shape;5276;p28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7" name="Google Shape;5277;p28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8" name="Google Shape;5278;p28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9" name="Google Shape;5279;p28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0" name="Google Shape;5280;p28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1" name="Google Shape;5281;p28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2" name="Google Shape;5282;p28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3" name="Google Shape;5283;p28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4" name="Google Shape;5284;p28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5" name="Google Shape;5285;p28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6" name="Google Shape;5286;p28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7" name="Google Shape;5287;p28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8" name="Google Shape;5288;p28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9" name="Google Shape;5289;p28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0" name="Google Shape;5290;p28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1" name="Google Shape;5291;p28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2" name="Google Shape;5292;p28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3" name="Google Shape;5293;p28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4" name="Google Shape;5294;p28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5" name="Google Shape;5295;p28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6" name="Google Shape;5296;p28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7" name="Google Shape;5297;p28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8" name="Google Shape;5298;p28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9" name="Google Shape;5299;p28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0" name="Google Shape;5300;p28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1" name="Google Shape;5301;p28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2" name="Google Shape;5302;p28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3" name="Google Shape;5303;p28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4" name="Google Shape;5304;p28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5" name="Google Shape;5305;p28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6" name="Google Shape;5306;p28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7" name="Google Shape;5307;p28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8" name="Google Shape;5308;p28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9" name="Google Shape;5309;p28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0" name="Google Shape;5310;p28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1" name="Google Shape;5311;p28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2" name="Google Shape;5312;p28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3" name="Google Shape;5313;p28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4" name="Google Shape;5314;p28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15" name="Google Shape;5315;p28"/>
            <p:cNvGrpSpPr/>
            <p:nvPr/>
          </p:nvGrpSpPr>
          <p:grpSpPr>
            <a:xfrm rot="-5827294">
              <a:off x="7065623" y="887591"/>
              <a:ext cx="834605" cy="712157"/>
              <a:chOff x="-469100" y="3905588"/>
              <a:chExt cx="1352550" cy="1154113"/>
            </a:xfrm>
          </p:grpSpPr>
          <p:grpSp>
            <p:nvGrpSpPr>
              <p:cNvPr id="5316" name="Google Shape;5316;p28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5317" name="Google Shape;5317;p28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18" name="Google Shape;5318;p28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19" name="Google Shape;5319;p28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0" name="Google Shape;5320;p28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321" name="Google Shape;5321;p28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2" name="Google Shape;5322;p28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3" name="Google Shape;5323;p28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4" name="Google Shape;5324;p28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5" name="Google Shape;5325;p28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6" name="Google Shape;5326;p28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7" name="Google Shape;5327;p28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8" name="Google Shape;5328;p28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9" name="Google Shape;5329;p28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0" name="Google Shape;5330;p28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1" name="Google Shape;5331;p28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2" name="Google Shape;5332;p28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3" name="Google Shape;5333;p28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4" name="Google Shape;5334;p28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5" name="Google Shape;5335;p28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6" name="Google Shape;5336;p28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7" name="Google Shape;5337;p28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8" name="Google Shape;5338;p28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9" name="Google Shape;5339;p28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0" name="Google Shape;5340;p28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1" name="Google Shape;5341;p28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2" name="Google Shape;5342;p28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3" name="Google Shape;5343;p28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4" name="Google Shape;5344;p28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5" name="Google Shape;5345;p28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6" name="Google Shape;5346;p28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7" name="Google Shape;5347;p28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8" name="Google Shape;5348;p28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9" name="Google Shape;5349;p28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0" name="Google Shape;5350;p28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1" name="Google Shape;5351;p28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2" name="Google Shape;5352;p28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3" name="Google Shape;5353;p28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4" name="Google Shape;5354;p28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5" name="Google Shape;5355;p28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6" name="Google Shape;5356;p28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7" name="Google Shape;5357;p28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8" name="Google Shape;5358;p28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9" name="Google Shape;5359;p28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0" name="Google Shape;5360;p28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1" name="Google Shape;5361;p28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2" name="Google Shape;5362;p28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3" name="Google Shape;5363;p28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4" name="Google Shape;5364;p28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5" name="Google Shape;5365;p28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6" name="Google Shape;5366;p28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7" name="Google Shape;5367;p28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8" name="Google Shape;5368;p28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9" name="Google Shape;5369;p28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0" name="Google Shape;5370;p28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1" name="Google Shape;5371;p28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2" name="Google Shape;5372;p28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3" name="Google Shape;5373;p28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4" name="Google Shape;5374;p28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5" name="Google Shape;5375;p28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6" name="Google Shape;5376;p28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7" name="Google Shape;5377;p28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8" name="Google Shape;5378;p28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9" name="Google Shape;5379;p28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0" name="Google Shape;5380;p28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1" name="Google Shape;5381;p28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2" name="Google Shape;5382;p28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3" name="Google Shape;5383;p28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4" name="Google Shape;5384;p28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5" name="Google Shape;5385;p28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6" name="Google Shape;5386;p28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7" name="Google Shape;5387;p28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88" name="Google Shape;5388;p28"/>
            <p:cNvGrpSpPr/>
            <p:nvPr/>
          </p:nvGrpSpPr>
          <p:grpSpPr>
            <a:xfrm flipH="1" rot="1367661">
              <a:off x="7793668" y="3871640"/>
              <a:ext cx="1063229" cy="1293390"/>
              <a:chOff x="7491913" y="372038"/>
              <a:chExt cx="1503363" cy="1828800"/>
            </a:xfrm>
          </p:grpSpPr>
          <p:sp>
            <p:nvSpPr>
              <p:cNvPr id="5389" name="Google Shape;5389;p28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0" name="Google Shape;5390;p28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1" name="Google Shape;5391;p28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2" name="Google Shape;5392;p28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3" name="Google Shape;5393;p28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4" name="Google Shape;5394;p28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5" name="Google Shape;5395;p28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6" name="Google Shape;5396;p28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7" name="Google Shape;5397;p28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8" name="Google Shape;5398;p28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9" name="Google Shape;5399;p28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0" name="Google Shape;5400;p28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1" name="Google Shape;5401;p28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2" name="Google Shape;5402;p28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3" name="Google Shape;5403;p28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4" name="Google Shape;5404;p28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5" name="Google Shape;5405;p28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6" name="Google Shape;5406;p28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7" name="Google Shape;5407;p28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8" name="Google Shape;5408;p28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9" name="Google Shape;5409;p28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0" name="Google Shape;5410;p28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1" name="Google Shape;5411;p28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2" name="Google Shape;5412;p28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3" name="Google Shape;5413;p28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4" name="Google Shape;5414;p28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5" name="Google Shape;5415;p28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6" name="Google Shape;5416;p28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7" name="Google Shape;5417;p28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8" name="Google Shape;5418;p28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9" name="Google Shape;5419;p28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0" name="Google Shape;5420;p28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1" name="Google Shape;5421;p28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2" name="Google Shape;5422;p28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3" name="Google Shape;5423;p28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4" name="Google Shape;5424;p28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5" name="Google Shape;5425;p28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6" name="Google Shape;5426;p28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7" name="Google Shape;5427;p28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8" name="Google Shape;5428;p28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9" name="Google Shape;5429;p28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0" name="Google Shape;5430;p28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1" name="Google Shape;5431;p28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2" name="Google Shape;5432;p28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3" name="Google Shape;5433;p28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4" name="Google Shape;5434;p28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5" name="Google Shape;5435;p28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6" name="Google Shape;5436;p28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7" name="Google Shape;5437;p28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8" name="Google Shape;5438;p28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9" name="Google Shape;5439;p28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0" name="Google Shape;5440;p28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1" name="Google Shape;5441;p28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2" name="Google Shape;5442;p28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3" name="Google Shape;5443;p28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4" name="Google Shape;5444;p28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5" name="Google Shape;5445;p28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6" name="Google Shape;5446;p28"/>
            <p:cNvGrpSpPr/>
            <p:nvPr/>
          </p:nvGrpSpPr>
          <p:grpSpPr>
            <a:xfrm flipH="1" rot="2403461">
              <a:off x="7859169" y="1289043"/>
              <a:ext cx="835593" cy="1157729"/>
              <a:chOff x="8260675" y="2995400"/>
              <a:chExt cx="811213" cy="1123950"/>
            </a:xfrm>
          </p:grpSpPr>
          <p:sp>
            <p:nvSpPr>
              <p:cNvPr id="5447" name="Google Shape;5447;p28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8" name="Google Shape;5448;p28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9" name="Google Shape;5449;p28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0" name="Google Shape;5450;p28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1" name="Google Shape;5451;p28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2" name="Google Shape;5452;p28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3" name="Google Shape;5453;p28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4" name="Google Shape;5454;p28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5" name="Google Shape;5455;p28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6" name="Google Shape;5456;p28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7" name="Google Shape;5457;p28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8" name="Google Shape;5458;p28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9" name="Google Shape;5459;p28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0" name="Google Shape;5460;p28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61" name="Google Shape;5461;p28"/>
            <p:cNvGrpSpPr/>
            <p:nvPr/>
          </p:nvGrpSpPr>
          <p:grpSpPr>
            <a:xfrm flipH="1" rot="9323946">
              <a:off x="6567607" y="3389389"/>
              <a:ext cx="1280925" cy="1558211"/>
              <a:chOff x="7491913" y="372038"/>
              <a:chExt cx="1503363" cy="1828800"/>
            </a:xfrm>
          </p:grpSpPr>
          <p:sp>
            <p:nvSpPr>
              <p:cNvPr id="5462" name="Google Shape;5462;p28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3" name="Google Shape;5463;p28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4" name="Google Shape;5464;p28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5" name="Google Shape;5465;p28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6" name="Google Shape;5466;p28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7" name="Google Shape;5467;p28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8" name="Google Shape;5468;p28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9" name="Google Shape;5469;p28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0" name="Google Shape;5470;p28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1" name="Google Shape;5471;p28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2" name="Google Shape;5472;p28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3" name="Google Shape;5473;p28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4" name="Google Shape;5474;p28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5" name="Google Shape;5475;p28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6" name="Google Shape;5476;p28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7" name="Google Shape;5477;p28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8" name="Google Shape;5478;p28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9" name="Google Shape;5479;p28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0" name="Google Shape;5480;p28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1" name="Google Shape;5481;p28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2" name="Google Shape;5482;p28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3" name="Google Shape;5483;p28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4" name="Google Shape;5484;p28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5" name="Google Shape;5485;p28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6" name="Google Shape;5486;p28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7" name="Google Shape;5487;p28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8" name="Google Shape;5488;p28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9" name="Google Shape;5489;p28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0" name="Google Shape;5490;p28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1" name="Google Shape;5491;p28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2" name="Google Shape;5492;p28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3" name="Google Shape;5493;p28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4" name="Google Shape;5494;p28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5" name="Google Shape;5495;p28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6" name="Google Shape;5496;p28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7" name="Google Shape;5497;p28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8" name="Google Shape;5498;p28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9" name="Google Shape;5499;p28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0" name="Google Shape;5500;p28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1" name="Google Shape;5501;p28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2" name="Google Shape;5502;p28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3" name="Google Shape;5503;p28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4" name="Google Shape;5504;p28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5" name="Google Shape;5505;p28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6" name="Google Shape;5506;p28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7" name="Google Shape;5507;p28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8" name="Google Shape;5508;p28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9" name="Google Shape;5509;p28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0" name="Google Shape;5510;p28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1" name="Google Shape;5511;p28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2" name="Google Shape;5512;p28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3" name="Google Shape;5513;p28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4" name="Google Shape;5514;p28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5" name="Google Shape;5515;p28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6" name="Google Shape;5516;p28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7" name="Google Shape;5517;p28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8" name="Google Shape;5518;p28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19" name="Google Shape;5519;p28"/>
            <p:cNvGrpSpPr/>
            <p:nvPr/>
          </p:nvGrpSpPr>
          <p:grpSpPr>
            <a:xfrm flipH="1" rot="9575917">
              <a:off x="8321390" y="2643815"/>
              <a:ext cx="488922" cy="677411"/>
              <a:chOff x="8260675" y="2995400"/>
              <a:chExt cx="811213" cy="1123950"/>
            </a:xfrm>
          </p:grpSpPr>
          <p:sp>
            <p:nvSpPr>
              <p:cNvPr id="5520" name="Google Shape;5520;p28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1" name="Google Shape;5521;p28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2" name="Google Shape;5522;p28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3" name="Google Shape;5523;p28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4" name="Google Shape;5524;p28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5" name="Google Shape;5525;p28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6" name="Google Shape;5526;p28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7" name="Google Shape;5527;p28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8" name="Google Shape;5528;p28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9" name="Google Shape;5529;p28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0" name="Google Shape;5530;p28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1" name="Google Shape;5531;p28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2" name="Google Shape;5532;p28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3" name="Google Shape;5533;p28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34" name="Google Shape;5534;p28"/>
            <p:cNvGrpSpPr/>
            <p:nvPr/>
          </p:nvGrpSpPr>
          <p:grpSpPr>
            <a:xfrm flipH="1" rot="-1484981">
              <a:off x="6190148" y="1411602"/>
              <a:ext cx="1063277" cy="1293447"/>
              <a:chOff x="7491913" y="372038"/>
              <a:chExt cx="1503363" cy="1828800"/>
            </a:xfrm>
          </p:grpSpPr>
          <p:sp>
            <p:nvSpPr>
              <p:cNvPr id="5535" name="Google Shape;5535;p28"/>
              <p:cNvSpPr/>
              <p:nvPr/>
            </p:nvSpPr>
            <p:spPr>
              <a:xfrm>
                <a:off x="8117388" y="1383275"/>
                <a:ext cx="746125" cy="700088"/>
              </a:xfrm>
              <a:custGeom>
                <a:rect b="b" l="l" r="r" t="t"/>
                <a:pathLst>
                  <a:path extrusionOk="0" h="186" w="198">
                    <a:moveTo>
                      <a:pt x="12" y="0"/>
                    </a:moveTo>
                    <a:cubicBezTo>
                      <a:pt x="13" y="13"/>
                      <a:pt x="15" y="26"/>
                      <a:pt x="20" y="38"/>
                    </a:cubicBezTo>
                    <a:cubicBezTo>
                      <a:pt x="25" y="50"/>
                      <a:pt x="32" y="61"/>
                      <a:pt x="43" y="67"/>
                    </a:cubicBezTo>
                    <a:cubicBezTo>
                      <a:pt x="54" y="73"/>
                      <a:pt x="68" y="74"/>
                      <a:pt x="81" y="74"/>
                    </a:cubicBezTo>
                    <a:cubicBezTo>
                      <a:pt x="88" y="73"/>
                      <a:pt x="94" y="73"/>
                      <a:pt x="101" y="72"/>
                    </a:cubicBezTo>
                    <a:cubicBezTo>
                      <a:pt x="108" y="72"/>
                      <a:pt x="116" y="72"/>
                      <a:pt x="123" y="74"/>
                    </a:cubicBezTo>
                    <a:cubicBezTo>
                      <a:pt x="127" y="75"/>
                      <a:pt x="130" y="77"/>
                      <a:pt x="133" y="80"/>
                    </a:cubicBezTo>
                    <a:cubicBezTo>
                      <a:pt x="136" y="83"/>
                      <a:pt x="137" y="86"/>
                      <a:pt x="139" y="90"/>
                    </a:cubicBezTo>
                    <a:cubicBezTo>
                      <a:pt x="141" y="97"/>
                      <a:pt x="142" y="104"/>
                      <a:pt x="142" y="111"/>
                    </a:cubicBezTo>
                    <a:cubicBezTo>
                      <a:pt x="143" y="125"/>
                      <a:pt x="142" y="138"/>
                      <a:pt x="142" y="152"/>
                    </a:cubicBezTo>
                    <a:cubicBezTo>
                      <a:pt x="142" y="155"/>
                      <a:pt x="142" y="159"/>
                      <a:pt x="142" y="162"/>
                    </a:cubicBezTo>
                    <a:cubicBezTo>
                      <a:pt x="142" y="166"/>
                      <a:pt x="142" y="169"/>
                      <a:pt x="144" y="172"/>
                    </a:cubicBezTo>
                    <a:cubicBezTo>
                      <a:pt x="144" y="173"/>
                      <a:pt x="144" y="173"/>
                      <a:pt x="145" y="174"/>
                    </a:cubicBezTo>
                    <a:cubicBezTo>
                      <a:pt x="145" y="174"/>
                      <a:pt x="146" y="175"/>
                      <a:pt x="147" y="175"/>
                    </a:cubicBezTo>
                    <a:cubicBezTo>
                      <a:pt x="148" y="176"/>
                      <a:pt x="149" y="177"/>
                      <a:pt x="151" y="178"/>
                    </a:cubicBezTo>
                    <a:cubicBezTo>
                      <a:pt x="154" y="179"/>
                      <a:pt x="157" y="179"/>
                      <a:pt x="160" y="179"/>
                    </a:cubicBezTo>
                    <a:cubicBezTo>
                      <a:pt x="167" y="178"/>
                      <a:pt x="174" y="175"/>
                      <a:pt x="181" y="175"/>
                    </a:cubicBezTo>
                    <a:cubicBezTo>
                      <a:pt x="184" y="175"/>
                      <a:pt x="188" y="177"/>
                      <a:pt x="190" y="178"/>
                    </a:cubicBezTo>
                    <a:cubicBezTo>
                      <a:pt x="193" y="180"/>
                      <a:pt x="196" y="183"/>
                      <a:pt x="198" y="186"/>
                    </a:cubicBezTo>
                    <a:cubicBezTo>
                      <a:pt x="196" y="183"/>
                      <a:pt x="193" y="180"/>
                      <a:pt x="190" y="179"/>
                    </a:cubicBezTo>
                    <a:cubicBezTo>
                      <a:pt x="187" y="177"/>
                      <a:pt x="184" y="176"/>
                      <a:pt x="181" y="176"/>
                    </a:cubicBezTo>
                    <a:cubicBezTo>
                      <a:pt x="174" y="176"/>
                      <a:pt x="167" y="179"/>
                      <a:pt x="161" y="180"/>
                    </a:cubicBezTo>
                    <a:cubicBezTo>
                      <a:pt x="157" y="181"/>
                      <a:pt x="153" y="181"/>
                      <a:pt x="150" y="180"/>
                    </a:cubicBezTo>
                    <a:cubicBezTo>
                      <a:pt x="148" y="179"/>
                      <a:pt x="147" y="178"/>
                      <a:pt x="145" y="177"/>
                    </a:cubicBezTo>
                    <a:cubicBezTo>
                      <a:pt x="145" y="176"/>
                      <a:pt x="144" y="176"/>
                      <a:pt x="143" y="175"/>
                    </a:cubicBezTo>
                    <a:cubicBezTo>
                      <a:pt x="143" y="175"/>
                      <a:pt x="142" y="174"/>
                      <a:pt x="141" y="173"/>
                    </a:cubicBezTo>
                    <a:cubicBezTo>
                      <a:pt x="140" y="169"/>
                      <a:pt x="139" y="166"/>
                      <a:pt x="139" y="162"/>
                    </a:cubicBezTo>
                    <a:cubicBezTo>
                      <a:pt x="139" y="159"/>
                      <a:pt x="139" y="155"/>
                      <a:pt x="139" y="152"/>
                    </a:cubicBezTo>
                    <a:cubicBezTo>
                      <a:pt x="139" y="138"/>
                      <a:pt x="139" y="125"/>
                      <a:pt x="138" y="111"/>
                    </a:cubicBezTo>
                    <a:cubicBezTo>
                      <a:pt x="137" y="104"/>
                      <a:pt x="136" y="98"/>
                      <a:pt x="134" y="92"/>
                    </a:cubicBezTo>
                    <a:cubicBezTo>
                      <a:pt x="132" y="89"/>
                      <a:pt x="131" y="86"/>
                      <a:pt x="129" y="84"/>
                    </a:cubicBezTo>
                    <a:cubicBezTo>
                      <a:pt x="127" y="82"/>
                      <a:pt x="124" y="81"/>
                      <a:pt x="121" y="80"/>
                    </a:cubicBezTo>
                    <a:cubicBezTo>
                      <a:pt x="115" y="78"/>
                      <a:pt x="109" y="79"/>
                      <a:pt x="102" y="79"/>
                    </a:cubicBezTo>
                    <a:cubicBezTo>
                      <a:pt x="95" y="80"/>
                      <a:pt x="88" y="81"/>
                      <a:pt x="81" y="81"/>
                    </a:cubicBezTo>
                    <a:cubicBezTo>
                      <a:pt x="74" y="82"/>
                      <a:pt x="67" y="82"/>
                      <a:pt x="60" y="81"/>
                    </a:cubicBezTo>
                    <a:cubicBezTo>
                      <a:pt x="53" y="81"/>
                      <a:pt x="46" y="79"/>
                      <a:pt x="39" y="75"/>
                    </a:cubicBezTo>
                    <a:cubicBezTo>
                      <a:pt x="32" y="72"/>
                      <a:pt x="26" y="67"/>
                      <a:pt x="21" y="61"/>
                    </a:cubicBezTo>
                    <a:cubicBezTo>
                      <a:pt x="17" y="56"/>
                      <a:pt x="13" y="49"/>
                      <a:pt x="10" y="43"/>
                    </a:cubicBezTo>
                    <a:cubicBezTo>
                      <a:pt x="7" y="36"/>
                      <a:pt x="5" y="29"/>
                      <a:pt x="3" y="22"/>
                    </a:cubicBezTo>
                    <a:cubicBezTo>
                      <a:pt x="2" y="15"/>
                      <a:pt x="0" y="8"/>
                      <a:pt x="0" y="1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6" name="Google Shape;5536;p28"/>
              <p:cNvSpPr/>
              <p:nvPr/>
            </p:nvSpPr>
            <p:spPr>
              <a:xfrm>
                <a:off x="8234863" y="1394388"/>
                <a:ext cx="387350" cy="806450"/>
              </a:xfrm>
              <a:custGeom>
                <a:rect b="b" l="l" r="r" t="t"/>
                <a:pathLst>
                  <a:path extrusionOk="0" h="214" w="103">
                    <a:moveTo>
                      <a:pt x="13" y="0"/>
                    </a:moveTo>
                    <a:cubicBezTo>
                      <a:pt x="14" y="9"/>
                      <a:pt x="17" y="18"/>
                      <a:pt x="22" y="26"/>
                    </a:cubicBezTo>
                    <a:cubicBezTo>
                      <a:pt x="27" y="35"/>
                      <a:pt x="34" y="43"/>
                      <a:pt x="40" y="50"/>
                    </a:cubicBezTo>
                    <a:cubicBezTo>
                      <a:pt x="44" y="54"/>
                      <a:pt x="47" y="58"/>
                      <a:pt x="50" y="63"/>
                    </a:cubicBezTo>
                    <a:cubicBezTo>
                      <a:pt x="52" y="65"/>
                      <a:pt x="53" y="67"/>
                      <a:pt x="55" y="69"/>
                    </a:cubicBezTo>
                    <a:cubicBezTo>
                      <a:pt x="56" y="71"/>
                      <a:pt x="58" y="74"/>
                      <a:pt x="59" y="76"/>
                    </a:cubicBezTo>
                    <a:cubicBezTo>
                      <a:pt x="63" y="87"/>
                      <a:pt x="63" y="98"/>
                      <a:pt x="63" y="108"/>
                    </a:cubicBezTo>
                    <a:cubicBezTo>
                      <a:pt x="62" y="119"/>
                      <a:pt x="60" y="129"/>
                      <a:pt x="59" y="139"/>
                    </a:cubicBezTo>
                    <a:cubicBezTo>
                      <a:pt x="59" y="144"/>
                      <a:pt x="59" y="149"/>
                      <a:pt x="59" y="154"/>
                    </a:cubicBezTo>
                    <a:cubicBezTo>
                      <a:pt x="59" y="159"/>
                      <a:pt x="60" y="164"/>
                      <a:pt x="62" y="169"/>
                    </a:cubicBezTo>
                    <a:cubicBezTo>
                      <a:pt x="66" y="178"/>
                      <a:pt x="74" y="185"/>
                      <a:pt x="82" y="192"/>
                    </a:cubicBezTo>
                    <a:cubicBezTo>
                      <a:pt x="86" y="195"/>
                      <a:pt x="90" y="198"/>
                      <a:pt x="93" y="202"/>
                    </a:cubicBezTo>
                    <a:cubicBezTo>
                      <a:pt x="97" y="205"/>
                      <a:pt x="100" y="209"/>
                      <a:pt x="103" y="214"/>
                    </a:cubicBezTo>
                    <a:cubicBezTo>
                      <a:pt x="100" y="209"/>
                      <a:pt x="97" y="206"/>
                      <a:pt x="93" y="202"/>
                    </a:cubicBezTo>
                    <a:cubicBezTo>
                      <a:pt x="89" y="199"/>
                      <a:pt x="85" y="196"/>
                      <a:pt x="81" y="193"/>
                    </a:cubicBezTo>
                    <a:cubicBezTo>
                      <a:pt x="73" y="186"/>
                      <a:pt x="64" y="179"/>
                      <a:pt x="60" y="170"/>
                    </a:cubicBezTo>
                    <a:cubicBezTo>
                      <a:pt x="57" y="165"/>
                      <a:pt x="56" y="160"/>
                      <a:pt x="55" y="155"/>
                    </a:cubicBezTo>
                    <a:cubicBezTo>
                      <a:pt x="55" y="149"/>
                      <a:pt x="55" y="144"/>
                      <a:pt x="55" y="139"/>
                    </a:cubicBezTo>
                    <a:cubicBezTo>
                      <a:pt x="55" y="128"/>
                      <a:pt x="56" y="118"/>
                      <a:pt x="56" y="108"/>
                    </a:cubicBezTo>
                    <a:cubicBezTo>
                      <a:pt x="56" y="98"/>
                      <a:pt x="56" y="88"/>
                      <a:pt x="52" y="80"/>
                    </a:cubicBezTo>
                    <a:cubicBezTo>
                      <a:pt x="51" y="77"/>
                      <a:pt x="50" y="76"/>
                      <a:pt x="48" y="74"/>
                    </a:cubicBezTo>
                    <a:cubicBezTo>
                      <a:pt x="47" y="72"/>
                      <a:pt x="45" y="70"/>
                      <a:pt x="43" y="68"/>
                    </a:cubicBezTo>
                    <a:cubicBezTo>
                      <a:pt x="40" y="64"/>
                      <a:pt x="37" y="60"/>
                      <a:pt x="33" y="57"/>
                    </a:cubicBezTo>
                    <a:cubicBezTo>
                      <a:pt x="26" y="49"/>
                      <a:pt x="19" y="41"/>
                      <a:pt x="13" y="32"/>
                    </a:cubicBezTo>
                    <a:cubicBezTo>
                      <a:pt x="7" y="23"/>
                      <a:pt x="3" y="13"/>
                      <a:pt x="0" y="2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7" name="Google Shape;5537;p28"/>
              <p:cNvSpPr/>
              <p:nvPr/>
            </p:nvSpPr>
            <p:spPr>
              <a:xfrm>
                <a:off x="8292013" y="1295963"/>
                <a:ext cx="703263" cy="709613"/>
              </a:xfrm>
              <a:custGeom>
                <a:rect b="b" l="l" r="r" t="t"/>
                <a:pathLst>
                  <a:path extrusionOk="0" h="188" w="187">
                    <a:moveTo>
                      <a:pt x="10" y="0"/>
                    </a:moveTo>
                    <a:cubicBezTo>
                      <a:pt x="14" y="7"/>
                      <a:pt x="15" y="13"/>
                      <a:pt x="17" y="19"/>
                    </a:cubicBezTo>
                    <a:cubicBezTo>
                      <a:pt x="19" y="25"/>
                      <a:pt x="21" y="30"/>
                      <a:pt x="24" y="35"/>
                    </a:cubicBezTo>
                    <a:cubicBezTo>
                      <a:pt x="27" y="41"/>
                      <a:pt x="30" y="46"/>
                      <a:pt x="34" y="50"/>
                    </a:cubicBezTo>
                    <a:cubicBezTo>
                      <a:pt x="36" y="52"/>
                      <a:pt x="38" y="53"/>
                      <a:pt x="40" y="55"/>
                    </a:cubicBezTo>
                    <a:cubicBezTo>
                      <a:pt x="42" y="56"/>
                      <a:pt x="45" y="57"/>
                      <a:pt x="48" y="58"/>
                    </a:cubicBezTo>
                    <a:cubicBezTo>
                      <a:pt x="59" y="62"/>
                      <a:pt x="71" y="62"/>
                      <a:pt x="84" y="63"/>
                    </a:cubicBezTo>
                    <a:cubicBezTo>
                      <a:pt x="90" y="63"/>
                      <a:pt x="96" y="64"/>
                      <a:pt x="103" y="65"/>
                    </a:cubicBezTo>
                    <a:cubicBezTo>
                      <a:pt x="106" y="65"/>
                      <a:pt x="109" y="66"/>
                      <a:pt x="112" y="67"/>
                    </a:cubicBezTo>
                    <a:cubicBezTo>
                      <a:pt x="116" y="68"/>
                      <a:pt x="119" y="70"/>
                      <a:pt x="121" y="73"/>
                    </a:cubicBezTo>
                    <a:cubicBezTo>
                      <a:pt x="123" y="76"/>
                      <a:pt x="125" y="79"/>
                      <a:pt x="127" y="82"/>
                    </a:cubicBezTo>
                    <a:cubicBezTo>
                      <a:pt x="128" y="85"/>
                      <a:pt x="129" y="88"/>
                      <a:pt x="130" y="91"/>
                    </a:cubicBezTo>
                    <a:cubicBezTo>
                      <a:pt x="132" y="97"/>
                      <a:pt x="133" y="104"/>
                      <a:pt x="134" y="110"/>
                    </a:cubicBezTo>
                    <a:cubicBezTo>
                      <a:pt x="135" y="113"/>
                      <a:pt x="136" y="116"/>
                      <a:pt x="137" y="118"/>
                    </a:cubicBezTo>
                    <a:cubicBezTo>
                      <a:pt x="138" y="121"/>
                      <a:pt x="139" y="124"/>
                      <a:pt x="140" y="127"/>
                    </a:cubicBezTo>
                    <a:cubicBezTo>
                      <a:pt x="141" y="129"/>
                      <a:pt x="143" y="131"/>
                      <a:pt x="146" y="132"/>
                    </a:cubicBezTo>
                    <a:cubicBezTo>
                      <a:pt x="148" y="134"/>
                      <a:pt x="151" y="134"/>
                      <a:pt x="154" y="134"/>
                    </a:cubicBezTo>
                    <a:cubicBezTo>
                      <a:pt x="161" y="135"/>
                      <a:pt x="167" y="135"/>
                      <a:pt x="173" y="138"/>
                    </a:cubicBezTo>
                    <a:cubicBezTo>
                      <a:pt x="175" y="138"/>
                      <a:pt x="176" y="139"/>
                      <a:pt x="177" y="140"/>
                    </a:cubicBezTo>
                    <a:cubicBezTo>
                      <a:pt x="179" y="141"/>
                      <a:pt x="180" y="142"/>
                      <a:pt x="181" y="143"/>
                    </a:cubicBezTo>
                    <a:cubicBezTo>
                      <a:pt x="183" y="144"/>
                      <a:pt x="184" y="146"/>
                      <a:pt x="184" y="148"/>
                    </a:cubicBezTo>
                    <a:cubicBezTo>
                      <a:pt x="184" y="149"/>
                      <a:pt x="184" y="151"/>
                      <a:pt x="184" y="152"/>
                    </a:cubicBezTo>
                    <a:cubicBezTo>
                      <a:pt x="183" y="159"/>
                      <a:pt x="181" y="165"/>
                      <a:pt x="181" y="171"/>
                    </a:cubicBezTo>
                    <a:cubicBezTo>
                      <a:pt x="182" y="177"/>
                      <a:pt x="184" y="183"/>
                      <a:pt x="187" y="188"/>
                    </a:cubicBezTo>
                    <a:cubicBezTo>
                      <a:pt x="184" y="183"/>
                      <a:pt x="181" y="177"/>
                      <a:pt x="181" y="171"/>
                    </a:cubicBezTo>
                    <a:cubicBezTo>
                      <a:pt x="180" y="165"/>
                      <a:pt x="181" y="158"/>
                      <a:pt x="182" y="152"/>
                    </a:cubicBezTo>
                    <a:cubicBezTo>
                      <a:pt x="183" y="149"/>
                      <a:pt x="182" y="146"/>
                      <a:pt x="180" y="144"/>
                    </a:cubicBezTo>
                    <a:cubicBezTo>
                      <a:pt x="179" y="144"/>
                      <a:pt x="178" y="143"/>
                      <a:pt x="176" y="142"/>
                    </a:cubicBezTo>
                    <a:cubicBezTo>
                      <a:pt x="175" y="141"/>
                      <a:pt x="174" y="140"/>
                      <a:pt x="172" y="140"/>
                    </a:cubicBezTo>
                    <a:cubicBezTo>
                      <a:pt x="167" y="138"/>
                      <a:pt x="161" y="138"/>
                      <a:pt x="154" y="137"/>
                    </a:cubicBezTo>
                    <a:cubicBezTo>
                      <a:pt x="151" y="137"/>
                      <a:pt x="148" y="137"/>
                      <a:pt x="144" y="136"/>
                    </a:cubicBezTo>
                    <a:cubicBezTo>
                      <a:pt x="141" y="134"/>
                      <a:pt x="139" y="132"/>
                      <a:pt x="137" y="129"/>
                    </a:cubicBezTo>
                    <a:cubicBezTo>
                      <a:pt x="135" y="126"/>
                      <a:pt x="134" y="123"/>
                      <a:pt x="133" y="120"/>
                    </a:cubicBezTo>
                    <a:cubicBezTo>
                      <a:pt x="132" y="117"/>
                      <a:pt x="131" y="114"/>
                      <a:pt x="130" y="111"/>
                    </a:cubicBezTo>
                    <a:cubicBezTo>
                      <a:pt x="128" y="105"/>
                      <a:pt x="127" y="98"/>
                      <a:pt x="125" y="93"/>
                    </a:cubicBezTo>
                    <a:cubicBezTo>
                      <a:pt x="123" y="87"/>
                      <a:pt x="120" y="82"/>
                      <a:pt x="117" y="77"/>
                    </a:cubicBezTo>
                    <a:cubicBezTo>
                      <a:pt x="113" y="74"/>
                      <a:pt x="108" y="72"/>
                      <a:pt x="102" y="71"/>
                    </a:cubicBezTo>
                    <a:cubicBezTo>
                      <a:pt x="96" y="71"/>
                      <a:pt x="90" y="71"/>
                      <a:pt x="83" y="71"/>
                    </a:cubicBezTo>
                    <a:cubicBezTo>
                      <a:pt x="71" y="70"/>
                      <a:pt x="58" y="71"/>
                      <a:pt x="45" y="67"/>
                    </a:cubicBezTo>
                    <a:cubicBezTo>
                      <a:pt x="42" y="66"/>
                      <a:pt x="38" y="65"/>
                      <a:pt x="35" y="63"/>
                    </a:cubicBezTo>
                    <a:cubicBezTo>
                      <a:pt x="32" y="61"/>
                      <a:pt x="29" y="59"/>
                      <a:pt x="27" y="57"/>
                    </a:cubicBezTo>
                    <a:cubicBezTo>
                      <a:pt x="22" y="52"/>
                      <a:pt x="18" y="46"/>
                      <a:pt x="15" y="41"/>
                    </a:cubicBezTo>
                    <a:cubicBezTo>
                      <a:pt x="11" y="35"/>
                      <a:pt x="9" y="29"/>
                      <a:pt x="7" y="23"/>
                    </a:cubicBezTo>
                    <a:cubicBezTo>
                      <a:pt x="4" y="17"/>
                      <a:pt x="2" y="11"/>
                      <a:pt x="0" y="7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8" name="Google Shape;5538;p28"/>
              <p:cNvSpPr/>
              <p:nvPr/>
            </p:nvSpPr>
            <p:spPr>
              <a:xfrm>
                <a:off x="8117388" y="1383275"/>
                <a:ext cx="109537" cy="222250"/>
              </a:xfrm>
              <a:custGeom>
                <a:rect b="b" l="l" r="r" t="t"/>
                <a:pathLst>
                  <a:path extrusionOk="0" h="59" w="29">
                    <a:moveTo>
                      <a:pt x="20" y="38"/>
                    </a:moveTo>
                    <a:cubicBezTo>
                      <a:pt x="15" y="26"/>
                      <a:pt x="13" y="13"/>
                      <a:pt x="1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8"/>
                      <a:pt x="2" y="15"/>
                      <a:pt x="3" y="22"/>
                    </a:cubicBezTo>
                    <a:cubicBezTo>
                      <a:pt x="5" y="29"/>
                      <a:pt x="7" y="36"/>
                      <a:pt x="10" y="43"/>
                    </a:cubicBezTo>
                    <a:cubicBezTo>
                      <a:pt x="13" y="48"/>
                      <a:pt x="16" y="54"/>
                      <a:pt x="19" y="59"/>
                    </a:cubicBezTo>
                    <a:cubicBezTo>
                      <a:pt x="23" y="58"/>
                      <a:pt x="26" y="57"/>
                      <a:pt x="29" y="55"/>
                    </a:cubicBezTo>
                    <a:cubicBezTo>
                      <a:pt x="26" y="50"/>
                      <a:pt x="22" y="44"/>
                      <a:pt x="20" y="3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9" name="Google Shape;5539;p28"/>
              <p:cNvSpPr/>
              <p:nvPr/>
            </p:nvSpPr>
            <p:spPr>
              <a:xfrm>
                <a:off x="8234863" y="1394388"/>
                <a:ext cx="98425" cy="146050"/>
              </a:xfrm>
              <a:custGeom>
                <a:rect b="b" l="l" r="r" t="t"/>
                <a:pathLst>
                  <a:path extrusionOk="0" h="39" w="26">
                    <a:moveTo>
                      <a:pt x="1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13"/>
                      <a:pt x="7" y="23"/>
                      <a:pt x="13" y="32"/>
                    </a:cubicBezTo>
                    <a:cubicBezTo>
                      <a:pt x="15" y="35"/>
                      <a:pt x="16" y="37"/>
                      <a:pt x="18" y="39"/>
                    </a:cubicBezTo>
                    <a:cubicBezTo>
                      <a:pt x="21" y="37"/>
                      <a:pt x="23" y="34"/>
                      <a:pt x="26" y="32"/>
                    </a:cubicBezTo>
                    <a:cubicBezTo>
                      <a:pt x="25" y="30"/>
                      <a:pt x="23" y="28"/>
                      <a:pt x="22" y="26"/>
                    </a:cubicBezTo>
                    <a:cubicBezTo>
                      <a:pt x="17" y="18"/>
                      <a:pt x="14" y="9"/>
                      <a:pt x="13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0" name="Google Shape;5540;p28"/>
              <p:cNvSpPr/>
              <p:nvPr/>
            </p:nvSpPr>
            <p:spPr>
              <a:xfrm>
                <a:off x="8292013" y="1295963"/>
                <a:ext cx="96838" cy="180975"/>
              </a:xfrm>
              <a:custGeom>
                <a:rect b="b" l="l" r="r" t="t"/>
                <a:pathLst>
                  <a:path extrusionOk="0" h="48" w="26">
                    <a:moveTo>
                      <a:pt x="24" y="35"/>
                    </a:moveTo>
                    <a:cubicBezTo>
                      <a:pt x="21" y="30"/>
                      <a:pt x="19" y="25"/>
                      <a:pt x="17" y="19"/>
                    </a:cubicBezTo>
                    <a:cubicBezTo>
                      <a:pt x="15" y="13"/>
                      <a:pt x="14" y="7"/>
                      <a:pt x="1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11"/>
                      <a:pt x="4" y="17"/>
                      <a:pt x="7" y="23"/>
                    </a:cubicBezTo>
                    <a:cubicBezTo>
                      <a:pt x="9" y="29"/>
                      <a:pt x="11" y="35"/>
                      <a:pt x="15" y="41"/>
                    </a:cubicBezTo>
                    <a:cubicBezTo>
                      <a:pt x="16" y="43"/>
                      <a:pt x="17" y="46"/>
                      <a:pt x="19" y="48"/>
                    </a:cubicBezTo>
                    <a:cubicBezTo>
                      <a:pt x="21" y="45"/>
                      <a:pt x="24" y="42"/>
                      <a:pt x="26" y="38"/>
                    </a:cubicBezTo>
                    <a:cubicBezTo>
                      <a:pt x="25" y="37"/>
                      <a:pt x="25" y="36"/>
                      <a:pt x="24" y="3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1" name="Google Shape;5541;p28"/>
              <p:cNvSpPr/>
              <p:nvPr/>
            </p:nvSpPr>
            <p:spPr>
              <a:xfrm>
                <a:off x="7801475" y="432363"/>
                <a:ext cx="82550" cy="169863"/>
              </a:xfrm>
              <a:custGeom>
                <a:rect b="b" l="l" r="r" t="t"/>
                <a:pathLst>
                  <a:path extrusionOk="0" h="107" w="52">
                    <a:moveTo>
                      <a:pt x="28" y="107"/>
                    </a:moveTo>
                    <a:lnTo>
                      <a:pt x="0" y="0"/>
                    </a:lnTo>
                    <a:lnTo>
                      <a:pt x="52" y="100"/>
                    </a:lnTo>
                    <a:lnTo>
                      <a:pt x="28" y="1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2" name="Google Shape;5542;p28"/>
              <p:cNvSpPr/>
              <p:nvPr/>
            </p:nvSpPr>
            <p:spPr>
              <a:xfrm>
                <a:off x="7598275" y="481575"/>
                <a:ext cx="203200" cy="192088"/>
              </a:xfrm>
              <a:custGeom>
                <a:rect b="b" l="l" r="r" t="t"/>
                <a:pathLst>
                  <a:path extrusionOk="0" h="121" w="128">
                    <a:moveTo>
                      <a:pt x="128" y="97"/>
                    </a:moveTo>
                    <a:lnTo>
                      <a:pt x="0" y="0"/>
                    </a:lnTo>
                    <a:lnTo>
                      <a:pt x="116" y="121"/>
                    </a:lnTo>
                    <a:lnTo>
                      <a:pt x="128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3" name="Google Shape;5543;p28"/>
              <p:cNvSpPr/>
              <p:nvPr/>
            </p:nvSpPr>
            <p:spPr>
              <a:xfrm>
                <a:off x="7620500" y="708588"/>
                <a:ext cx="123825" cy="52388"/>
              </a:xfrm>
              <a:custGeom>
                <a:rect b="b" l="l" r="r" t="t"/>
                <a:pathLst>
                  <a:path extrusionOk="0" h="33" w="78">
                    <a:moveTo>
                      <a:pt x="78" y="11"/>
                    </a:moveTo>
                    <a:lnTo>
                      <a:pt x="0" y="0"/>
                    </a:lnTo>
                    <a:lnTo>
                      <a:pt x="78" y="33"/>
                    </a:lnTo>
                    <a:lnTo>
                      <a:pt x="78" y="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4" name="Google Shape;5544;p28"/>
              <p:cNvSpPr/>
              <p:nvPr/>
            </p:nvSpPr>
            <p:spPr>
              <a:xfrm>
                <a:off x="7491913" y="835588"/>
                <a:ext cx="265113" cy="65088"/>
              </a:xfrm>
              <a:custGeom>
                <a:rect b="b" l="l" r="r" t="t"/>
                <a:pathLst>
                  <a:path extrusionOk="0" h="41" w="167">
                    <a:moveTo>
                      <a:pt x="159" y="0"/>
                    </a:moveTo>
                    <a:lnTo>
                      <a:pt x="0" y="41"/>
                    </a:lnTo>
                    <a:lnTo>
                      <a:pt x="167" y="26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5" name="Google Shape;5545;p28"/>
              <p:cNvSpPr/>
              <p:nvPr/>
            </p:nvSpPr>
            <p:spPr>
              <a:xfrm>
                <a:off x="7944350" y="372038"/>
                <a:ext cx="38100" cy="207963"/>
              </a:xfrm>
              <a:custGeom>
                <a:rect b="b" l="l" r="r" t="t"/>
                <a:pathLst>
                  <a:path extrusionOk="0" h="131" w="24">
                    <a:moveTo>
                      <a:pt x="0" y="128"/>
                    </a:moveTo>
                    <a:lnTo>
                      <a:pt x="22" y="0"/>
                    </a:lnTo>
                    <a:lnTo>
                      <a:pt x="24" y="131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6" name="Google Shape;5546;p28"/>
              <p:cNvSpPr/>
              <p:nvPr/>
            </p:nvSpPr>
            <p:spPr>
              <a:xfrm>
                <a:off x="8057063" y="511738"/>
                <a:ext cx="169863" cy="196850"/>
              </a:xfrm>
              <a:custGeom>
                <a:rect b="b" l="l" r="r" t="t"/>
                <a:pathLst>
                  <a:path extrusionOk="0" h="124" w="107">
                    <a:moveTo>
                      <a:pt x="0" y="97"/>
                    </a:moveTo>
                    <a:lnTo>
                      <a:pt x="107" y="0"/>
                    </a:lnTo>
                    <a:lnTo>
                      <a:pt x="7" y="124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7" name="Google Shape;5547;p28"/>
              <p:cNvSpPr/>
              <p:nvPr/>
            </p:nvSpPr>
            <p:spPr>
              <a:xfrm>
                <a:off x="8012613" y="541900"/>
                <a:ext cx="63500" cy="79375"/>
              </a:xfrm>
              <a:custGeom>
                <a:rect b="b" l="l" r="r" t="t"/>
                <a:pathLst>
                  <a:path extrusionOk="0" h="50" w="40">
                    <a:moveTo>
                      <a:pt x="0" y="38"/>
                    </a:moveTo>
                    <a:lnTo>
                      <a:pt x="40" y="0"/>
                    </a:lnTo>
                    <a:lnTo>
                      <a:pt x="12" y="5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8" name="Google Shape;5548;p28"/>
              <p:cNvSpPr/>
              <p:nvPr/>
            </p:nvSpPr>
            <p:spPr>
              <a:xfrm>
                <a:off x="7880850" y="527613"/>
                <a:ext cx="33338" cy="52388"/>
              </a:xfrm>
              <a:custGeom>
                <a:rect b="b" l="l" r="r" t="t"/>
                <a:pathLst>
                  <a:path extrusionOk="0" h="33" w="21">
                    <a:moveTo>
                      <a:pt x="7" y="33"/>
                    </a:moveTo>
                    <a:lnTo>
                      <a:pt x="0" y="0"/>
                    </a:lnTo>
                    <a:lnTo>
                      <a:pt x="21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9" name="Google Shape;5549;p28"/>
              <p:cNvSpPr/>
              <p:nvPr/>
            </p:nvSpPr>
            <p:spPr>
              <a:xfrm>
                <a:off x="8095163" y="695888"/>
                <a:ext cx="222250" cy="114300"/>
              </a:xfrm>
              <a:custGeom>
                <a:rect b="b" l="l" r="r" t="t"/>
                <a:pathLst>
                  <a:path extrusionOk="0" h="72" w="140">
                    <a:moveTo>
                      <a:pt x="0" y="48"/>
                    </a:moveTo>
                    <a:lnTo>
                      <a:pt x="140" y="0"/>
                    </a:lnTo>
                    <a:lnTo>
                      <a:pt x="14" y="7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0" name="Google Shape;5550;p28"/>
              <p:cNvSpPr/>
              <p:nvPr/>
            </p:nvSpPr>
            <p:spPr>
              <a:xfrm>
                <a:off x="8095163" y="651438"/>
                <a:ext cx="117475" cy="87313"/>
              </a:xfrm>
              <a:custGeom>
                <a:rect b="b" l="l" r="r" t="t"/>
                <a:pathLst>
                  <a:path extrusionOk="0" h="55" w="74">
                    <a:moveTo>
                      <a:pt x="0" y="40"/>
                    </a:moveTo>
                    <a:lnTo>
                      <a:pt x="74" y="0"/>
                    </a:lnTo>
                    <a:lnTo>
                      <a:pt x="5" y="55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1" name="Google Shape;5551;p28"/>
              <p:cNvSpPr/>
              <p:nvPr/>
            </p:nvSpPr>
            <p:spPr>
              <a:xfrm>
                <a:off x="7688763" y="903850"/>
                <a:ext cx="90488" cy="41275"/>
              </a:xfrm>
              <a:custGeom>
                <a:rect b="b" l="l" r="r" t="t"/>
                <a:pathLst>
                  <a:path extrusionOk="0" h="26" w="57">
                    <a:moveTo>
                      <a:pt x="47" y="0"/>
                    </a:moveTo>
                    <a:lnTo>
                      <a:pt x="0" y="26"/>
                    </a:lnTo>
                    <a:lnTo>
                      <a:pt x="57" y="21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2" name="Google Shape;5552;p28"/>
              <p:cNvSpPr/>
              <p:nvPr/>
            </p:nvSpPr>
            <p:spPr>
              <a:xfrm>
                <a:off x="7582400" y="1076888"/>
                <a:ext cx="260350" cy="174625"/>
              </a:xfrm>
              <a:custGeom>
                <a:rect b="b" l="l" r="r" t="t"/>
                <a:pathLst>
                  <a:path extrusionOk="0" h="110" w="164">
                    <a:moveTo>
                      <a:pt x="152" y="0"/>
                    </a:moveTo>
                    <a:lnTo>
                      <a:pt x="0" y="110"/>
                    </a:lnTo>
                    <a:lnTo>
                      <a:pt x="164" y="36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3" name="Google Shape;5553;p28"/>
              <p:cNvSpPr/>
              <p:nvPr/>
            </p:nvSpPr>
            <p:spPr>
              <a:xfrm>
                <a:off x="7620500" y="986400"/>
                <a:ext cx="180975" cy="84138"/>
              </a:xfrm>
              <a:custGeom>
                <a:rect b="b" l="l" r="r" t="t"/>
                <a:pathLst>
                  <a:path extrusionOk="0" h="53" w="114">
                    <a:moveTo>
                      <a:pt x="114" y="19"/>
                    </a:moveTo>
                    <a:lnTo>
                      <a:pt x="0" y="53"/>
                    </a:lnTo>
                    <a:lnTo>
                      <a:pt x="112" y="0"/>
                    </a:lnTo>
                    <a:lnTo>
                      <a:pt x="114" y="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4" name="Google Shape;5554;p28"/>
              <p:cNvSpPr/>
              <p:nvPr/>
            </p:nvSpPr>
            <p:spPr>
              <a:xfrm>
                <a:off x="8155488" y="829238"/>
                <a:ext cx="98425" cy="90488"/>
              </a:xfrm>
              <a:custGeom>
                <a:rect b="b" l="l" r="r" t="t"/>
                <a:pathLst>
                  <a:path extrusionOk="0" h="57" w="62">
                    <a:moveTo>
                      <a:pt x="0" y="42"/>
                    </a:moveTo>
                    <a:lnTo>
                      <a:pt x="62" y="0"/>
                    </a:lnTo>
                    <a:lnTo>
                      <a:pt x="10" y="57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5" name="Google Shape;5555;p28"/>
              <p:cNvSpPr/>
              <p:nvPr/>
            </p:nvSpPr>
            <p:spPr>
              <a:xfrm>
                <a:off x="8193588" y="862575"/>
                <a:ext cx="236538" cy="161925"/>
              </a:xfrm>
              <a:custGeom>
                <a:rect b="b" l="l" r="r" t="t"/>
                <a:pathLst>
                  <a:path extrusionOk="0" h="102" w="149">
                    <a:moveTo>
                      <a:pt x="0" y="71"/>
                    </a:moveTo>
                    <a:lnTo>
                      <a:pt x="149" y="0"/>
                    </a:lnTo>
                    <a:lnTo>
                      <a:pt x="21" y="102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6" name="Google Shape;5556;p28"/>
              <p:cNvSpPr/>
              <p:nvPr/>
            </p:nvSpPr>
            <p:spPr>
              <a:xfrm>
                <a:off x="7793538" y="1183250"/>
                <a:ext cx="98425" cy="38100"/>
              </a:xfrm>
              <a:custGeom>
                <a:rect b="b" l="l" r="r" t="t"/>
                <a:pathLst>
                  <a:path extrusionOk="0" h="24" w="62">
                    <a:moveTo>
                      <a:pt x="52" y="0"/>
                    </a:moveTo>
                    <a:lnTo>
                      <a:pt x="0" y="21"/>
                    </a:lnTo>
                    <a:lnTo>
                      <a:pt x="62" y="24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7" name="Google Shape;5557;p28"/>
              <p:cNvSpPr/>
              <p:nvPr/>
            </p:nvSpPr>
            <p:spPr>
              <a:xfrm>
                <a:off x="7815763" y="1311838"/>
                <a:ext cx="155575" cy="211138"/>
              </a:xfrm>
              <a:custGeom>
                <a:rect b="b" l="l" r="r" t="t"/>
                <a:pathLst>
                  <a:path extrusionOk="0" h="133" w="98">
                    <a:moveTo>
                      <a:pt x="86" y="0"/>
                    </a:moveTo>
                    <a:lnTo>
                      <a:pt x="0" y="133"/>
                    </a:lnTo>
                    <a:lnTo>
                      <a:pt x="98" y="21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8" name="Google Shape;5558;p28"/>
              <p:cNvSpPr/>
              <p:nvPr/>
            </p:nvSpPr>
            <p:spPr>
              <a:xfrm>
                <a:off x="8284075" y="1032438"/>
                <a:ext cx="233363" cy="109538"/>
              </a:xfrm>
              <a:custGeom>
                <a:rect b="b" l="l" r="r" t="t"/>
                <a:pathLst>
                  <a:path extrusionOk="0" h="69" w="147">
                    <a:moveTo>
                      <a:pt x="0" y="45"/>
                    </a:moveTo>
                    <a:lnTo>
                      <a:pt x="147" y="0"/>
                    </a:lnTo>
                    <a:lnTo>
                      <a:pt x="16" y="69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9" name="Google Shape;5559;p28"/>
              <p:cNvSpPr/>
              <p:nvPr/>
            </p:nvSpPr>
            <p:spPr>
              <a:xfrm>
                <a:off x="8347575" y="1213413"/>
                <a:ext cx="161925" cy="52388"/>
              </a:xfrm>
              <a:custGeom>
                <a:rect b="b" l="l" r="r" t="t"/>
                <a:pathLst>
                  <a:path extrusionOk="0" h="33" w="102">
                    <a:moveTo>
                      <a:pt x="0" y="24"/>
                    </a:moveTo>
                    <a:lnTo>
                      <a:pt x="102" y="33"/>
                    </a:ln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0" name="Google Shape;5560;p28"/>
              <p:cNvSpPr/>
              <p:nvPr/>
            </p:nvSpPr>
            <p:spPr>
              <a:xfrm>
                <a:off x="8257088" y="1021325"/>
                <a:ext cx="82550" cy="66675"/>
              </a:xfrm>
              <a:custGeom>
                <a:rect b="b" l="l" r="r" t="t"/>
                <a:pathLst>
                  <a:path extrusionOk="0" h="42" w="52">
                    <a:moveTo>
                      <a:pt x="0" y="31"/>
                    </a:moveTo>
                    <a:lnTo>
                      <a:pt x="52" y="0"/>
                    </a:lnTo>
                    <a:lnTo>
                      <a:pt x="12" y="42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1" name="Google Shape;5561;p28"/>
              <p:cNvSpPr/>
              <p:nvPr/>
            </p:nvSpPr>
            <p:spPr>
              <a:xfrm>
                <a:off x="7845925" y="1273738"/>
                <a:ext cx="98425" cy="71438"/>
              </a:xfrm>
              <a:custGeom>
                <a:rect b="b" l="l" r="r" t="t"/>
                <a:pathLst>
                  <a:path extrusionOk="0" h="45" w="62">
                    <a:moveTo>
                      <a:pt x="57" y="0"/>
                    </a:moveTo>
                    <a:lnTo>
                      <a:pt x="0" y="45"/>
                    </a:lnTo>
                    <a:lnTo>
                      <a:pt x="62" y="1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2" name="Google Shape;5562;p28"/>
              <p:cNvSpPr/>
              <p:nvPr/>
            </p:nvSpPr>
            <p:spPr>
              <a:xfrm>
                <a:off x="7922125" y="1386450"/>
                <a:ext cx="131763" cy="192088"/>
              </a:xfrm>
              <a:custGeom>
                <a:rect b="b" l="l" r="r" t="t"/>
                <a:pathLst>
                  <a:path extrusionOk="0" h="121" w="83">
                    <a:moveTo>
                      <a:pt x="62" y="0"/>
                    </a:moveTo>
                    <a:lnTo>
                      <a:pt x="0" y="121"/>
                    </a:lnTo>
                    <a:lnTo>
                      <a:pt x="83" y="12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3" name="Google Shape;5563;p28"/>
              <p:cNvSpPr/>
              <p:nvPr/>
            </p:nvSpPr>
            <p:spPr>
              <a:xfrm>
                <a:off x="8065000" y="1432488"/>
                <a:ext cx="38100" cy="66675"/>
              </a:xfrm>
              <a:custGeom>
                <a:rect b="b" l="l" r="r" t="t"/>
                <a:pathLst>
                  <a:path extrusionOk="0" h="42" w="24">
                    <a:moveTo>
                      <a:pt x="12" y="0"/>
                    </a:moveTo>
                    <a:lnTo>
                      <a:pt x="0" y="42"/>
                    </a:lnTo>
                    <a:lnTo>
                      <a:pt x="24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4" name="Google Shape;5564;p28"/>
              <p:cNvSpPr/>
              <p:nvPr/>
            </p:nvSpPr>
            <p:spPr>
              <a:xfrm>
                <a:off x="8325350" y="1081650"/>
                <a:ext cx="260350" cy="96838"/>
              </a:xfrm>
              <a:custGeom>
                <a:rect b="b" l="l" r="r" t="t"/>
                <a:pathLst>
                  <a:path extrusionOk="0" h="61" w="164">
                    <a:moveTo>
                      <a:pt x="0" y="47"/>
                    </a:moveTo>
                    <a:lnTo>
                      <a:pt x="164" y="0"/>
                    </a:lnTo>
                    <a:lnTo>
                      <a:pt x="5" y="61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5" name="Google Shape;5565;p28"/>
              <p:cNvSpPr/>
              <p:nvPr/>
            </p:nvSpPr>
            <p:spPr>
              <a:xfrm>
                <a:off x="7831638" y="538725"/>
                <a:ext cx="52388" cy="63500"/>
              </a:xfrm>
              <a:custGeom>
                <a:rect b="b" l="l" r="r" t="t"/>
                <a:pathLst>
                  <a:path extrusionOk="0" h="17" w="14">
                    <a:moveTo>
                      <a:pt x="14" y="14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4" y="17"/>
                      <a:pt x="4" y="17"/>
                      <a:pt x="4" y="17"/>
                    </a:cubicBez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6" name="Google Shape;5566;p28"/>
              <p:cNvSpPr/>
              <p:nvPr/>
            </p:nvSpPr>
            <p:spPr>
              <a:xfrm>
                <a:off x="7741150" y="605400"/>
                <a:ext cx="60325" cy="68262"/>
              </a:xfrm>
              <a:custGeom>
                <a:rect b="b" l="l" r="r" t="t"/>
                <a:pathLst>
                  <a:path extrusionOk="0" h="18" w="16">
                    <a:moveTo>
                      <a:pt x="16" y="8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2"/>
                      <a:pt x="2" y="5"/>
                      <a:pt x="0" y="7"/>
                    </a:cubicBezTo>
                    <a:cubicBezTo>
                      <a:pt x="11" y="18"/>
                      <a:pt x="11" y="18"/>
                      <a:pt x="11" y="18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7" name="Google Shape;5567;p28"/>
              <p:cNvSpPr/>
              <p:nvPr/>
            </p:nvSpPr>
            <p:spPr>
              <a:xfrm>
                <a:off x="7696700" y="719700"/>
                <a:ext cx="47625" cy="41275"/>
              </a:xfrm>
              <a:custGeom>
                <a:rect b="b" l="l" r="r" t="t"/>
                <a:pathLst>
                  <a:path extrusionOk="0" h="11" w="13">
                    <a:moveTo>
                      <a:pt x="13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13" y="11"/>
                      <a:pt x="13" y="11"/>
                      <a:pt x="13" y="11"/>
                    </a:cubicBez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8" name="Google Shape;5568;p28"/>
              <p:cNvSpPr/>
              <p:nvPr/>
            </p:nvSpPr>
            <p:spPr>
              <a:xfrm>
                <a:off x="7696700" y="835588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3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1" y="9"/>
                      <a:pt x="2" y="12"/>
                    </a:cubicBezTo>
                    <a:cubicBezTo>
                      <a:pt x="16" y="11"/>
                      <a:pt x="16" y="11"/>
                      <a:pt x="16" y="11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9" name="Google Shape;5569;p28"/>
              <p:cNvSpPr/>
              <p:nvPr/>
            </p:nvSpPr>
            <p:spPr>
              <a:xfrm>
                <a:off x="7944350" y="522850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0" y="15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8" y="0"/>
                      <a:pt x="5" y="0"/>
                      <a:pt x="3" y="0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0" name="Google Shape;5570;p28"/>
              <p:cNvSpPr/>
              <p:nvPr/>
            </p:nvSpPr>
            <p:spPr>
              <a:xfrm>
                <a:off x="8057063" y="624450"/>
                <a:ext cx="60325" cy="84138"/>
              </a:xfrm>
              <a:custGeom>
                <a:rect b="b" l="l" r="r" t="t"/>
                <a:pathLst>
                  <a:path extrusionOk="0" h="22" w="16">
                    <a:moveTo>
                      <a:pt x="3" y="22"/>
                    </a:moveTo>
                    <a:cubicBezTo>
                      <a:pt x="16" y="6"/>
                      <a:pt x="16" y="6"/>
                      <a:pt x="16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0" y="11"/>
                      <a:pt x="0" y="11"/>
                      <a:pt x="0" y="11"/>
                    </a:cubicBezTo>
                    <a:lnTo>
                      <a:pt x="3" y="2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1" name="Google Shape;5571;p28"/>
              <p:cNvSpPr/>
              <p:nvPr/>
            </p:nvSpPr>
            <p:spPr>
              <a:xfrm>
                <a:off x="8012613" y="564125"/>
                <a:ext cx="49213" cy="57150"/>
              </a:xfrm>
              <a:custGeom>
                <a:rect b="b" l="l" r="r" t="t"/>
                <a:pathLst>
                  <a:path extrusionOk="0" h="15" w="13">
                    <a:moveTo>
                      <a:pt x="5" y="15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1" y="0"/>
                      <a:pt x="11" y="0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2" name="Google Shape;5572;p28"/>
              <p:cNvSpPr/>
              <p:nvPr/>
            </p:nvSpPr>
            <p:spPr>
              <a:xfrm>
                <a:off x="7880850" y="530788"/>
                <a:ext cx="33338" cy="49213"/>
              </a:xfrm>
              <a:custGeom>
                <a:rect b="b" l="l" r="r" t="t"/>
                <a:pathLst>
                  <a:path extrusionOk="0" h="31" w="21">
                    <a:moveTo>
                      <a:pt x="21" y="31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7" y="31"/>
                    </a:lnTo>
                    <a:lnTo>
                      <a:pt x="21" y="31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3" name="Google Shape;5573;p28"/>
              <p:cNvSpPr/>
              <p:nvPr/>
            </p:nvSpPr>
            <p:spPr>
              <a:xfrm>
                <a:off x="8095163" y="753038"/>
                <a:ext cx="71437" cy="57150"/>
              </a:xfrm>
              <a:custGeom>
                <a:rect b="b" l="l" r="r" t="t"/>
                <a:pathLst>
                  <a:path extrusionOk="0" h="15" w="19">
                    <a:moveTo>
                      <a:pt x="6" y="15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8" y="4"/>
                      <a:pt x="17" y="2"/>
                    </a:cubicBezTo>
                    <a:cubicBezTo>
                      <a:pt x="17" y="1"/>
                      <a:pt x="16" y="1"/>
                      <a:pt x="16" y="0"/>
                    </a:cubicBezTo>
                    <a:cubicBezTo>
                      <a:pt x="0" y="5"/>
                      <a:pt x="0" y="5"/>
                      <a:pt x="0" y="5"/>
                    </a:cubicBez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4" name="Google Shape;5574;p28"/>
              <p:cNvSpPr/>
              <p:nvPr/>
            </p:nvSpPr>
            <p:spPr>
              <a:xfrm>
                <a:off x="8095163" y="692713"/>
                <a:ext cx="46037" cy="46037"/>
              </a:xfrm>
              <a:custGeom>
                <a:rect b="b" l="l" r="r" t="t"/>
                <a:pathLst>
                  <a:path extrusionOk="0" h="12" w="12">
                    <a:moveTo>
                      <a:pt x="2" y="12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11" y="3"/>
                      <a:pt x="11" y="2"/>
                      <a:pt x="10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2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5" name="Google Shape;5575;p28"/>
              <p:cNvSpPr/>
              <p:nvPr/>
            </p:nvSpPr>
            <p:spPr>
              <a:xfrm>
                <a:off x="7714163" y="903850"/>
                <a:ext cx="65088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1" y="9"/>
                      <a:pt x="1" y="10"/>
                    </a:cubicBezTo>
                    <a:cubicBezTo>
                      <a:pt x="17" y="9"/>
                      <a:pt x="17" y="9"/>
                      <a:pt x="17" y="9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6" name="Google Shape;5576;p28"/>
              <p:cNvSpPr/>
              <p:nvPr/>
            </p:nvSpPr>
            <p:spPr>
              <a:xfrm>
                <a:off x="7782425" y="1076888"/>
                <a:ext cx="60325" cy="76200"/>
              </a:xfrm>
              <a:custGeom>
                <a:rect b="b" l="l" r="r" t="t"/>
                <a:pathLst>
                  <a:path extrusionOk="0" h="20" w="16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12"/>
                      <a:pt x="3" y="16"/>
                      <a:pt x="5" y="20"/>
                    </a:cubicBezTo>
                    <a:cubicBezTo>
                      <a:pt x="16" y="15"/>
                      <a:pt x="16" y="15"/>
                      <a:pt x="16" y="1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7" name="Google Shape;5577;p28"/>
              <p:cNvSpPr/>
              <p:nvPr/>
            </p:nvSpPr>
            <p:spPr>
              <a:xfrm>
                <a:off x="7741150" y="986400"/>
                <a:ext cx="60325" cy="46037"/>
              </a:xfrm>
              <a:custGeom>
                <a:rect b="b" l="l" r="r" t="t"/>
                <a:pathLst>
                  <a:path extrusionOk="0" h="12" w="16">
                    <a:moveTo>
                      <a:pt x="15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1"/>
                      <a:pt x="2" y="11"/>
                      <a:pt x="2" y="12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8" name="Google Shape;5578;p28"/>
              <p:cNvSpPr/>
              <p:nvPr/>
            </p:nvSpPr>
            <p:spPr>
              <a:xfrm>
                <a:off x="8155488" y="865750"/>
                <a:ext cx="52388" cy="53975"/>
              </a:xfrm>
              <a:custGeom>
                <a:rect b="b" l="l" r="r" t="t"/>
                <a:pathLst>
                  <a:path extrusionOk="0" h="14" w="14">
                    <a:moveTo>
                      <a:pt x="4" y="14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1"/>
                      <a:pt x="12" y="0"/>
                    </a:cubicBezTo>
                    <a:cubicBezTo>
                      <a:pt x="0" y="8"/>
                      <a:pt x="0" y="8"/>
                      <a:pt x="0" y="8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9" name="Google Shape;5579;p28"/>
              <p:cNvSpPr/>
              <p:nvPr/>
            </p:nvSpPr>
            <p:spPr>
              <a:xfrm>
                <a:off x="8193588" y="953063"/>
                <a:ext cx="74613" cy="71437"/>
              </a:xfrm>
              <a:custGeom>
                <a:rect b="b" l="l" r="r" t="t"/>
                <a:pathLst>
                  <a:path extrusionOk="0" h="19" w="20">
                    <a:moveTo>
                      <a:pt x="9" y="19"/>
                    </a:moveTo>
                    <a:cubicBezTo>
                      <a:pt x="20" y="10"/>
                      <a:pt x="20" y="10"/>
                      <a:pt x="20" y="10"/>
                    </a:cubicBezTo>
                    <a:cubicBezTo>
                      <a:pt x="18" y="7"/>
                      <a:pt x="16" y="3"/>
                      <a:pt x="14" y="0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9" y="19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0" name="Google Shape;5580;p28"/>
              <p:cNvSpPr/>
              <p:nvPr/>
            </p:nvSpPr>
            <p:spPr>
              <a:xfrm>
                <a:off x="7828463" y="1183250"/>
                <a:ext cx="63500" cy="38100"/>
              </a:xfrm>
              <a:custGeom>
                <a:rect b="b" l="l" r="r" t="t"/>
                <a:pathLst>
                  <a:path extrusionOk="0" h="10" w="17">
                    <a:moveTo>
                      <a:pt x="13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2" y="10"/>
                    </a:cubicBezTo>
                    <a:cubicBezTo>
                      <a:pt x="17" y="10"/>
                      <a:pt x="17" y="10"/>
                      <a:pt x="17" y="1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1" name="Google Shape;5581;p28"/>
              <p:cNvSpPr/>
              <p:nvPr/>
            </p:nvSpPr>
            <p:spPr>
              <a:xfrm>
                <a:off x="7922125" y="1311838"/>
                <a:ext cx="49213" cy="63500"/>
              </a:xfrm>
              <a:custGeom>
                <a:rect b="b" l="l" r="r" t="t"/>
                <a:pathLst>
                  <a:path extrusionOk="0" h="17" w="13">
                    <a:moveTo>
                      <a:pt x="8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1" y="13"/>
                      <a:pt x="2" y="14"/>
                      <a:pt x="3" y="15"/>
                    </a:cubicBezTo>
                    <a:cubicBezTo>
                      <a:pt x="4" y="16"/>
                      <a:pt x="4" y="17"/>
                      <a:pt x="5" y="17"/>
                    </a:cubicBezTo>
                    <a:cubicBezTo>
                      <a:pt x="13" y="9"/>
                      <a:pt x="13" y="9"/>
                      <a:pt x="13" y="9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2" name="Google Shape;5582;p28"/>
              <p:cNvSpPr/>
              <p:nvPr/>
            </p:nvSpPr>
            <p:spPr>
              <a:xfrm>
                <a:off x="8284075" y="1088000"/>
                <a:ext cx="71437" cy="53975"/>
              </a:xfrm>
              <a:custGeom>
                <a:rect b="b" l="l" r="r" t="t"/>
                <a:pathLst>
                  <a:path extrusionOk="0" h="14" w="19">
                    <a:moveTo>
                      <a:pt x="7" y="14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8" y="5"/>
                      <a:pt x="16" y="2"/>
                      <a:pt x="14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7" y="14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3" name="Google Shape;5583;p28"/>
              <p:cNvSpPr/>
              <p:nvPr/>
            </p:nvSpPr>
            <p:spPr>
              <a:xfrm>
                <a:off x="8347575" y="1213413"/>
                <a:ext cx="57150" cy="41275"/>
              </a:xfrm>
              <a:custGeom>
                <a:rect b="b" l="l" r="r" t="t"/>
                <a:pathLst>
                  <a:path extrusionOk="0" h="11" w="15">
                    <a:moveTo>
                      <a:pt x="0" y="10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9"/>
                    </a:cubicBezTo>
                    <a:cubicBezTo>
                      <a:pt x="15" y="7"/>
                      <a:pt x="15" y="6"/>
                      <a:pt x="14" y="5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4" name="Google Shape;5584;p28"/>
              <p:cNvSpPr/>
              <p:nvPr/>
            </p:nvSpPr>
            <p:spPr>
              <a:xfrm>
                <a:off x="8257088" y="1043550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5" y="12"/>
                    </a:moveTo>
                    <a:cubicBezTo>
                      <a:pt x="14" y="2"/>
                      <a:pt x="14" y="2"/>
                      <a:pt x="14" y="2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0" y="7"/>
                      <a:pt x="0" y="7"/>
                      <a:pt x="0" y="7"/>
                    </a:cubicBezTo>
                    <a:lnTo>
                      <a:pt x="5" y="12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5" name="Google Shape;5585;p28"/>
              <p:cNvSpPr/>
              <p:nvPr/>
            </p:nvSpPr>
            <p:spPr>
              <a:xfrm>
                <a:off x="7891963" y="1273738"/>
                <a:ext cx="52388" cy="44450"/>
              </a:xfrm>
              <a:custGeom>
                <a:rect b="b" l="l" r="r" t="t"/>
                <a:pathLst>
                  <a:path extrusionOk="0" h="12" w="14">
                    <a:moveTo>
                      <a:pt x="12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6" name="Google Shape;5586;p28"/>
              <p:cNvSpPr/>
              <p:nvPr/>
            </p:nvSpPr>
            <p:spPr>
              <a:xfrm>
                <a:off x="7996738" y="1386450"/>
                <a:ext cx="57150" cy="63500"/>
              </a:xfrm>
              <a:custGeom>
                <a:rect b="b" l="l" r="r" t="t"/>
                <a:pathLst>
                  <a:path extrusionOk="0" h="17" w="15">
                    <a:moveTo>
                      <a:pt x="6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" y="14"/>
                      <a:pt x="4" y="15"/>
                      <a:pt x="6" y="17"/>
                    </a:cubicBezTo>
                    <a:cubicBezTo>
                      <a:pt x="15" y="5"/>
                      <a:pt x="15" y="5"/>
                      <a:pt x="15" y="5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7" name="Google Shape;5587;p28"/>
              <p:cNvSpPr/>
              <p:nvPr/>
            </p:nvSpPr>
            <p:spPr>
              <a:xfrm>
                <a:off x="8068175" y="1432488"/>
                <a:ext cx="34925" cy="47625"/>
              </a:xfrm>
              <a:custGeom>
                <a:rect b="b" l="l" r="r" t="t"/>
                <a:pathLst>
                  <a:path extrusionOk="0" h="13" w="9">
                    <a:moveTo>
                      <a:pt x="4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2" y="13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8" name="Google Shape;5588;p28"/>
              <p:cNvSpPr/>
              <p:nvPr/>
            </p:nvSpPr>
            <p:spPr>
              <a:xfrm>
                <a:off x="8325350" y="1141975"/>
                <a:ext cx="55563" cy="36513"/>
              </a:xfrm>
              <a:custGeom>
                <a:rect b="b" l="l" r="r" t="t"/>
                <a:pathLst>
                  <a:path extrusionOk="0" h="10" w="15">
                    <a:moveTo>
                      <a:pt x="2" y="10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4" y="3"/>
                      <a:pt x="13" y="2"/>
                      <a:pt x="12" y="0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2" y="10"/>
                    </a:ln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9" name="Google Shape;5589;p28"/>
              <p:cNvSpPr/>
              <p:nvPr/>
            </p:nvSpPr>
            <p:spPr>
              <a:xfrm>
                <a:off x="7710988" y="522850"/>
                <a:ext cx="682625" cy="973137"/>
              </a:xfrm>
              <a:custGeom>
                <a:rect b="b" l="l" r="r" t="t"/>
                <a:pathLst>
                  <a:path extrusionOk="0" h="258" w="181">
                    <a:moveTo>
                      <a:pt x="69" y="218"/>
                    </a:moveTo>
                    <a:cubicBezTo>
                      <a:pt x="100" y="258"/>
                      <a:pt x="129" y="253"/>
                      <a:pt x="152" y="231"/>
                    </a:cubicBezTo>
                    <a:cubicBezTo>
                      <a:pt x="181" y="204"/>
                      <a:pt x="175" y="181"/>
                      <a:pt x="156" y="156"/>
                    </a:cubicBezTo>
                    <a:cubicBezTo>
                      <a:pt x="132" y="124"/>
                      <a:pt x="118" y="98"/>
                      <a:pt x="102" y="51"/>
                    </a:cubicBezTo>
                    <a:cubicBezTo>
                      <a:pt x="94" y="26"/>
                      <a:pt x="76" y="0"/>
                      <a:pt x="41" y="16"/>
                    </a:cubicBezTo>
                    <a:cubicBezTo>
                      <a:pt x="13" y="29"/>
                      <a:pt x="0" y="54"/>
                      <a:pt x="9" y="90"/>
                    </a:cubicBezTo>
                    <a:cubicBezTo>
                      <a:pt x="18" y="128"/>
                      <a:pt x="36" y="175"/>
                      <a:pt x="69" y="2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0" name="Google Shape;5590;p28"/>
              <p:cNvSpPr/>
              <p:nvPr/>
            </p:nvSpPr>
            <p:spPr>
              <a:xfrm>
                <a:off x="7718925" y="624450"/>
                <a:ext cx="674688" cy="871538"/>
              </a:xfrm>
              <a:custGeom>
                <a:rect b="b" l="l" r="r" t="t"/>
                <a:pathLst>
                  <a:path extrusionOk="0" h="231" w="179">
                    <a:moveTo>
                      <a:pt x="136" y="162"/>
                    </a:moveTo>
                    <a:cubicBezTo>
                      <a:pt x="118" y="178"/>
                      <a:pt x="91" y="176"/>
                      <a:pt x="63" y="131"/>
                    </a:cubicBezTo>
                    <a:cubicBezTo>
                      <a:pt x="33" y="83"/>
                      <a:pt x="17" y="33"/>
                      <a:pt x="23" y="0"/>
                    </a:cubicBezTo>
                    <a:cubicBezTo>
                      <a:pt x="7" y="14"/>
                      <a:pt x="0" y="35"/>
                      <a:pt x="7" y="63"/>
                    </a:cubicBezTo>
                    <a:cubicBezTo>
                      <a:pt x="16" y="101"/>
                      <a:pt x="34" y="148"/>
                      <a:pt x="67" y="191"/>
                    </a:cubicBezTo>
                    <a:cubicBezTo>
                      <a:pt x="98" y="231"/>
                      <a:pt x="127" y="226"/>
                      <a:pt x="150" y="204"/>
                    </a:cubicBezTo>
                    <a:cubicBezTo>
                      <a:pt x="179" y="177"/>
                      <a:pt x="173" y="154"/>
                      <a:pt x="154" y="129"/>
                    </a:cubicBezTo>
                    <a:cubicBezTo>
                      <a:pt x="150" y="123"/>
                      <a:pt x="145" y="117"/>
                      <a:pt x="141" y="111"/>
                    </a:cubicBezTo>
                    <a:cubicBezTo>
                      <a:pt x="147" y="128"/>
                      <a:pt x="150" y="150"/>
                      <a:pt x="136" y="16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1" name="Google Shape;5591;p28"/>
              <p:cNvSpPr/>
              <p:nvPr/>
            </p:nvSpPr>
            <p:spPr>
              <a:xfrm>
                <a:off x="7930063" y="594288"/>
                <a:ext cx="161925" cy="276225"/>
              </a:xfrm>
              <a:custGeom>
                <a:rect b="b" l="l" r="r" t="t"/>
                <a:pathLst>
                  <a:path extrusionOk="0" h="73" w="43">
                    <a:moveTo>
                      <a:pt x="35" y="31"/>
                    </a:moveTo>
                    <a:cubicBezTo>
                      <a:pt x="43" y="49"/>
                      <a:pt x="43" y="67"/>
                      <a:pt x="36" y="70"/>
                    </a:cubicBezTo>
                    <a:cubicBezTo>
                      <a:pt x="29" y="73"/>
                      <a:pt x="17" y="60"/>
                      <a:pt x="9" y="42"/>
                    </a:cubicBezTo>
                    <a:cubicBezTo>
                      <a:pt x="1" y="23"/>
                      <a:pt x="0" y="6"/>
                      <a:pt x="8" y="3"/>
                    </a:cubicBezTo>
                    <a:cubicBezTo>
                      <a:pt x="15" y="0"/>
                      <a:pt x="27" y="12"/>
                      <a:pt x="35" y="31"/>
                    </a:cubicBezTo>
                    <a:close/>
                  </a:path>
                </a:pathLst>
              </a:custGeom>
              <a:solidFill>
                <a:srgbClr val="F8F8F8">
                  <a:alpha val="20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92" name="Google Shape;5592;p28"/>
            <p:cNvGrpSpPr/>
            <p:nvPr/>
          </p:nvGrpSpPr>
          <p:grpSpPr>
            <a:xfrm flipH="1" rot="3646050">
              <a:off x="7244703" y="2416863"/>
              <a:ext cx="347671" cy="481705"/>
              <a:chOff x="8260675" y="2995400"/>
              <a:chExt cx="811213" cy="1123950"/>
            </a:xfrm>
          </p:grpSpPr>
          <p:sp>
            <p:nvSpPr>
              <p:cNvPr id="5593" name="Google Shape;5593;p28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4" name="Google Shape;5594;p28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5" name="Google Shape;5595;p28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6" name="Google Shape;5596;p28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7" name="Google Shape;5597;p28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8" name="Google Shape;5598;p28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9" name="Google Shape;5599;p28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0" name="Google Shape;5600;p28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1" name="Google Shape;5601;p28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2" name="Google Shape;5602;p28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3" name="Google Shape;5603;p28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4" name="Google Shape;5604;p28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5" name="Google Shape;5605;p28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6" name="Google Shape;5606;p28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07" name="Google Shape;5607;p28"/>
            <p:cNvGrpSpPr/>
            <p:nvPr/>
          </p:nvGrpSpPr>
          <p:grpSpPr>
            <a:xfrm rot="-887846">
              <a:off x="6166123" y="-21490"/>
              <a:ext cx="834611" cy="712163"/>
              <a:chOff x="-469100" y="3905588"/>
              <a:chExt cx="1352550" cy="1154113"/>
            </a:xfrm>
          </p:grpSpPr>
          <p:grpSp>
            <p:nvGrpSpPr>
              <p:cNvPr id="5608" name="Google Shape;5608;p28"/>
              <p:cNvGrpSpPr/>
              <p:nvPr/>
            </p:nvGrpSpPr>
            <p:grpSpPr>
              <a:xfrm>
                <a:off x="-469100" y="3905588"/>
                <a:ext cx="1352550" cy="1154113"/>
                <a:chOff x="-469100" y="3905588"/>
                <a:chExt cx="1352550" cy="1154113"/>
              </a:xfrm>
            </p:grpSpPr>
            <p:sp>
              <p:nvSpPr>
                <p:cNvPr id="5609" name="Google Shape;5609;p28"/>
                <p:cNvSpPr/>
                <p:nvPr/>
              </p:nvSpPr>
              <p:spPr>
                <a:xfrm>
                  <a:off x="-469100" y="3905588"/>
                  <a:ext cx="1352550" cy="1154113"/>
                </a:xfrm>
                <a:custGeom>
                  <a:rect b="b" l="l" r="r" t="t"/>
                  <a:pathLst>
                    <a:path extrusionOk="0" h="306" w="359">
                      <a:moveTo>
                        <a:pt x="197" y="261"/>
                      </a:moveTo>
                      <a:cubicBezTo>
                        <a:pt x="197" y="261"/>
                        <a:pt x="197" y="261"/>
                        <a:pt x="197" y="261"/>
                      </a:cubicBezTo>
                      <a:cubicBezTo>
                        <a:pt x="200" y="261"/>
                        <a:pt x="203" y="262"/>
                        <a:pt x="205" y="264"/>
                      </a:cubicBezTo>
                      <a:cubicBezTo>
                        <a:pt x="207" y="265"/>
                        <a:pt x="208" y="267"/>
                        <a:pt x="208" y="269"/>
                      </a:cubicBezTo>
                      <a:cubicBezTo>
                        <a:pt x="208" y="273"/>
                        <a:pt x="202" y="277"/>
                        <a:pt x="197" y="277"/>
                      </a:cubicBezTo>
                      <a:cubicBezTo>
                        <a:pt x="197" y="277"/>
                        <a:pt x="197" y="277"/>
                        <a:pt x="197" y="277"/>
                      </a:cubicBezTo>
                      <a:cubicBezTo>
                        <a:pt x="196" y="277"/>
                        <a:pt x="196" y="277"/>
                        <a:pt x="196" y="277"/>
                      </a:cubicBezTo>
                      <a:cubicBezTo>
                        <a:pt x="191" y="277"/>
                        <a:pt x="188" y="274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9"/>
                        <a:pt x="188" y="269"/>
                        <a:pt x="188" y="269"/>
                      </a:cubicBezTo>
                      <a:cubicBezTo>
                        <a:pt x="188" y="268"/>
                        <a:pt x="188" y="267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89" y="266"/>
                        <a:pt x="189" y="266"/>
                        <a:pt x="189" y="266"/>
                      </a:cubicBezTo>
                      <a:cubicBezTo>
                        <a:pt x="190" y="263"/>
                        <a:pt x="193" y="261"/>
                        <a:pt x="196" y="261"/>
                      </a:cubicBezTo>
                      <a:cubicBezTo>
                        <a:pt x="196" y="261"/>
                        <a:pt x="196" y="261"/>
                        <a:pt x="197" y="261"/>
                      </a:cubicBezTo>
                      <a:moveTo>
                        <a:pt x="308" y="170"/>
                      </a:moveTo>
                      <a:cubicBezTo>
                        <a:pt x="308" y="170"/>
                        <a:pt x="308" y="170"/>
                        <a:pt x="309" y="170"/>
                      </a:cubicBezTo>
                      <a:cubicBezTo>
                        <a:pt x="313" y="170"/>
                        <a:pt x="318" y="172"/>
                        <a:pt x="321" y="175"/>
                      </a:cubicBezTo>
                      <a:cubicBezTo>
                        <a:pt x="324" y="177"/>
                        <a:pt x="325" y="179"/>
                        <a:pt x="325" y="182"/>
                      </a:cubicBezTo>
                      <a:cubicBezTo>
                        <a:pt x="325" y="189"/>
                        <a:pt x="317" y="196"/>
                        <a:pt x="309" y="196"/>
                      </a:cubicBezTo>
                      <a:cubicBezTo>
                        <a:pt x="308" y="196"/>
                        <a:pt x="308" y="196"/>
                        <a:pt x="308" y="196"/>
                      </a:cubicBezTo>
                      <a:cubicBezTo>
                        <a:pt x="307" y="196"/>
                        <a:pt x="307" y="196"/>
                        <a:pt x="307" y="196"/>
                      </a:cubicBezTo>
                      <a:cubicBezTo>
                        <a:pt x="300" y="196"/>
                        <a:pt x="294" y="190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3"/>
                        <a:pt x="294" y="183"/>
                        <a:pt x="294" y="183"/>
                      </a:cubicBezTo>
                      <a:cubicBezTo>
                        <a:pt x="294" y="181"/>
                        <a:pt x="294" y="179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5" y="177"/>
                        <a:pt x="295" y="177"/>
                        <a:pt x="295" y="177"/>
                      </a:cubicBezTo>
                      <a:cubicBezTo>
                        <a:pt x="297" y="173"/>
                        <a:pt x="302" y="170"/>
                        <a:pt x="307" y="170"/>
                      </a:cubicBezTo>
                      <a:cubicBezTo>
                        <a:pt x="307" y="170"/>
                        <a:pt x="307" y="170"/>
                        <a:pt x="308" y="170"/>
                      </a:cubicBezTo>
                      <a:moveTo>
                        <a:pt x="41" y="150"/>
                      </a:moveTo>
                      <a:cubicBezTo>
                        <a:pt x="42" y="150"/>
                        <a:pt x="42" y="150"/>
                        <a:pt x="42" y="150"/>
                      </a:cubicBezTo>
                      <a:cubicBezTo>
                        <a:pt x="46" y="150"/>
                        <a:pt x="51" y="151"/>
                        <a:pt x="53" y="154"/>
                      </a:cubicBezTo>
                      <a:cubicBezTo>
                        <a:pt x="56" y="156"/>
                        <a:pt x="57" y="158"/>
                        <a:pt x="57" y="161"/>
                      </a:cubicBezTo>
                      <a:cubicBezTo>
                        <a:pt x="57" y="167"/>
                        <a:pt x="50" y="173"/>
                        <a:pt x="42" y="173"/>
                      </a:cubicBezTo>
                      <a:cubicBezTo>
                        <a:pt x="42" y="173"/>
                        <a:pt x="42" y="173"/>
                        <a:pt x="41" y="173"/>
                      </a:cubicBezTo>
                      <a:cubicBezTo>
                        <a:pt x="41" y="173"/>
                        <a:pt x="41" y="173"/>
                        <a:pt x="40" y="173"/>
                      </a:cubicBezTo>
                      <a:cubicBezTo>
                        <a:pt x="34" y="173"/>
                        <a:pt x="29" y="168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61"/>
                        <a:pt x="29" y="161"/>
                        <a:pt x="29" y="161"/>
                      </a:cubicBezTo>
                      <a:cubicBezTo>
                        <a:pt x="29" y="159"/>
                        <a:pt x="29" y="158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0" y="156"/>
                        <a:pt x="30" y="156"/>
                        <a:pt x="30" y="156"/>
                      </a:cubicBezTo>
                      <a:cubicBezTo>
                        <a:pt x="32" y="152"/>
                        <a:pt x="36" y="150"/>
                        <a:pt x="40" y="150"/>
                      </a:cubicBezTo>
                      <a:cubicBezTo>
                        <a:pt x="41" y="150"/>
                        <a:pt x="41" y="150"/>
                        <a:pt x="41" y="150"/>
                      </a:cubicBezTo>
                      <a:moveTo>
                        <a:pt x="285" y="133"/>
                      </a:moveTo>
                      <a:cubicBezTo>
                        <a:pt x="285" y="133"/>
                        <a:pt x="285" y="133"/>
                        <a:pt x="285" y="133"/>
                      </a:cubicBezTo>
                      <a:cubicBezTo>
                        <a:pt x="287" y="133"/>
                        <a:pt x="289" y="133"/>
                        <a:pt x="290" y="134"/>
                      </a:cubicBezTo>
                      <a:cubicBezTo>
                        <a:pt x="291" y="135"/>
                        <a:pt x="291" y="136"/>
                        <a:pt x="291" y="137"/>
                      </a:cubicBezTo>
                      <a:cubicBezTo>
                        <a:pt x="291" y="139"/>
                        <a:pt x="288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5" y="142"/>
                        <a:pt x="285" y="142"/>
                        <a:pt x="285" y="142"/>
                      </a:cubicBezTo>
                      <a:cubicBezTo>
                        <a:pt x="282" y="142"/>
                        <a:pt x="280" y="140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7"/>
                        <a:pt x="280" y="137"/>
                        <a:pt x="280" y="137"/>
                      </a:cubicBezTo>
                      <a:cubicBezTo>
                        <a:pt x="280" y="136"/>
                        <a:pt x="280" y="136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5"/>
                        <a:pt x="281" y="135"/>
                        <a:pt x="281" y="135"/>
                      </a:cubicBezTo>
                      <a:cubicBezTo>
                        <a:pt x="281" y="134"/>
                        <a:pt x="283" y="133"/>
                        <a:pt x="285" y="133"/>
                      </a:cubicBezTo>
                      <a:cubicBezTo>
                        <a:pt x="285" y="133"/>
                        <a:pt x="285" y="133"/>
                        <a:pt x="285" y="133"/>
                      </a:cubicBezTo>
                      <a:moveTo>
                        <a:pt x="33" y="122"/>
                      </a:moveTo>
                      <a:cubicBezTo>
                        <a:pt x="34" y="122"/>
                        <a:pt x="34" y="122"/>
                        <a:pt x="34" y="122"/>
                      </a:cubicBezTo>
                      <a:cubicBezTo>
                        <a:pt x="37" y="122"/>
                        <a:pt x="40" y="123"/>
                        <a:pt x="42" y="125"/>
                      </a:cubicBezTo>
                      <a:cubicBezTo>
                        <a:pt x="43" y="126"/>
                        <a:pt x="44" y="127"/>
                        <a:pt x="44" y="129"/>
                      </a:cubicBezTo>
                      <a:cubicBezTo>
                        <a:pt x="44" y="134"/>
                        <a:pt x="39" y="138"/>
                        <a:pt x="34" y="138"/>
                      </a:cubicBezTo>
                      <a:cubicBezTo>
                        <a:pt x="34" y="138"/>
                        <a:pt x="34" y="138"/>
                        <a:pt x="33" y="138"/>
                      </a:cubicBezTo>
                      <a:cubicBezTo>
                        <a:pt x="33" y="138"/>
                        <a:pt x="33" y="138"/>
                        <a:pt x="33" y="138"/>
                      </a:cubicBezTo>
                      <a:cubicBezTo>
                        <a:pt x="28" y="138"/>
                        <a:pt x="25" y="134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30"/>
                        <a:pt x="25" y="130"/>
                        <a:pt x="25" y="130"/>
                      </a:cubicBezTo>
                      <a:cubicBezTo>
                        <a:pt x="25" y="128"/>
                        <a:pt x="25" y="127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6" y="126"/>
                        <a:pt x="26" y="126"/>
                        <a:pt x="26" y="126"/>
                      </a:cubicBezTo>
                      <a:cubicBezTo>
                        <a:pt x="27" y="124"/>
                        <a:pt x="30" y="122"/>
                        <a:pt x="33" y="122"/>
                      </a:cubicBezTo>
                      <a:cubicBezTo>
                        <a:pt x="33" y="122"/>
                        <a:pt x="33" y="122"/>
                        <a:pt x="33" y="122"/>
                      </a:cubicBezTo>
                      <a:moveTo>
                        <a:pt x="43" y="101"/>
                      </a:moveTo>
                      <a:cubicBezTo>
                        <a:pt x="43" y="101"/>
                        <a:pt x="44" y="101"/>
                        <a:pt x="44" y="101"/>
                      </a:cubicBezTo>
                      <a:cubicBezTo>
                        <a:pt x="45" y="101"/>
                        <a:pt x="47" y="102"/>
                        <a:pt x="48" y="103"/>
                      </a:cubicBezTo>
                      <a:cubicBezTo>
                        <a:pt x="49" y="104"/>
                        <a:pt x="49" y="105"/>
                        <a:pt x="49" y="106"/>
                      </a:cubicBezTo>
                      <a:cubicBezTo>
                        <a:pt x="49" y="108"/>
                        <a:pt x="47" y="110"/>
                        <a:pt x="44" y="110"/>
                      </a:cubicBezTo>
                      <a:cubicBezTo>
                        <a:pt x="44" y="110"/>
                        <a:pt x="43" y="110"/>
                        <a:pt x="43" y="110"/>
                      </a:cubicBezTo>
                      <a:cubicBezTo>
                        <a:pt x="43" y="110"/>
                        <a:pt x="43" y="110"/>
                        <a:pt x="43" y="110"/>
                      </a:cubicBezTo>
                      <a:cubicBezTo>
                        <a:pt x="40" y="110"/>
                        <a:pt x="38" y="108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6"/>
                        <a:pt x="38" y="106"/>
                        <a:pt x="38" y="106"/>
                      </a:cubicBezTo>
                      <a:cubicBezTo>
                        <a:pt x="38" y="105"/>
                        <a:pt x="39" y="105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2"/>
                        <a:pt x="41" y="101"/>
                        <a:pt x="43" y="101"/>
                      </a:cubicBezTo>
                      <a:cubicBezTo>
                        <a:pt x="43" y="101"/>
                        <a:pt x="43" y="101"/>
                        <a:pt x="43" y="101"/>
                      </a:cubicBezTo>
                      <a:moveTo>
                        <a:pt x="164" y="239"/>
                      </a:moveTo>
                      <a:cubicBezTo>
                        <a:pt x="106" y="239"/>
                        <a:pt x="66" y="217"/>
                        <a:pt x="66" y="166"/>
                      </a:cubicBezTo>
                      <a:cubicBezTo>
                        <a:pt x="66" y="137"/>
                        <a:pt x="67" y="111"/>
                        <a:pt x="89" y="89"/>
                      </a:cubicBezTo>
                      <a:cubicBezTo>
                        <a:pt x="105" y="71"/>
                        <a:pt x="138" y="63"/>
                        <a:pt x="164" y="53"/>
                      </a:cubicBezTo>
                      <a:cubicBezTo>
                        <a:pt x="169" y="52"/>
                        <a:pt x="174" y="51"/>
                        <a:pt x="179" y="51"/>
                      </a:cubicBezTo>
                      <a:cubicBezTo>
                        <a:pt x="203" y="51"/>
                        <a:pt x="225" y="73"/>
                        <a:pt x="242" y="93"/>
                      </a:cubicBezTo>
                      <a:cubicBezTo>
                        <a:pt x="258" y="111"/>
                        <a:pt x="269" y="118"/>
                        <a:pt x="269" y="140"/>
                      </a:cubicBezTo>
                      <a:cubicBezTo>
                        <a:pt x="269" y="167"/>
                        <a:pt x="250" y="190"/>
                        <a:pt x="229" y="208"/>
                      </a:cubicBezTo>
                      <a:cubicBezTo>
                        <a:pt x="210" y="225"/>
                        <a:pt x="191" y="239"/>
                        <a:pt x="164" y="239"/>
                      </a:cubicBezTo>
                      <a:moveTo>
                        <a:pt x="106" y="44"/>
                      </a:moveTo>
                      <a:cubicBezTo>
                        <a:pt x="106" y="44"/>
                        <a:pt x="106" y="44"/>
                        <a:pt x="107" y="44"/>
                      </a:cubicBezTo>
                      <a:cubicBezTo>
                        <a:pt x="109" y="44"/>
                        <a:pt x="112" y="45"/>
                        <a:pt x="114" y="47"/>
                      </a:cubicBezTo>
                      <a:cubicBezTo>
                        <a:pt x="115" y="48"/>
                        <a:pt x="116" y="49"/>
                        <a:pt x="116" y="51"/>
                      </a:cubicBezTo>
                      <a:cubicBezTo>
                        <a:pt x="116" y="55"/>
                        <a:pt x="111" y="59"/>
                        <a:pt x="107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6" y="59"/>
                        <a:pt x="106" y="59"/>
                        <a:pt x="106" y="59"/>
                      </a:cubicBezTo>
                      <a:cubicBezTo>
                        <a:pt x="101" y="59"/>
                        <a:pt x="98" y="56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2"/>
                        <a:pt x="98" y="52"/>
                        <a:pt x="98" y="52"/>
                      </a:cubicBezTo>
                      <a:cubicBezTo>
                        <a:pt x="98" y="50"/>
                        <a:pt x="99" y="49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99" y="48"/>
                        <a:pt x="99" y="48"/>
                        <a:pt x="99" y="48"/>
                      </a:cubicBezTo>
                      <a:cubicBezTo>
                        <a:pt x="100" y="46"/>
                        <a:pt x="103" y="44"/>
                        <a:pt x="106" y="44"/>
                      </a:cubicBezTo>
                      <a:cubicBezTo>
                        <a:pt x="106" y="44"/>
                        <a:pt x="106" y="44"/>
                        <a:pt x="106" y="44"/>
                      </a:cubicBezTo>
                      <a:moveTo>
                        <a:pt x="200" y="0"/>
                      </a:moveTo>
                      <a:cubicBezTo>
                        <a:pt x="197" y="0"/>
                        <a:pt x="195" y="0"/>
                        <a:pt x="192" y="0"/>
                      </a:cubicBezTo>
                      <a:cubicBezTo>
                        <a:pt x="188" y="0"/>
                        <a:pt x="183" y="1"/>
                        <a:pt x="179" y="2"/>
                      </a:cubicBezTo>
                      <a:cubicBezTo>
                        <a:pt x="177" y="3"/>
                        <a:pt x="175" y="4"/>
                        <a:pt x="173" y="4"/>
                      </a:cubicBezTo>
                      <a:cubicBezTo>
                        <a:pt x="170" y="6"/>
                        <a:pt x="166" y="7"/>
                        <a:pt x="162" y="9"/>
                      </a:cubicBezTo>
                      <a:cubicBezTo>
                        <a:pt x="161" y="9"/>
                        <a:pt x="161" y="9"/>
                        <a:pt x="161" y="9"/>
                      </a:cubicBezTo>
                      <a:cubicBezTo>
                        <a:pt x="92" y="34"/>
                        <a:pt x="0" y="60"/>
                        <a:pt x="0" y="144"/>
                      </a:cubicBezTo>
                      <a:cubicBezTo>
                        <a:pt x="0" y="169"/>
                        <a:pt x="7" y="19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19" y="212"/>
                        <a:pt x="19" y="212"/>
                        <a:pt x="19" y="212"/>
                      </a:cubicBezTo>
                      <a:cubicBezTo>
                        <a:pt x="22" y="218"/>
                        <a:pt x="27" y="224"/>
                        <a:pt x="32" y="229"/>
                      </a:cubicBezTo>
                      <a:cubicBezTo>
                        <a:pt x="51" y="250"/>
                        <a:pt x="78" y="263"/>
                        <a:pt x="112" y="266"/>
                      </a:cubicBezTo>
                      <a:cubicBezTo>
                        <a:pt x="137" y="269"/>
                        <a:pt x="153" y="299"/>
                        <a:pt x="180" y="305"/>
                      </a:cubicBezTo>
                      <a:cubicBezTo>
                        <a:pt x="183" y="306"/>
                        <a:pt x="187" y="306"/>
                        <a:pt x="191" y="306"/>
                      </a:cubicBezTo>
                      <a:cubicBezTo>
                        <a:pt x="219" y="306"/>
                        <a:pt x="270" y="291"/>
                        <a:pt x="297" y="251"/>
                      </a:cubicBezTo>
                      <a:cubicBezTo>
                        <a:pt x="314" y="226"/>
                        <a:pt x="359" y="175"/>
                        <a:pt x="359" y="144"/>
                      </a:cubicBezTo>
                      <a:cubicBezTo>
                        <a:pt x="359" y="129"/>
                        <a:pt x="353" y="119"/>
                        <a:pt x="344" y="109"/>
                      </a:cubicBezTo>
                      <a:cubicBezTo>
                        <a:pt x="339" y="104"/>
                        <a:pt x="333" y="99"/>
                        <a:pt x="327" y="94"/>
                      </a:cubicBezTo>
                      <a:cubicBezTo>
                        <a:pt x="312" y="82"/>
                        <a:pt x="296" y="71"/>
                        <a:pt x="286" y="53"/>
                      </a:cubicBezTo>
                      <a:cubicBezTo>
                        <a:pt x="266" y="19"/>
                        <a:pt x="233" y="1"/>
                        <a:pt x="202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01" y="0"/>
                        <a:pt x="201" y="0"/>
                        <a:pt x="200" y="0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0" name="Google Shape;5610;p28"/>
                <p:cNvSpPr/>
                <p:nvPr/>
              </p:nvSpPr>
              <p:spPr>
                <a:xfrm>
                  <a:off x="-219862" y="4064338"/>
                  <a:ext cx="763588" cy="742950"/>
                </a:xfrm>
                <a:custGeom>
                  <a:rect b="b" l="l" r="r" t="t"/>
                  <a:pathLst>
                    <a:path extrusionOk="0" h="197" w="203">
                      <a:moveTo>
                        <a:pt x="203" y="98"/>
                      </a:moveTo>
                      <a:cubicBezTo>
                        <a:pt x="203" y="125"/>
                        <a:pt x="184" y="148"/>
                        <a:pt x="163" y="166"/>
                      </a:cubicBezTo>
                      <a:cubicBezTo>
                        <a:pt x="144" y="183"/>
                        <a:pt x="125" y="197"/>
                        <a:pt x="98" y="197"/>
                      </a:cubicBezTo>
                      <a:cubicBezTo>
                        <a:pt x="40" y="197"/>
                        <a:pt x="0" y="175"/>
                        <a:pt x="0" y="124"/>
                      </a:cubicBezTo>
                      <a:cubicBezTo>
                        <a:pt x="0" y="95"/>
                        <a:pt x="1" y="69"/>
                        <a:pt x="23" y="47"/>
                      </a:cubicBezTo>
                      <a:cubicBezTo>
                        <a:pt x="39" y="29"/>
                        <a:pt x="72" y="21"/>
                        <a:pt x="98" y="11"/>
                      </a:cubicBezTo>
                      <a:cubicBezTo>
                        <a:pt x="129" y="0"/>
                        <a:pt x="156" y="27"/>
                        <a:pt x="176" y="51"/>
                      </a:cubicBezTo>
                      <a:cubicBezTo>
                        <a:pt x="192" y="69"/>
                        <a:pt x="203" y="76"/>
                        <a:pt x="203" y="98"/>
                      </a:cubicBezTo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1" name="Google Shape;5611;p28"/>
                <p:cNvSpPr/>
                <p:nvPr/>
              </p:nvSpPr>
              <p:spPr>
                <a:xfrm>
                  <a:off x="-130962" y="4259600"/>
                  <a:ext cx="523875" cy="403225"/>
                </a:xfrm>
                <a:custGeom>
                  <a:rect b="b" l="l" r="r" t="t"/>
                  <a:pathLst>
                    <a:path extrusionOk="0" h="107" w="139">
                      <a:moveTo>
                        <a:pt x="33" y="74"/>
                      </a:moveTo>
                      <a:cubicBezTo>
                        <a:pt x="33" y="74"/>
                        <a:pt x="33" y="74"/>
                        <a:pt x="33" y="74"/>
                      </a:cubicBezTo>
                      <a:cubicBezTo>
                        <a:pt x="35" y="74"/>
                        <a:pt x="37" y="75"/>
                        <a:pt x="38" y="76"/>
                      </a:cubicBezTo>
                      <a:cubicBezTo>
                        <a:pt x="39" y="77"/>
                        <a:pt x="39" y="78"/>
                        <a:pt x="39" y="79"/>
                      </a:cubicBezTo>
                      <a:cubicBezTo>
                        <a:pt x="39" y="82"/>
                        <a:pt x="36" y="84"/>
                        <a:pt x="33" y="84"/>
                      </a:cubicBezTo>
                      <a:cubicBezTo>
                        <a:pt x="33" y="84"/>
                        <a:pt x="33" y="84"/>
                        <a:pt x="33" y="84"/>
                      </a:cubicBezTo>
                      <a:cubicBezTo>
                        <a:pt x="33" y="84"/>
                        <a:pt x="32" y="84"/>
                        <a:pt x="32" y="84"/>
                      </a:cubicBezTo>
                      <a:cubicBezTo>
                        <a:pt x="30" y="84"/>
                        <a:pt x="27" y="82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27" y="78"/>
                        <a:pt x="27" y="78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8" y="77"/>
                        <a:pt x="28" y="77"/>
                        <a:pt x="28" y="77"/>
                      </a:cubicBezTo>
                      <a:cubicBezTo>
                        <a:pt x="29" y="75"/>
                        <a:pt x="30" y="74"/>
                        <a:pt x="32" y="74"/>
                      </a:cubicBezTo>
                      <a:cubicBezTo>
                        <a:pt x="32" y="74"/>
                        <a:pt x="33" y="74"/>
                        <a:pt x="33" y="74"/>
                      </a:cubicBezTo>
                      <a:moveTo>
                        <a:pt x="79" y="87"/>
                      </a:moveTo>
                      <a:cubicBezTo>
                        <a:pt x="56" y="87"/>
                        <a:pt x="30" y="80"/>
                        <a:pt x="30" y="55"/>
                      </a:cubicBezTo>
                      <a:cubicBezTo>
                        <a:pt x="30" y="30"/>
                        <a:pt x="60" y="11"/>
                        <a:pt x="83" y="11"/>
                      </a:cubicBezTo>
                      <a:cubicBezTo>
                        <a:pt x="105" y="11"/>
                        <a:pt x="126" y="15"/>
                        <a:pt x="126" y="40"/>
                      </a:cubicBezTo>
                      <a:cubicBezTo>
                        <a:pt x="126" y="65"/>
                        <a:pt x="101" y="87"/>
                        <a:pt x="79" y="87"/>
                      </a:cubicBezTo>
                      <a:moveTo>
                        <a:pt x="76" y="0"/>
                      </a:moveTo>
                      <a:cubicBezTo>
                        <a:pt x="44" y="0"/>
                        <a:pt x="0" y="27"/>
                        <a:pt x="0" y="62"/>
                      </a:cubicBezTo>
                      <a:cubicBezTo>
                        <a:pt x="0" y="98"/>
                        <a:pt x="38" y="107"/>
                        <a:pt x="70" y="107"/>
                      </a:cubicBezTo>
                      <a:cubicBezTo>
                        <a:pt x="102" y="107"/>
                        <a:pt x="139" y="76"/>
                        <a:pt x="139" y="41"/>
                      </a:cubicBezTo>
                      <a:cubicBezTo>
                        <a:pt x="139" y="5"/>
                        <a:pt x="108" y="0"/>
                        <a:pt x="76" y="0"/>
                      </a:cubicBezTo>
                    </a:path>
                  </a:pathLst>
                </a:custGeom>
                <a:solidFill>
                  <a:schemeClr val="accent3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2" name="Google Shape;5612;p28"/>
                <p:cNvSpPr/>
                <p:nvPr/>
              </p:nvSpPr>
              <p:spPr>
                <a:xfrm>
                  <a:off x="-16662" y="4300875"/>
                  <a:ext cx="361950" cy="287338"/>
                </a:xfrm>
                <a:custGeom>
                  <a:rect b="b" l="l" r="r" t="t"/>
                  <a:pathLst>
                    <a:path extrusionOk="0" h="76" w="96">
                      <a:moveTo>
                        <a:pt x="74" y="31"/>
                      </a:moveTo>
                      <a:cubicBezTo>
                        <a:pt x="74" y="31"/>
                        <a:pt x="74" y="31"/>
                        <a:pt x="75" y="31"/>
                      </a:cubicBezTo>
                      <a:cubicBezTo>
                        <a:pt x="79" y="31"/>
                        <a:pt x="84" y="33"/>
                        <a:pt x="87" y="36"/>
                      </a:cubicBezTo>
                      <a:cubicBezTo>
                        <a:pt x="89" y="38"/>
                        <a:pt x="91" y="40"/>
                        <a:pt x="91" y="43"/>
                      </a:cubicBezTo>
                      <a:cubicBezTo>
                        <a:pt x="91" y="51"/>
                        <a:pt x="83" y="57"/>
                        <a:pt x="75" y="57"/>
                      </a:cubicBezTo>
                      <a:cubicBezTo>
                        <a:pt x="74" y="57"/>
                        <a:pt x="74" y="57"/>
                        <a:pt x="73" y="57"/>
                      </a:cubicBezTo>
                      <a:cubicBezTo>
                        <a:pt x="73" y="57"/>
                        <a:pt x="73" y="57"/>
                        <a:pt x="73" y="57"/>
                      </a:cubicBezTo>
                      <a:cubicBezTo>
                        <a:pt x="65" y="57"/>
                        <a:pt x="60" y="51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4"/>
                        <a:pt x="60" y="44"/>
                        <a:pt x="60" y="44"/>
                      </a:cubicBezTo>
                      <a:cubicBezTo>
                        <a:pt x="60" y="42"/>
                        <a:pt x="60" y="40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1" y="38"/>
                        <a:pt x="61" y="38"/>
                        <a:pt x="61" y="38"/>
                      </a:cubicBezTo>
                      <a:cubicBezTo>
                        <a:pt x="63" y="34"/>
                        <a:pt x="68" y="31"/>
                        <a:pt x="73" y="31"/>
                      </a:cubicBezTo>
                      <a:cubicBezTo>
                        <a:pt x="73" y="31"/>
                        <a:pt x="73" y="31"/>
                        <a:pt x="74" y="31"/>
                      </a:cubicBezTo>
                      <a:moveTo>
                        <a:pt x="25" y="24"/>
                      </a:moveTo>
                      <a:cubicBezTo>
                        <a:pt x="25" y="24"/>
                        <a:pt x="25" y="24"/>
                        <a:pt x="26" y="24"/>
                      </a:cubicBezTo>
                      <a:cubicBezTo>
                        <a:pt x="29" y="24"/>
                        <a:pt x="32" y="25"/>
                        <a:pt x="34" y="27"/>
                      </a:cubicBezTo>
                      <a:cubicBezTo>
                        <a:pt x="35" y="29"/>
                        <a:pt x="36" y="30"/>
                        <a:pt x="36" y="32"/>
                      </a:cubicBezTo>
                      <a:cubicBezTo>
                        <a:pt x="36" y="37"/>
                        <a:pt x="31" y="41"/>
                        <a:pt x="26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4" y="41"/>
                      </a:cubicBezTo>
                      <a:cubicBezTo>
                        <a:pt x="20" y="41"/>
                        <a:pt x="16" y="37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3"/>
                        <a:pt x="16" y="33"/>
                        <a:pt x="16" y="33"/>
                      </a:cubicBezTo>
                      <a:cubicBezTo>
                        <a:pt x="16" y="31"/>
                        <a:pt x="17" y="30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18" y="26"/>
                        <a:pt x="21" y="24"/>
                        <a:pt x="24" y="24"/>
                      </a:cubicBezTo>
                      <a:cubicBezTo>
                        <a:pt x="25" y="24"/>
                        <a:pt x="25" y="24"/>
                        <a:pt x="25" y="24"/>
                      </a:cubicBezTo>
                      <a:moveTo>
                        <a:pt x="53" y="0"/>
                      </a:moveTo>
                      <a:cubicBezTo>
                        <a:pt x="30" y="0"/>
                        <a:pt x="0" y="19"/>
                        <a:pt x="0" y="44"/>
                      </a:cubicBezTo>
                      <a:cubicBezTo>
                        <a:pt x="0" y="69"/>
                        <a:pt x="26" y="76"/>
                        <a:pt x="49" y="76"/>
                      </a:cubicBezTo>
                      <a:cubicBezTo>
                        <a:pt x="71" y="76"/>
                        <a:pt x="96" y="54"/>
                        <a:pt x="96" y="29"/>
                      </a:cubicBezTo>
                      <a:cubicBezTo>
                        <a:pt x="96" y="4"/>
                        <a:pt x="75" y="0"/>
                        <a:pt x="53" y="0"/>
                      </a:cubicBezTo>
                    </a:path>
                  </a:pathLst>
                </a:custGeom>
                <a:solidFill>
                  <a:srgbClr val="191919">
                    <a:alpha val="25000"/>
                  </a:srgbClr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613" name="Google Shape;5613;p28"/>
              <p:cNvSpPr/>
              <p:nvPr/>
            </p:nvSpPr>
            <p:spPr>
              <a:xfrm>
                <a:off x="-469100" y="3905588"/>
                <a:ext cx="1352550" cy="1154113"/>
              </a:xfrm>
              <a:custGeom>
                <a:rect b="b" l="l" r="r" t="t"/>
                <a:pathLst>
                  <a:path extrusionOk="0" h="306" w="359">
                    <a:moveTo>
                      <a:pt x="197" y="261"/>
                    </a:moveTo>
                    <a:cubicBezTo>
                      <a:pt x="197" y="261"/>
                      <a:pt x="197" y="261"/>
                      <a:pt x="197" y="261"/>
                    </a:cubicBezTo>
                    <a:cubicBezTo>
                      <a:pt x="200" y="261"/>
                      <a:pt x="203" y="262"/>
                      <a:pt x="205" y="264"/>
                    </a:cubicBezTo>
                    <a:cubicBezTo>
                      <a:pt x="207" y="265"/>
                      <a:pt x="208" y="267"/>
                      <a:pt x="208" y="269"/>
                    </a:cubicBezTo>
                    <a:cubicBezTo>
                      <a:pt x="208" y="273"/>
                      <a:pt x="202" y="277"/>
                      <a:pt x="197" y="277"/>
                    </a:cubicBezTo>
                    <a:cubicBezTo>
                      <a:pt x="197" y="277"/>
                      <a:pt x="197" y="277"/>
                      <a:pt x="197" y="277"/>
                    </a:cubicBezTo>
                    <a:cubicBezTo>
                      <a:pt x="196" y="277"/>
                      <a:pt x="196" y="277"/>
                      <a:pt x="196" y="277"/>
                    </a:cubicBezTo>
                    <a:cubicBezTo>
                      <a:pt x="191" y="277"/>
                      <a:pt x="188" y="274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9"/>
                      <a:pt x="188" y="269"/>
                      <a:pt x="188" y="269"/>
                    </a:cubicBezTo>
                    <a:cubicBezTo>
                      <a:pt x="188" y="268"/>
                      <a:pt x="188" y="267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90" y="263"/>
                      <a:pt x="193" y="261"/>
                      <a:pt x="196" y="261"/>
                    </a:cubicBezTo>
                    <a:cubicBezTo>
                      <a:pt x="196" y="261"/>
                      <a:pt x="196" y="261"/>
                      <a:pt x="197" y="261"/>
                    </a:cubicBezTo>
                    <a:moveTo>
                      <a:pt x="308" y="170"/>
                    </a:moveTo>
                    <a:cubicBezTo>
                      <a:pt x="308" y="170"/>
                      <a:pt x="308" y="170"/>
                      <a:pt x="309" y="170"/>
                    </a:cubicBezTo>
                    <a:cubicBezTo>
                      <a:pt x="313" y="170"/>
                      <a:pt x="318" y="172"/>
                      <a:pt x="321" y="175"/>
                    </a:cubicBezTo>
                    <a:cubicBezTo>
                      <a:pt x="324" y="177"/>
                      <a:pt x="325" y="179"/>
                      <a:pt x="325" y="182"/>
                    </a:cubicBezTo>
                    <a:cubicBezTo>
                      <a:pt x="325" y="189"/>
                      <a:pt x="317" y="196"/>
                      <a:pt x="309" y="196"/>
                    </a:cubicBezTo>
                    <a:cubicBezTo>
                      <a:pt x="308" y="196"/>
                      <a:pt x="308" y="196"/>
                      <a:pt x="308" y="196"/>
                    </a:cubicBezTo>
                    <a:cubicBezTo>
                      <a:pt x="307" y="196"/>
                      <a:pt x="307" y="196"/>
                      <a:pt x="307" y="196"/>
                    </a:cubicBezTo>
                    <a:cubicBezTo>
                      <a:pt x="300" y="196"/>
                      <a:pt x="294" y="190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3"/>
                      <a:pt x="294" y="183"/>
                      <a:pt x="294" y="183"/>
                    </a:cubicBezTo>
                    <a:cubicBezTo>
                      <a:pt x="294" y="181"/>
                      <a:pt x="294" y="179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5" y="177"/>
                      <a:pt x="295" y="177"/>
                      <a:pt x="295" y="177"/>
                    </a:cubicBezTo>
                    <a:cubicBezTo>
                      <a:pt x="297" y="173"/>
                      <a:pt x="302" y="170"/>
                      <a:pt x="307" y="170"/>
                    </a:cubicBezTo>
                    <a:cubicBezTo>
                      <a:pt x="307" y="170"/>
                      <a:pt x="307" y="170"/>
                      <a:pt x="308" y="170"/>
                    </a:cubicBezTo>
                    <a:moveTo>
                      <a:pt x="41" y="150"/>
                    </a:moveTo>
                    <a:cubicBezTo>
                      <a:pt x="42" y="150"/>
                      <a:pt x="42" y="150"/>
                      <a:pt x="42" y="150"/>
                    </a:cubicBezTo>
                    <a:cubicBezTo>
                      <a:pt x="46" y="150"/>
                      <a:pt x="51" y="151"/>
                      <a:pt x="53" y="154"/>
                    </a:cubicBezTo>
                    <a:cubicBezTo>
                      <a:pt x="56" y="156"/>
                      <a:pt x="57" y="158"/>
                      <a:pt x="57" y="161"/>
                    </a:cubicBezTo>
                    <a:cubicBezTo>
                      <a:pt x="57" y="167"/>
                      <a:pt x="50" y="173"/>
                      <a:pt x="42" y="173"/>
                    </a:cubicBezTo>
                    <a:cubicBezTo>
                      <a:pt x="42" y="173"/>
                      <a:pt x="42" y="173"/>
                      <a:pt x="41" y="173"/>
                    </a:cubicBezTo>
                    <a:cubicBezTo>
                      <a:pt x="41" y="173"/>
                      <a:pt x="41" y="173"/>
                      <a:pt x="40" y="173"/>
                    </a:cubicBezTo>
                    <a:cubicBezTo>
                      <a:pt x="34" y="173"/>
                      <a:pt x="29" y="168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61"/>
                      <a:pt x="29" y="161"/>
                      <a:pt x="29" y="161"/>
                    </a:cubicBezTo>
                    <a:cubicBezTo>
                      <a:pt x="29" y="159"/>
                      <a:pt x="29" y="158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32" y="152"/>
                      <a:pt x="36" y="150"/>
                      <a:pt x="40" y="150"/>
                    </a:cubicBezTo>
                    <a:cubicBezTo>
                      <a:pt x="41" y="150"/>
                      <a:pt x="41" y="150"/>
                      <a:pt x="41" y="150"/>
                    </a:cubicBezTo>
                    <a:moveTo>
                      <a:pt x="285" y="133"/>
                    </a:moveTo>
                    <a:cubicBezTo>
                      <a:pt x="285" y="133"/>
                      <a:pt x="285" y="133"/>
                      <a:pt x="285" y="133"/>
                    </a:cubicBezTo>
                    <a:cubicBezTo>
                      <a:pt x="287" y="133"/>
                      <a:pt x="289" y="133"/>
                      <a:pt x="290" y="134"/>
                    </a:cubicBezTo>
                    <a:cubicBezTo>
                      <a:pt x="291" y="135"/>
                      <a:pt x="291" y="136"/>
                      <a:pt x="291" y="137"/>
                    </a:cubicBezTo>
                    <a:cubicBezTo>
                      <a:pt x="291" y="139"/>
                      <a:pt x="288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5" y="142"/>
                      <a:pt x="285" y="142"/>
                      <a:pt x="285" y="142"/>
                    </a:cubicBezTo>
                    <a:cubicBezTo>
                      <a:pt x="282" y="142"/>
                      <a:pt x="280" y="140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7"/>
                      <a:pt x="280" y="137"/>
                      <a:pt x="280" y="137"/>
                    </a:cubicBezTo>
                    <a:cubicBezTo>
                      <a:pt x="280" y="136"/>
                      <a:pt x="280" y="136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281" y="134"/>
                      <a:pt x="283" y="133"/>
                      <a:pt x="285" y="133"/>
                    </a:cubicBezTo>
                    <a:cubicBezTo>
                      <a:pt x="285" y="133"/>
                      <a:pt x="285" y="133"/>
                      <a:pt x="285" y="133"/>
                    </a:cubicBezTo>
                    <a:moveTo>
                      <a:pt x="33" y="122"/>
                    </a:moveTo>
                    <a:cubicBezTo>
                      <a:pt x="34" y="122"/>
                      <a:pt x="34" y="122"/>
                      <a:pt x="34" y="122"/>
                    </a:cubicBezTo>
                    <a:cubicBezTo>
                      <a:pt x="37" y="122"/>
                      <a:pt x="40" y="123"/>
                      <a:pt x="42" y="125"/>
                    </a:cubicBezTo>
                    <a:cubicBezTo>
                      <a:pt x="43" y="126"/>
                      <a:pt x="44" y="127"/>
                      <a:pt x="44" y="129"/>
                    </a:cubicBezTo>
                    <a:cubicBezTo>
                      <a:pt x="44" y="134"/>
                      <a:pt x="39" y="138"/>
                      <a:pt x="34" y="138"/>
                    </a:cubicBezTo>
                    <a:cubicBezTo>
                      <a:pt x="34" y="138"/>
                      <a:pt x="34" y="138"/>
                      <a:pt x="33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28" y="138"/>
                      <a:pt x="25" y="134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8"/>
                      <a:pt x="25" y="127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27" y="124"/>
                      <a:pt x="30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moveTo>
                      <a:pt x="43" y="101"/>
                    </a:moveTo>
                    <a:cubicBezTo>
                      <a:pt x="43" y="101"/>
                      <a:pt x="44" y="101"/>
                      <a:pt x="44" y="101"/>
                    </a:cubicBezTo>
                    <a:cubicBezTo>
                      <a:pt x="45" y="101"/>
                      <a:pt x="47" y="102"/>
                      <a:pt x="48" y="103"/>
                    </a:cubicBezTo>
                    <a:cubicBezTo>
                      <a:pt x="49" y="104"/>
                      <a:pt x="49" y="105"/>
                      <a:pt x="49" y="106"/>
                    </a:cubicBezTo>
                    <a:cubicBezTo>
                      <a:pt x="49" y="108"/>
                      <a:pt x="47" y="110"/>
                      <a:pt x="44" y="110"/>
                    </a:cubicBezTo>
                    <a:cubicBezTo>
                      <a:pt x="44" y="110"/>
                      <a:pt x="43" y="110"/>
                      <a:pt x="43" y="110"/>
                    </a:cubicBezTo>
                    <a:cubicBezTo>
                      <a:pt x="43" y="110"/>
                      <a:pt x="43" y="110"/>
                      <a:pt x="43" y="110"/>
                    </a:cubicBezTo>
                    <a:cubicBezTo>
                      <a:pt x="40" y="110"/>
                      <a:pt x="38" y="108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5"/>
                      <a:pt x="39" y="105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2"/>
                      <a:pt x="41" y="101"/>
                      <a:pt x="43" y="101"/>
                    </a:cubicBezTo>
                    <a:cubicBezTo>
                      <a:pt x="43" y="101"/>
                      <a:pt x="43" y="101"/>
                      <a:pt x="43" y="101"/>
                    </a:cubicBezTo>
                    <a:moveTo>
                      <a:pt x="164" y="239"/>
                    </a:moveTo>
                    <a:cubicBezTo>
                      <a:pt x="106" y="239"/>
                      <a:pt x="66" y="217"/>
                      <a:pt x="66" y="166"/>
                    </a:cubicBezTo>
                    <a:cubicBezTo>
                      <a:pt x="66" y="137"/>
                      <a:pt x="67" y="111"/>
                      <a:pt x="89" y="89"/>
                    </a:cubicBezTo>
                    <a:cubicBezTo>
                      <a:pt x="105" y="71"/>
                      <a:pt x="138" y="63"/>
                      <a:pt x="164" y="53"/>
                    </a:cubicBezTo>
                    <a:cubicBezTo>
                      <a:pt x="169" y="52"/>
                      <a:pt x="174" y="51"/>
                      <a:pt x="179" y="51"/>
                    </a:cubicBezTo>
                    <a:cubicBezTo>
                      <a:pt x="203" y="51"/>
                      <a:pt x="225" y="73"/>
                      <a:pt x="242" y="93"/>
                    </a:cubicBezTo>
                    <a:cubicBezTo>
                      <a:pt x="258" y="111"/>
                      <a:pt x="269" y="118"/>
                      <a:pt x="269" y="140"/>
                    </a:cubicBezTo>
                    <a:cubicBezTo>
                      <a:pt x="269" y="167"/>
                      <a:pt x="250" y="190"/>
                      <a:pt x="229" y="208"/>
                    </a:cubicBezTo>
                    <a:cubicBezTo>
                      <a:pt x="210" y="225"/>
                      <a:pt x="191" y="239"/>
                      <a:pt x="164" y="239"/>
                    </a:cubicBezTo>
                    <a:moveTo>
                      <a:pt x="106" y="44"/>
                    </a:moveTo>
                    <a:cubicBezTo>
                      <a:pt x="106" y="44"/>
                      <a:pt x="106" y="44"/>
                      <a:pt x="107" y="44"/>
                    </a:cubicBezTo>
                    <a:cubicBezTo>
                      <a:pt x="109" y="44"/>
                      <a:pt x="112" y="45"/>
                      <a:pt x="114" y="47"/>
                    </a:cubicBezTo>
                    <a:cubicBezTo>
                      <a:pt x="115" y="48"/>
                      <a:pt x="116" y="49"/>
                      <a:pt x="116" y="51"/>
                    </a:cubicBezTo>
                    <a:cubicBezTo>
                      <a:pt x="116" y="55"/>
                      <a:pt x="111" y="59"/>
                      <a:pt x="107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6" y="59"/>
                      <a:pt x="106" y="59"/>
                      <a:pt x="106" y="59"/>
                    </a:cubicBezTo>
                    <a:cubicBezTo>
                      <a:pt x="101" y="59"/>
                      <a:pt x="98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98" y="50"/>
                      <a:pt x="99" y="49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0" y="46"/>
                      <a:pt x="103" y="44"/>
                      <a:pt x="106" y="44"/>
                    </a:cubicBezTo>
                    <a:cubicBezTo>
                      <a:pt x="106" y="44"/>
                      <a:pt x="106" y="44"/>
                      <a:pt x="106" y="44"/>
                    </a:cubicBezTo>
                    <a:moveTo>
                      <a:pt x="200" y="0"/>
                    </a:moveTo>
                    <a:cubicBezTo>
                      <a:pt x="197" y="0"/>
                      <a:pt x="195" y="0"/>
                      <a:pt x="192" y="0"/>
                    </a:cubicBezTo>
                    <a:cubicBezTo>
                      <a:pt x="188" y="0"/>
                      <a:pt x="183" y="1"/>
                      <a:pt x="179" y="2"/>
                    </a:cubicBezTo>
                    <a:cubicBezTo>
                      <a:pt x="177" y="3"/>
                      <a:pt x="175" y="4"/>
                      <a:pt x="173" y="4"/>
                    </a:cubicBezTo>
                    <a:cubicBezTo>
                      <a:pt x="170" y="6"/>
                      <a:pt x="166" y="7"/>
                      <a:pt x="162" y="9"/>
                    </a:cubicBezTo>
                    <a:cubicBezTo>
                      <a:pt x="161" y="9"/>
                      <a:pt x="161" y="9"/>
                      <a:pt x="161" y="9"/>
                    </a:cubicBezTo>
                    <a:cubicBezTo>
                      <a:pt x="92" y="34"/>
                      <a:pt x="0" y="60"/>
                      <a:pt x="0" y="144"/>
                    </a:cubicBezTo>
                    <a:cubicBezTo>
                      <a:pt x="0" y="169"/>
                      <a:pt x="7" y="19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19" y="212"/>
                      <a:pt x="19" y="212"/>
                      <a:pt x="19" y="212"/>
                    </a:cubicBezTo>
                    <a:cubicBezTo>
                      <a:pt x="22" y="218"/>
                      <a:pt x="27" y="224"/>
                      <a:pt x="32" y="229"/>
                    </a:cubicBezTo>
                    <a:cubicBezTo>
                      <a:pt x="51" y="250"/>
                      <a:pt x="78" y="263"/>
                      <a:pt x="112" y="266"/>
                    </a:cubicBezTo>
                    <a:cubicBezTo>
                      <a:pt x="137" y="269"/>
                      <a:pt x="153" y="299"/>
                      <a:pt x="180" y="305"/>
                    </a:cubicBezTo>
                    <a:cubicBezTo>
                      <a:pt x="183" y="306"/>
                      <a:pt x="187" y="306"/>
                      <a:pt x="191" y="306"/>
                    </a:cubicBezTo>
                    <a:cubicBezTo>
                      <a:pt x="219" y="306"/>
                      <a:pt x="270" y="291"/>
                      <a:pt x="297" y="251"/>
                    </a:cubicBezTo>
                    <a:cubicBezTo>
                      <a:pt x="314" y="226"/>
                      <a:pt x="359" y="175"/>
                      <a:pt x="359" y="144"/>
                    </a:cubicBezTo>
                    <a:cubicBezTo>
                      <a:pt x="359" y="129"/>
                      <a:pt x="353" y="119"/>
                      <a:pt x="344" y="109"/>
                    </a:cubicBezTo>
                    <a:cubicBezTo>
                      <a:pt x="339" y="104"/>
                      <a:pt x="333" y="99"/>
                      <a:pt x="327" y="94"/>
                    </a:cubicBezTo>
                    <a:cubicBezTo>
                      <a:pt x="312" y="82"/>
                      <a:pt x="296" y="71"/>
                      <a:pt x="286" y="53"/>
                    </a:cubicBezTo>
                    <a:cubicBezTo>
                      <a:pt x="266" y="19"/>
                      <a:pt x="233" y="1"/>
                      <a:pt x="202" y="0"/>
                    </a:cubicBezTo>
                    <a:cubicBezTo>
                      <a:pt x="202" y="0"/>
                      <a:pt x="202" y="0"/>
                      <a:pt x="202" y="0"/>
                    </a:cubicBezTo>
                    <a:cubicBezTo>
                      <a:pt x="201" y="0"/>
                      <a:pt x="201" y="0"/>
                      <a:pt x="200" y="0"/>
                    </a:cubicBezTo>
                  </a:path>
                </a:pathLst>
              </a:cu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4" name="Google Shape;5614;p28"/>
              <p:cNvSpPr/>
              <p:nvPr/>
            </p:nvSpPr>
            <p:spPr>
              <a:xfrm>
                <a:off x="-219862" y="4064338"/>
                <a:ext cx="763588" cy="742950"/>
              </a:xfrm>
              <a:custGeom>
                <a:rect b="b" l="l" r="r" t="t"/>
                <a:pathLst>
                  <a:path extrusionOk="0" h="197" w="203">
                    <a:moveTo>
                      <a:pt x="203" y="98"/>
                    </a:moveTo>
                    <a:cubicBezTo>
                      <a:pt x="203" y="125"/>
                      <a:pt x="184" y="148"/>
                      <a:pt x="163" y="166"/>
                    </a:cubicBezTo>
                    <a:cubicBezTo>
                      <a:pt x="144" y="183"/>
                      <a:pt x="125" y="197"/>
                      <a:pt x="98" y="197"/>
                    </a:cubicBezTo>
                    <a:cubicBezTo>
                      <a:pt x="40" y="197"/>
                      <a:pt x="0" y="175"/>
                      <a:pt x="0" y="124"/>
                    </a:cubicBezTo>
                    <a:cubicBezTo>
                      <a:pt x="0" y="95"/>
                      <a:pt x="1" y="69"/>
                      <a:pt x="23" y="47"/>
                    </a:cubicBezTo>
                    <a:cubicBezTo>
                      <a:pt x="39" y="29"/>
                      <a:pt x="72" y="21"/>
                      <a:pt x="98" y="11"/>
                    </a:cubicBezTo>
                    <a:cubicBezTo>
                      <a:pt x="129" y="0"/>
                      <a:pt x="156" y="27"/>
                      <a:pt x="176" y="51"/>
                    </a:cubicBezTo>
                    <a:cubicBezTo>
                      <a:pt x="192" y="69"/>
                      <a:pt x="203" y="76"/>
                      <a:pt x="203" y="98"/>
                    </a:cubicBezTo>
                  </a:path>
                </a:pathLst>
              </a:custGeom>
              <a:solidFill>
                <a:srgbClr val="191919">
                  <a:alpha val="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5" name="Google Shape;5615;p28"/>
              <p:cNvSpPr/>
              <p:nvPr/>
            </p:nvSpPr>
            <p:spPr>
              <a:xfrm>
                <a:off x="638975" y="4546938"/>
                <a:ext cx="115888" cy="96838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4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19"/>
                      <a:pt x="31" y="12"/>
                    </a:cubicBezTo>
                    <a:cubicBezTo>
                      <a:pt x="31" y="9"/>
                      <a:pt x="30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6" name="Google Shape;5616;p28"/>
              <p:cNvSpPr/>
              <p:nvPr/>
            </p:nvSpPr>
            <p:spPr>
              <a:xfrm>
                <a:off x="638975" y="4546938"/>
                <a:ext cx="101600" cy="96838"/>
              </a:xfrm>
              <a:custGeom>
                <a:rect b="b" l="l" r="r" t="t"/>
                <a:pathLst>
                  <a:path extrusionOk="0" h="26" w="27">
                    <a:moveTo>
                      <a:pt x="27" y="12"/>
                    </a:moveTo>
                    <a:cubicBezTo>
                      <a:pt x="27" y="19"/>
                      <a:pt x="20" y="26"/>
                      <a:pt x="13" y="26"/>
                    </a:cubicBezTo>
                    <a:cubicBezTo>
                      <a:pt x="6" y="26"/>
                      <a:pt x="0" y="20"/>
                      <a:pt x="0" y="13"/>
                    </a:cubicBezTo>
                    <a:cubicBezTo>
                      <a:pt x="0" y="11"/>
                      <a:pt x="0" y="9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3"/>
                      <a:pt x="8" y="0"/>
                      <a:pt x="13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7" name="Google Shape;5617;p28"/>
              <p:cNvSpPr/>
              <p:nvPr/>
            </p:nvSpPr>
            <p:spPr>
              <a:xfrm>
                <a:off x="642150" y="4546938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23" y="8"/>
                    </a:moveTo>
                    <a:cubicBezTo>
                      <a:pt x="23" y="14"/>
                      <a:pt x="17" y="19"/>
                      <a:pt x="11" y="19"/>
                    </a:cubicBezTo>
                    <a:cubicBezTo>
                      <a:pt x="5" y="19"/>
                      <a:pt x="0" y="14"/>
                      <a:pt x="0" y="8"/>
                    </a:cubicBezTo>
                    <a:cubicBezTo>
                      <a:pt x="0" y="8"/>
                      <a:pt x="0" y="8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3"/>
                      <a:pt x="7" y="0"/>
                      <a:pt x="12" y="0"/>
                    </a:cubicBezTo>
                    <a:cubicBezTo>
                      <a:pt x="16" y="0"/>
                      <a:pt x="20" y="2"/>
                      <a:pt x="23" y="5"/>
                    </a:cubicBezTo>
                    <a:cubicBezTo>
                      <a:pt x="23" y="6"/>
                      <a:pt x="23" y="7"/>
                      <a:pt x="23" y="8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8" name="Google Shape;5618;p28"/>
              <p:cNvSpPr/>
              <p:nvPr/>
            </p:nvSpPr>
            <p:spPr>
              <a:xfrm>
                <a:off x="664375" y="4572338"/>
                <a:ext cx="348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9" name="Google Shape;5619;p28"/>
              <p:cNvSpPr/>
              <p:nvPr/>
            </p:nvSpPr>
            <p:spPr>
              <a:xfrm>
                <a:off x="604050" y="440723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6"/>
                      <a:pt x="2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9"/>
                      <a:pt x="6" y="6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4" y="0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0" name="Google Shape;5620;p28"/>
              <p:cNvSpPr/>
              <p:nvPr/>
            </p:nvSpPr>
            <p:spPr>
              <a:xfrm>
                <a:off x="585000" y="440723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4"/>
                    </a:moveTo>
                    <a:cubicBezTo>
                      <a:pt x="10" y="6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6" y="0"/>
                      <a:pt x="8" y="0"/>
                      <a:pt x="8" y="1"/>
                    </a:cubicBezTo>
                    <a:cubicBezTo>
                      <a:pt x="9" y="2"/>
                      <a:pt x="10" y="3"/>
                      <a:pt x="10" y="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1" name="Google Shape;5621;p28"/>
              <p:cNvSpPr/>
              <p:nvPr/>
            </p:nvSpPr>
            <p:spPr>
              <a:xfrm>
                <a:off x="589763" y="4407238"/>
                <a:ext cx="30163" cy="22225"/>
              </a:xfrm>
              <a:custGeom>
                <a:rect b="b" l="l" r="r" t="t"/>
                <a:pathLst>
                  <a:path extrusionOk="0" h="6" w="8">
                    <a:moveTo>
                      <a:pt x="8" y="2"/>
                    </a:moveTo>
                    <a:cubicBezTo>
                      <a:pt x="8" y="4"/>
                      <a:pt x="6" y="6"/>
                      <a:pt x="3" y="6"/>
                    </a:cubicBezTo>
                    <a:cubicBezTo>
                      <a:pt x="1" y="6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5" y="0"/>
                      <a:pt x="7" y="0"/>
                      <a:pt x="7" y="1"/>
                    </a:cubicBezTo>
                    <a:cubicBezTo>
                      <a:pt x="8" y="2"/>
                      <a:pt x="8" y="2"/>
                      <a:pt x="8" y="2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2" name="Google Shape;5622;p28"/>
              <p:cNvSpPr/>
              <p:nvPr/>
            </p:nvSpPr>
            <p:spPr>
              <a:xfrm>
                <a:off x="597700" y="4415175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3" name="Google Shape;5623;p28"/>
              <p:cNvSpPr/>
              <p:nvPr/>
            </p:nvSpPr>
            <p:spPr>
              <a:xfrm>
                <a:off x="272263" y="4889838"/>
                <a:ext cx="42862" cy="60325"/>
              </a:xfrm>
              <a:custGeom>
                <a:rect b="b" l="l" r="r" t="t"/>
                <a:pathLst>
                  <a:path extrusionOk="0" h="16" w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" y="16"/>
                      <a:pt x="11" y="12"/>
                      <a:pt x="11" y="8"/>
                    </a:cubicBezTo>
                    <a:cubicBezTo>
                      <a:pt x="11" y="6"/>
                      <a:pt x="10" y="4"/>
                      <a:pt x="8" y="3"/>
                    </a:cubicBezTo>
                    <a:cubicBezTo>
                      <a:pt x="6" y="1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4" name="Google Shape;5624;p28"/>
              <p:cNvSpPr/>
              <p:nvPr/>
            </p:nvSpPr>
            <p:spPr>
              <a:xfrm>
                <a:off x="238925" y="4889838"/>
                <a:ext cx="63500" cy="60325"/>
              </a:xfrm>
              <a:custGeom>
                <a:rect b="b" l="l" r="r" t="t"/>
                <a:pathLst>
                  <a:path extrusionOk="0" h="16" w="17">
                    <a:moveTo>
                      <a:pt x="17" y="8"/>
                    </a:moveTo>
                    <a:cubicBezTo>
                      <a:pt x="17" y="12"/>
                      <a:pt x="12" y="16"/>
                      <a:pt x="8" y="16"/>
                    </a:cubicBezTo>
                    <a:cubicBezTo>
                      <a:pt x="3" y="16"/>
                      <a:pt x="0" y="13"/>
                      <a:pt x="0" y="8"/>
                    </a:cubicBezTo>
                    <a:cubicBezTo>
                      <a:pt x="0" y="7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1" y="0"/>
                      <a:pt x="13" y="1"/>
                      <a:pt x="15" y="3"/>
                    </a:cubicBezTo>
                    <a:cubicBezTo>
                      <a:pt x="16" y="4"/>
                      <a:pt x="17" y="6"/>
                      <a:pt x="17" y="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5" name="Google Shape;5625;p28"/>
              <p:cNvSpPr/>
              <p:nvPr/>
            </p:nvSpPr>
            <p:spPr>
              <a:xfrm>
                <a:off x="242100" y="4889838"/>
                <a:ext cx="53975" cy="44450"/>
              </a:xfrm>
              <a:custGeom>
                <a:rect b="b" l="l" r="r" t="t"/>
                <a:pathLst>
                  <a:path extrusionOk="0" h="12" w="14">
                    <a:moveTo>
                      <a:pt x="14" y="5"/>
                    </a:moveTo>
                    <a:cubicBezTo>
                      <a:pt x="14" y="9"/>
                      <a:pt x="10" y="12"/>
                      <a:pt x="7" y="12"/>
                    </a:cubicBezTo>
                    <a:cubicBezTo>
                      <a:pt x="3" y="12"/>
                      <a:pt x="0" y="9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4" y="4"/>
                      <a:pt x="14" y="4"/>
                      <a:pt x="14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6" name="Google Shape;5626;p28"/>
              <p:cNvSpPr/>
              <p:nvPr/>
            </p:nvSpPr>
            <p:spPr>
              <a:xfrm>
                <a:off x="254800" y="4904125"/>
                <a:ext cx="22200" cy="237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7" name="Google Shape;5627;p28"/>
              <p:cNvSpPr/>
              <p:nvPr/>
            </p:nvSpPr>
            <p:spPr>
              <a:xfrm>
                <a:off x="-315112" y="4470738"/>
                <a:ext cx="60325" cy="87312"/>
              </a:xfrm>
              <a:custGeom>
                <a:rect b="b" l="l" r="r" t="t"/>
                <a:pathLst>
                  <a:path extrusionOk="0" h="23" w="16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4" y="0"/>
                      <a:pt x="7" y="1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6"/>
                      <a:pt x="12" y="8"/>
                      <a:pt x="12" y="11"/>
                    </a:cubicBezTo>
                    <a:cubicBezTo>
                      <a:pt x="12" y="17"/>
                      <a:pt x="6" y="22"/>
                      <a:pt x="0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9" y="23"/>
                      <a:pt x="16" y="17"/>
                      <a:pt x="16" y="11"/>
                    </a:cubicBezTo>
                    <a:cubicBezTo>
                      <a:pt x="16" y="8"/>
                      <a:pt x="15" y="6"/>
                      <a:pt x="12" y="4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8" name="Google Shape;5628;p28"/>
              <p:cNvSpPr/>
              <p:nvPr/>
            </p:nvSpPr>
            <p:spPr>
              <a:xfrm>
                <a:off x="-359562" y="4470738"/>
                <a:ext cx="90488" cy="87312"/>
              </a:xfrm>
              <a:custGeom>
                <a:rect b="b" l="l" r="r" t="t"/>
                <a:pathLst>
                  <a:path extrusionOk="0" h="23" w="24">
                    <a:moveTo>
                      <a:pt x="24" y="11"/>
                    </a:moveTo>
                    <a:cubicBezTo>
                      <a:pt x="24" y="17"/>
                      <a:pt x="18" y="23"/>
                      <a:pt x="11" y="23"/>
                    </a:cubicBezTo>
                    <a:cubicBezTo>
                      <a:pt x="5" y="23"/>
                      <a:pt x="0" y="18"/>
                      <a:pt x="0" y="11"/>
                    </a:cubicBezTo>
                    <a:cubicBezTo>
                      <a:pt x="0" y="9"/>
                      <a:pt x="0" y="8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3" y="2"/>
                      <a:pt x="7" y="0"/>
                      <a:pt x="11" y="0"/>
                    </a:cubicBezTo>
                    <a:cubicBezTo>
                      <a:pt x="15" y="0"/>
                      <a:pt x="19" y="1"/>
                      <a:pt x="21" y="4"/>
                    </a:cubicBezTo>
                    <a:cubicBezTo>
                      <a:pt x="23" y="6"/>
                      <a:pt x="24" y="8"/>
                      <a:pt x="24" y="1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9" name="Google Shape;5629;p28"/>
              <p:cNvSpPr/>
              <p:nvPr/>
            </p:nvSpPr>
            <p:spPr>
              <a:xfrm>
                <a:off x="-356387" y="4470738"/>
                <a:ext cx="79375" cy="65088"/>
              </a:xfrm>
              <a:custGeom>
                <a:rect b="b" l="l" r="r" t="t"/>
                <a:pathLst>
                  <a:path extrusionOk="0" h="17" w="21">
                    <a:moveTo>
                      <a:pt x="21" y="7"/>
                    </a:moveTo>
                    <a:cubicBezTo>
                      <a:pt x="21" y="12"/>
                      <a:pt x="15" y="17"/>
                      <a:pt x="10" y="17"/>
                    </a:cubicBezTo>
                    <a:cubicBezTo>
                      <a:pt x="5" y="17"/>
                      <a:pt x="0" y="12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2"/>
                      <a:pt x="6" y="0"/>
                      <a:pt x="10" y="0"/>
                    </a:cubicBezTo>
                    <a:cubicBezTo>
                      <a:pt x="14" y="0"/>
                      <a:pt x="18" y="1"/>
                      <a:pt x="20" y="4"/>
                    </a:cubicBezTo>
                    <a:cubicBezTo>
                      <a:pt x="21" y="5"/>
                      <a:pt x="21" y="6"/>
                      <a:pt x="21" y="7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0" name="Google Shape;5630;p28"/>
              <p:cNvSpPr/>
              <p:nvPr/>
            </p:nvSpPr>
            <p:spPr>
              <a:xfrm>
                <a:off x="-337337" y="4492963"/>
                <a:ext cx="33300" cy="270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1" name="Google Shape;5631;p28"/>
              <p:cNvSpPr/>
              <p:nvPr/>
            </p:nvSpPr>
            <p:spPr>
              <a:xfrm>
                <a:off x="-345275" y="4365963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2" name="Google Shape;5632;p28"/>
              <p:cNvSpPr/>
              <p:nvPr/>
            </p:nvSpPr>
            <p:spPr>
              <a:xfrm>
                <a:off x="-375437" y="4365963"/>
                <a:ext cx="60325" cy="60325"/>
              </a:xfrm>
              <a:custGeom>
                <a:rect b="b" l="l" r="r" t="t"/>
                <a:pathLst>
                  <a:path extrusionOk="0" h="16" w="16">
                    <a:moveTo>
                      <a:pt x="16" y="7"/>
                    </a:moveTo>
                    <a:cubicBezTo>
                      <a:pt x="16" y="12"/>
                      <a:pt x="12" y="16"/>
                      <a:pt x="8" y="16"/>
                    </a:cubicBezTo>
                    <a:cubicBezTo>
                      <a:pt x="3" y="16"/>
                      <a:pt x="0" y="12"/>
                      <a:pt x="0" y="8"/>
                    </a:cubicBezTo>
                    <a:cubicBezTo>
                      <a:pt x="0" y="6"/>
                      <a:pt x="0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3" y="1"/>
                      <a:pt x="14" y="3"/>
                    </a:cubicBezTo>
                    <a:cubicBezTo>
                      <a:pt x="16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3" name="Google Shape;5633;p28"/>
              <p:cNvSpPr/>
              <p:nvPr/>
            </p:nvSpPr>
            <p:spPr>
              <a:xfrm>
                <a:off x="-370675" y="4365963"/>
                <a:ext cx="52388" cy="41275"/>
              </a:xfrm>
              <a:custGeom>
                <a:rect b="b" l="l" r="r" t="t"/>
                <a:pathLst>
                  <a:path extrusionOk="0" h="11" w="14">
                    <a:moveTo>
                      <a:pt x="14" y="4"/>
                    </a:moveTo>
                    <a:cubicBezTo>
                      <a:pt x="14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2" y="1"/>
                      <a:pt x="13" y="3"/>
                    </a:cubicBezTo>
                    <a:cubicBezTo>
                      <a:pt x="14" y="3"/>
                      <a:pt x="14" y="4"/>
                      <a:pt x="14" y="4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4" name="Google Shape;5634;p28"/>
              <p:cNvSpPr/>
              <p:nvPr/>
            </p:nvSpPr>
            <p:spPr>
              <a:xfrm>
                <a:off x="-307175" y="4286588"/>
                <a:ext cx="22225" cy="33338"/>
              </a:xfrm>
              <a:custGeom>
                <a:rect b="b" l="l" r="r" t="t"/>
                <a:pathLst>
                  <a:path extrusionOk="0" h="9" w="6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1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7"/>
                      <a:pt x="3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4" y="9"/>
                      <a:pt x="6" y="7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5" name="Google Shape;5635;p28"/>
              <p:cNvSpPr/>
              <p:nvPr/>
            </p:nvSpPr>
            <p:spPr>
              <a:xfrm>
                <a:off x="-326225" y="4286588"/>
                <a:ext cx="38100" cy="33338"/>
              </a:xfrm>
              <a:custGeom>
                <a:rect b="b" l="l" r="r" t="t"/>
                <a:pathLst>
                  <a:path extrusionOk="0" h="9" w="10">
                    <a:moveTo>
                      <a:pt x="10" y="5"/>
                    </a:moveTo>
                    <a:cubicBezTo>
                      <a:pt x="10" y="7"/>
                      <a:pt x="7" y="9"/>
                      <a:pt x="5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6" y="0"/>
                      <a:pt x="8" y="1"/>
                      <a:pt x="9" y="2"/>
                    </a:cubicBezTo>
                    <a:cubicBezTo>
                      <a:pt x="9" y="3"/>
                      <a:pt x="10" y="4"/>
                      <a:pt x="10" y="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6" name="Google Shape;5636;p28"/>
              <p:cNvSpPr/>
              <p:nvPr/>
            </p:nvSpPr>
            <p:spPr>
              <a:xfrm>
                <a:off x="-323050" y="4286588"/>
                <a:ext cx="30163" cy="25400"/>
              </a:xfrm>
              <a:custGeom>
                <a:rect b="b" l="l" r="r" t="t"/>
                <a:pathLst>
                  <a:path extrusionOk="0" h="7" w="8">
                    <a:moveTo>
                      <a:pt x="8" y="3"/>
                    </a:moveTo>
                    <a:cubicBezTo>
                      <a:pt x="8" y="5"/>
                      <a:pt x="6" y="7"/>
                      <a:pt x="4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7" name="Google Shape;5637;p28"/>
              <p:cNvSpPr/>
              <p:nvPr/>
            </p:nvSpPr>
            <p:spPr>
              <a:xfrm>
                <a:off x="-315112" y="4297700"/>
                <a:ext cx="111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8" name="Google Shape;5638;p28"/>
              <p:cNvSpPr/>
              <p:nvPr/>
            </p:nvSpPr>
            <p:spPr>
              <a:xfrm>
                <a:off x="-70637" y="4070688"/>
                <a:ext cx="38100" cy="57150"/>
              </a:xfrm>
              <a:custGeom>
                <a:rect b="b" l="l" r="r" t="t"/>
                <a:pathLst>
                  <a:path extrusionOk="0" h="15" w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8" y="5"/>
                      <a:pt x="8" y="7"/>
                    </a:cubicBezTo>
                    <a:cubicBezTo>
                      <a:pt x="8" y="11"/>
                      <a:pt x="4" y="15"/>
                      <a:pt x="0" y="15"/>
                    </a:cubicBezTo>
                    <a:cubicBezTo>
                      <a:pt x="0" y="15"/>
                      <a:pt x="0" y="15"/>
                      <a:pt x="1" y="15"/>
                    </a:cubicBezTo>
                    <a:cubicBezTo>
                      <a:pt x="5" y="15"/>
                      <a:pt x="10" y="11"/>
                      <a:pt x="10" y="7"/>
                    </a:cubicBezTo>
                    <a:cubicBezTo>
                      <a:pt x="10" y="5"/>
                      <a:pt x="9" y="4"/>
                      <a:pt x="8" y="3"/>
                    </a:cubicBezTo>
                    <a:cubicBezTo>
                      <a:pt x="6" y="1"/>
                      <a:pt x="3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9" name="Google Shape;5639;p28"/>
              <p:cNvSpPr/>
              <p:nvPr/>
            </p:nvSpPr>
            <p:spPr>
              <a:xfrm>
                <a:off x="-100800" y="4070688"/>
                <a:ext cx="60325" cy="57150"/>
              </a:xfrm>
              <a:custGeom>
                <a:rect b="b" l="l" r="r" t="t"/>
                <a:pathLst>
                  <a:path extrusionOk="0" h="15" w="16">
                    <a:moveTo>
                      <a:pt x="16" y="7"/>
                    </a:moveTo>
                    <a:cubicBezTo>
                      <a:pt x="16" y="11"/>
                      <a:pt x="12" y="15"/>
                      <a:pt x="8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6"/>
                      <a:pt x="1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2"/>
                      <a:pt x="5" y="0"/>
                      <a:pt x="8" y="0"/>
                    </a:cubicBezTo>
                    <a:cubicBezTo>
                      <a:pt x="10" y="0"/>
                      <a:pt x="12" y="1"/>
                      <a:pt x="14" y="3"/>
                    </a:cubicBezTo>
                    <a:cubicBezTo>
                      <a:pt x="15" y="4"/>
                      <a:pt x="16" y="5"/>
                      <a:pt x="16" y="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0" name="Google Shape;5640;p28"/>
              <p:cNvSpPr/>
              <p:nvPr/>
            </p:nvSpPr>
            <p:spPr>
              <a:xfrm>
                <a:off x="-96037" y="4070688"/>
                <a:ext cx="49213" cy="42862"/>
              </a:xfrm>
              <a:custGeom>
                <a:rect b="b" l="l" r="r" t="t"/>
                <a:pathLst>
                  <a:path extrusionOk="0" h="11" w="13">
                    <a:moveTo>
                      <a:pt x="13" y="5"/>
                    </a:moveTo>
                    <a:cubicBezTo>
                      <a:pt x="13" y="8"/>
                      <a:pt x="10" y="11"/>
                      <a:pt x="6" y="11"/>
                    </a:cubicBezTo>
                    <a:cubicBezTo>
                      <a:pt x="3" y="11"/>
                      <a:pt x="0" y="8"/>
                      <a:pt x="0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4" y="0"/>
                      <a:pt x="7" y="0"/>
                    </a:cubicBezTo>
                    <a:cubicBezTo>
                      <a:pt x="9" y="0"/>
                      <a:pt x="11" y="1"/>
                      <a:pt x="13" y="3"/>
                    </a:cubicBezTo>
                    <a:cubicBezTo>
                      <a:pt x="13" y="3"/>
                      <a:pt x="13" y="4"/>
                      <a:pt x="13" y="5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1" name="Google Shape;5641;p28"/>
              <p:cNvSpPr/>
              <p:nvPr/>
            </p:nvSpPr>
            <p:spPr>
              <a:xfrm>
                <a:off x="-84925" y="4086563"/>
                <a:ext cx="19200" cy="19200"/>
              </a:xfrm>
              <a:prstGeom prst="ellipse">
                <a:avLst/>
              </a:pr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2" name="Google Shape;5642;p28"/>
              <p:cNvSpPr/>
              <p:nvPr/>
            </p:nvSpPr>
            <p:spPr>
              <a:xfrm>
                <a:off x="-130962" y="4259600"/>
                <a:ext cx="523875" cy="403225"/>
              </a:xfrm>
              <a:custGeom>
                <a:rect b="b" l="l" r="r" t="t"/>
                <a:pathLst>
                  <a:path extrusionOk="0" h="107" w="139">
                    <a:moveTo>
                      <a:pt x="33" y="74"/>
                    </a:moveTo>
                    <a:cubicBezTo>
                      <a:pt x="33" y="74"/>
                      <a:pt x="33" y="74"/>
                      <a:pt x="33" y="74"/>
                    </a:cubicBezTo>
                    <a:cubicBezTo>
                      <a:pt x="35" y="74"/>
                      <a:pt x="37" y="75"/>
                      <a:pt x="38" y="76"/>
                    </a:cubicBezTo>
                    <a:cubicBezTo>
                      <a:pt x="39" y="77"/>
                      <a:pt x="39" y="78"/>
                      <a:pt x="39" y="79"/>
                    </a:cubicBezTo>
                    <a:cubicBezTo>
                      <a:pt x="39" y="82"/>
                      <a:pt x="36" y="84"/>
                      <a:pt x="33" y="84"/>
                    </a:cubicBezTo>
                    <a:cubicBezTo>
                      <a:pt x="33" y="84"/>
                      <a:pt x="33" y="84"/>
                      <a:pt x="33" y="84"/>
                    </a:cubicBezTo>
                    <a:cubicBezTo>
                      <a:pt x="33" y="84"/>
                      <a:pt x="32" y="84"/>
                      <a:pt x="32" y="84"/>
                    </a:cubicBezTo>
                    <a:cubicBezTo>
                      <a:pt x="30" y="84"/>
                      <a:pt x="27" y="82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7" y="78"/>
                      <a:pt x="27" y="78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5"/>
                      <a:pt x="30" y="74"/>
                      <a:pt x="32" y="74"/>
                    </a:cubicBezTo>
                    <a:cubicBezTo>
                      <a:pt x="32" y="74"/>
                      <a:pt x="33" y="74"/>
                      <a:pt x="33" y="74"/>
                    </a:cubicBezTo>
                    <a:moveTo>
                      <a:pt x="79" y="87"/>
                    </a:moveTo>
                    <a:cubicBezTo>
                      <a:pt x="56" y="87"/>
                      <a:pt x="30" y="80"/>
                      <a:pt x="30" y="55"/>
                    </a:cubicBezTo>
                    <a:cubicBezTo>
                      <a:pt x="30" y="30"/>
                      <a:pt x="60" y="11"/>
                      <a:pt x="83" y="11"/>
                    </a:cubicBezTo>
                    <a:cubicBezTo>
                      <a:pt x="105" y="11"/>
                      <a:pt x="126" y="15"/>
                      <a:pt x="126" y="40"/>
                    </a:cubicBezTo>
                    <a:cubicBezTo>
                      <a:pt x="126" y="65"/>
                      <a:pt x="101" y="87"/>
                      <a:pt x="79" y="87"/>
                    </a:cubicBezTo>
                    <a:moveTo>
                      <a:pt x="76" y="0"/>
                    </a:moveTo>
                    <a:cubicBezTo>
                      <a:pt x="44" y="0"/>
                      <a:pt x="0" y="27"/>
                      <a:pt x="0" y="62"/>
                    </a:cubicBezTo>
                    <a:cubicBezTo>
                      <a:pt x="0" y="98"/>
                      <a:pt x="38" y="107"/>
                      <a:pt x="70" y="107"/>
                    </a:cubicBezTo>
                    <a:cubicBezTo>
                      <a:pt x="102" y="107"/>
                      <a:pt x="139" y="76"/>
                      <a:pt x="139" y="41"/>
                    </a:cubicBezTo>
                    <a:cubicBezTo>
                      <a:pt x="139" y="5"/>
                      <a:pt x="108" y="0"/>
                      <a:pt x="7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3" name="Google Shape;5643;p28"/>
              <p:cNvSpPr/>
              <p:nvPr/>
            </p:nvSpPr>
            <p:spPr>
              <a:xfrm>
                <a:off x="-16662" y="4300875"/>
                <a:ext cx="361950" cy="287338"/>
              </a:xfrm>
              <a:custGeom>
                <a:rect b="b" l="l" r="r" t="t"/>
                <a:pathLst>
                  <a:path extrusionOk="0" h="76" w="96">
                    <a:moveTo>
                      <a:pt x="74" y="31"/>
                    </a:moveTo>
                    <a:cubicBezTo>
                      <a:pt x="74" y="31"/>
                      <a:pt x="74" y="31"/>
                      <a:pt x="75" y="31"/>
                    </a:cubicBezTo>
                    <a:cubicBezTo>
                      <a:pt x="79" y="31"/>
                      <a:pt x="84" y="33"/>
                      <a:pt x="87" y="36"/>
                    </a:cubicBezTo>
                    <a:cubicBezTo>
                      <a:pt x="89" y="38"/>
                      <a:pt x="91" y="40"/>
                      <a:pt x="91" y="43"/>
                    </a:cubicBezTo>
                    <a:cubicBezTo>
                      <a:pt x="91" y="51"/>
                      <a:pt x="83" y="57"/>
                      <a:pt x="75" y="57"/>
                    </a:cubicBezTo>
                    <a:cubicBezTo>
                      <a:pt x="74" y="57"/>
                      <a:pt x="74" y="57"/>
                      <a:pt x="73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65" y="57"/>
                      <a:pt x="60" y="51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2"/>
                      <a:pt x="60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3" y="34"/>
                      <a:pt x="68" y="31"/>
                      <a:pt x="73" y="31"/>
                    </a:cubicBezTo>
                    <a:cubicBezTo>
                      <a:pt x="73" y="31"/>
                      <a:pt x="73" y="31"/>
                      <a:pt x="74" y="31"/>
                    </a:cubicBezTo>
                    <a:moveTo>
                      <a:pt x="25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9" y="24"/>
                      <a:pt x="32" y="25"/>
                      <a:pt x="34" y="27"/>
                    </a:cubicBezTo>
                    <a:cubicBezTo>
                      <a:pt x="35" y="29"/>
                      <a:pt x="36" y="30"/>
                      <a:pt x="36" y="32"/>
                    </a:cubicBezTo>
                    <a:cubicBezTo>
                      <a:pt x="36" y="37"/>
                      <a:pt x="31" y="41"/>
                      <a:pt x="26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4" y="41"/>
                    </a:cubicBezTo>
                    <a:cubicBezTo>
                      <a:pt x="20" y="41"/>
                      <a:pt x="16" y="37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1"/>
                      <a:pt x="17" y="30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8" y="26"/>
                      <a:pt x="21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moveTo>
                      <a:pt x="53" y="0"/>
                    </a:moveTo>
                    <a:cubicBezTo>
                      <a:pt x="30" y="0"/>
                      <a:pt x="0" y="19"/>
                      <a:pt x="0" y="44"/>
                    </a:cubicBezTo>
                    <a:cubicBezTo>
                      <a:pt x="0" y="69"/>
                      <a:pt x="26" y="76"/>
                      <a:pt x="49" y="76"/>
                    </a:cubicBezTo>
                    <a:cubicBezTo>
                      <a:pt x="71" y="76"/>
                      <a:pt x="96" y="54"/>
                      <a:pt x="96" y="29"/>
                    </a:cubicBezTo>
                    <a:cubicBezTo>
                      <a:pt x="96" y="4"/>
                      <a:pt x="75" y="0"/>
                      <a:pt x="53" y="0"/>
                    </a:cubicBez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4" name="Google Shape;5644;p28"/>
              <p:cNvSpPr/>
              <p:nvPr/>
            </p:nvSpPr>
            <p:spPr>
              <a:xfrm>
                <a:off x="208763" y="4418350"/>
                <a:ext cx="117475" cy="98425"/>
              </a:xfrm>
              <a:custGeom>
                <a:rect b="b" l="l" r="r" t="t"/>
                <a:pathLst>
                  <a:path extrusionOk="0" h="26" w="31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15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7" y="0"/>
                      <a:pt x="21" y="2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6" y="7"/>
                      <a:pt x="27" y="9"/>
                      <a:pt x="27" y="12"/>
                    </a:cubicBezTo>
                    <a:cubicBezTo>
                      <a:pt x="27" y="19"/>
                      <a:pt x="20" y="25"/>
                      <a:pt x="13" y="26"/>
                    </a:cubicBezTo>
                    <a:cubicBezTo>
                      <a:pt x="14" y="26"/>
                      <a:pt x="14" y="26"/>
                      <a:pt x="15" y="26"/>
                    </a:cubicBezTo>
                    <a:cubicBezTo>
                      <a:pt x="23" y="26"/>
                      <a:pt x="31" y="20"/>
                      <a:pt x="31" y="12"/>
                    </a:cubicBezTo>
                    <a:cubicBezTo>
                      <a:pt x="31" y="9"/>
                      <a:pt x="29" y="7"/>
                      <a:pt x="27" y="5"/>
                    </a:cubicBezTo>
                    <a:cubicBezTo>
                      <a:pt x="24" y="2"/>
                      <a:pt x="19" y="0"/>
                      <a:pt x="15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5" name="Google Shape;5645;p28"/>
              <p:cNvSpPr/>
              <p:nvPr/>
            </p:nvSpPr>
            <p:spPr>
              <a:xfrm>
                <a:off x="208763" y="4445338"/>
                <a:ext cx="49213" cy="71437"/>
              </a:xfrm>
              <a:custGeom>
                <a:rect b="b" l="l" r="r" t="t"/>
                <a:pathLst>
                  <a:path extrusionOk="0" h="19" w="13">
                    <a:moveTo>
                      <a:pt x="0" y="6"/>
                    </a:moveTo>
                    <a:cubicBezTo>
                      <a:pt x="0" y="13"/>
                      <a:pt x="5" y="19"/>
                      <a:pt x="13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6" y="18"/>
                      <a:pt x="0" y="13"/>
                      <a:pt x="0" y="6"/>
                    </a:cubicBezTo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6" name="Google Shape;5646;p28"/>
              <p:cNvSpPr/>
              <p:nvPr/>
            </p:nvSpPr>
            <p:spPr>
              <a:xfrm>
                <a:off x="208763" y="4437400"/>
                <a:ext cx="101600" cy="79375"/>
              </a:xfrm>
              <a:custGeom>
                <a:rect b="b" l="l" r="r" t="t"/>
                <a:pathLst>
                  <a:path extrusionOk="0" h="21" w="27">
                    <a:moveTo>
                      <a:pt x="24" y="0"/>
                    </a:moveTo>
                    <a:cubicBezTo>
                      <a:pt x="24" y="1"/>
                      <a:pt x="24" y="2"/>
                      <a:pt x="24" y="3"/>
                    </a:cubicBezTo>
                    <a:cubicBezTo>
                      <a:pt x="24" y="9"/>
                      <a:pt x="18" y="14"/>
                      <a:pt x="12" y="14"/>
                    </a:cubicBezTo>
                    <a:cubicBezTo>
                      <a:pt x="6" y="14"/>
                      <a:pt x="1" y="9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6" y="20"/>
                      <a:pt x="13" y="21"/>
                    </a:cubicBezTo>
                    <a:cubicBezTo>
                      <a:pt x="20" y="20"/>
                      <a:pt x="27" y="14"/>
                      <a:pt x="27" y="7"/>
                    </a:cubicBezTo>
                    <a:cubicBezTo>
                      <a:pt x="27" y="4"/>
                      <a:pt x="26" y="2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7" name="Google Shape;5647;p28"/>
              <p:cNvSpPr/>
              <p:nvPr/>
            </p:nvSpPr>
            <p:spPr>
              <a:xfrm>
                <a:off x="211938" y="4418350"/>
                <a:ext cx="49213" cy="30163"/>
              </a:xfrm>
              <a:custGeom>
                <a:rect b="b" l="l" r="r" t="t"/>
                <a:pathLst>
                  <a:path extrusionOk="0" h="8" w="13">
                    <a:moveTo>
                      <a:pt x="12" y="0"/>
                    </a:moveTo>
                    <a:cubicBezTo>
                      <a:pt x="7" y="0"/>
                      <a:pt x="2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3"/>
                      <a:pt x="7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8" name="Google Shape;5648;p28"/>
              <p:cNvSpPr/>
              <p:nvPr/>
            </p:nvSpPr>
            <p:spPr>
              <a:xfrm>
                <a:off x="211938" y="4418350"/>
                <a:ext cx="87312" cy="71437"/>
              </a:xfrm>
              <a:custGeom>
                <a:rect b="b" l="l" r="r" t="t"/>
                <a:pathLst>
                  <a:path extrusionOk="0" h="19" w="23">
                    <a:moveTo>
                      <a:pt x="10" y="15"/>
                    </a:moveTo>
                    <a:cubicBezTo>
                      <a:pt x="8" y="15"/>
                      <a:pt x="5" y="13"/>
                      <a:pt x="5" y="11"/>
                    </a:cubicBezTo>
                    <a:cubicBezTo>
                      <a:pt x="5" y="9"/>
                      <a:pt x="8" y="7"/>
                      <a:pt x="10" y="7"/>
                    </a:cubicBezTo>
                    <a:cubicBezTo>
                      <a:pt x="13" y="7"/>
                      <a:pt x="15" y="9"/>
                      <a:pt x="15" y="11"/>
                    </a:cubicBezTo>
                    <a:cubicBezTo>
                      <a:pt x="15" y="13"/>
                      <a:pt x="13" y="15"/>
                      <a:pt x="10" y="15"/>
                    </a:cubicBezTo>
                    <a:moveTo>
                      <a:pt x="13" y="0"/>
                    </a:moveTo>
                    <a:cubicBezTo>
                      <a:pt x="7" y="1"/>
                      <a:pt x="3" y="3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"/>
                      <a:pt x="5" y="19"/>
                      <a:pt x="11" y="19"/>
                    </a:cubicBezTo>
                    <a:cubicBezTo>
                      <a:pt x="17" y="19"/>
                      <a:pt x="23" y="14"/>
                      <a:pt x="23" y="8"/>
                    </a:cubicBezTo>
                    <a:cubicBezTo>
                      <a:pt x="23" y="7"/>
                      <a:pt x="23" y="6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2"/>
                      <a:pt x="16" y="0"/>
                      <a:pt x="13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9" name="Google Shape;5649;p28"/>
              <p:cNvSpPr/>
              <p:nvPr/>
            </p:nvSpPr>
            <p:spPr>
              <a:xfrm>
                <a:off x="230988" y="4445338"/>
                <a:ext cx="38100" cy="303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0" name="Google Shape;5650;p28"/>
              <p:cNvSpPr/>
              <p:nvPr/>
            </p:nvSpPr>
            <p:spPr>
              <a:xfrm>
                <a:off x="77000" y="4391363"/>
                <a:ext cx="41275" cy="65088"/>
              </a:xfrm>
              <a:custGeom>
                <a:rect b="b" l="l" r="r" t="t"/>
                <a:pathLst>
                  <a:path extrusionOk="0" h="17" w="1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5" y="2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12"/>
                      <a:pt x="4" y="16"/>
                      <a:pt x="0" y="17"/>
                    </a:cubicBezTo>
                    <a:cubicBezTo>
                      <a:pt x="0" y="17"/>
                      <a:pt x="0" y="17"/>
                      <a:pt x="1" y="17"/>
                    </a:cubicBezTo>
                    <a:cubicBezTo>
                      <a:pt x="6" y="17"/>
                      <a:pt x="11" y="13"/>
                      <a:pt x="11" y="8"/>
                    </a:cubicBezTo>
                    <a:cubicBezTo>
                      <a:pt x="11" y="6"/>
                      <a:pt x="10" y="5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1" name="Google Shape;5651;p28"/>
              <p:cNvSpPr/>
              <p:nvPr/>
            </p:nvSpPr>
            <p:spPr>
              <a:xfrm>
                <a:off x="43663" y="4410413"/>
                <a:ext cx="33338" cy="46037"/>
              </a:xfrm>
              <a:custGeom>
                <a:rect b="b" l="l" r="r" t="t"/>
                <a:pathLst>
                  <a:path extrusionOk="0" h="12" w="9">
                    <a:moveTo>
                      <a:pt x="0" y="4"/>
                    </a:moveTo>
                    <a:cubicBezTo>
                      <a:pt x="0" y="8"/>
                      <a:pt x="4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4" y="11"/>
                      <a:pt x="0" y="8"/>
                      <a:pt x="0" y="4"/>
                    </a:cubicBezTo>
                    <a:moveTo>
                      <a:pt x="1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2" name="Google Shape;5652;p28"/>
              <p:cNvSpPr/>
              <p:nvPr/>
            </p:nvSpPr>
            <p:spPr>
              <a:xfrm>
                <a:off x="43663" y="4402475"/>
                <a:ext cx="63500" cy="53975"/>
              </a:xfrm>
              <a:custGeom>
                <a:rect b="b" l="l" r="r" t="t"/>
                <a:pathLst>
                  <a:path extrusionOk="0" h="14" w="17">
                    <a:moveTo>
                      <a:pt x="15" y="0"/>
                    </a:moveTo>
                    <a:cubicBezTo>
                      <a:pt x="16" y="1"/>
                      <a:pt x="16" y="2"/>
                      <a:pt x="16" y="2"/>
                    </a:cubicBezTo>
                    <a:cubicBezTo>
                      <a:pt x="16" y="6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0"/>
                      <a:pt x="4" y="13"/>
                      <a:pt x="9" y="14"/>
                    </a:cubicBezTo>
                    <a:cubicBezTo>
                      <a:pt x="13" y="13"/>
                      <a:pt x="17" y="9"/>
                      <a:pt x="17" y="5"/>
                    </a:cubicBezTo>
                    <a:cubicBezTo>
                      <a:pt x="17" y="3"/>
                      <a:pt x="17" y="2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3" name="Google Shape;5653;p28"/>
              <p:cNvSpPr/>
              <p:nvPr/>
            </p:nvSpPr>
            <p:spPr>
              <a:xfrm>
                <a:off x="46838" y="4391363"/>
                <a:ext cx="30163" cy="19050"/>
              </a:xfrm>
              <a:custGeom>
                <a:rect b="b" l="l" r="r" t="t"/>
                <a:pathLst>
                  <a:path extrusionOk="0" h="5" w="8">
                    <a:moveTo>
                      <a:pt x="7" y="0"/>
                    </a:moveTo>
                    <a:cubicBezTo>
                      <a:pt x="4" y="0"/>
                      <a:pt x="1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2"/>
                      <a:pt x="5" y="1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4" name="Google Shape;5654;p28"/>
              <p:cNvSpPr/>
              <p:nvPr/>
            </p:nvSpPr>
            <p:spPr>
              <a:xfrm>
                <a:off x="46838" y="4391363"/>
                <a:ext cx="57150" cy="46037"/>
              </a:xfrm>
              <a:custGeom>
                <a:rect b="b" l="l" r="r" t="t"/>
                <a:pathLst>
                  <a:path extrusionOk="0" h="12" w="15"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5"/>
                      <a:pt x="7" y="5"/>
                    </a:cubicBezTo>
                    <a:cubicBezTo>
                      <a:pt x="8" y="5"/>
                      <a:pt x="10" y="6"/>
                      <a:pt x="10" y="7"/>
                    </a:cubicBezTo>
                    <a:cubicBezTo>
                      <a:pt x="10" y="9"/>
                      <a:pt x="8" y="10"/>
                      <a:pt x="7" y="10"/>
                    </a:cubicBezTo>
                    <a:moveTo>
                      <a:pt x="8" y="0"/>
                    </a:moveTo>
                    <a:cubicBezTo>
                      <a:pt x="5" y="1"/>
                      <a:pt x="2" y="2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9"/>
                      <a:pt x="15" y="5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0" y="1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5" name="Google Shape;5655;p28"/>
              <p:cNvSpPr/>
              <p:nvPr/>
            </p:nvSpPr>
            <p:spPr>
              <a:xfrm>
                <a:off x="62713" y="441041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6" name="Google Shape;5656;p28"/>
              <p:cNvSpPr/>
              <p:nvPr/>
            </p:nvSpPr>
            <p:spPr>
              <a:xfrm>
                <a:off x="299250" y="4229438"/>
                <a:ext cx="79375" cy="60325"/>
              </a:xfrm>
              <a:custGeom>
                <a:rect b="b" l="l" r="r" t="t"/>
                <a:pathLst>
                  <a:path extrusionOk="0" h="16" w="21">
                    <a:moveTo>
                      <a:pt x="19" y="0"/>
                    </a:moveTo>
                    <a:cubicBezTo>
                      <a:pt x="19" y="0"/>
                      <a:pt x="19" y="1"/>
                      <a:pt x="19" y="2"/>
                    </a:cubicBezTo>
                    <a:cubicBezTo>
                      <a:pt x="19" y="7"/>
                      <a:pt x="15" y="11"/>
                      <a:pt x="10" y="11"/>
                    </a:cubicBezTo>
                    <a:cubicBezTo>
                      <a:pt x="5" y="11"/>
                      <a:pt x="1" y="7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5" y="16"/>
                      <a:pt x="11" y="16"/>
                    </a:cubicBezTo>
                    <a:cubicBezTo>
                      <a:pt x="16" y="16"/>
                      <a:pt x="21" y="11"/>
                      <a:pt x="21" y="6"/>
                    </a:cubicBezTo>
                    <a:cubicBezTo>
                      <a:pt x="21" y="3"/>
                      <a:pt x="20" y="1"/>
                      <a:pt x="1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7" name="Google Shape;5657;p28"/>
              <p:cNvSpPr/>
              <p:nvPr/>
            </p:nvSpPr>
            <p:spPr>
              <a:xfrm>
                <a:off x="302425" y="4215150"/>
                <a:ext cx="68262" cy="55563"/>
              </a:xfrm>
              <a:custGeom>
                <a:rect b="b" l="l" r="r" t="t"/>
                <a:pathLst>
                  <a:path extrusionOk="0" h="15" w="18">
                    <a:moveTo>
                      <a:pt x="8" y="12"/>
                    </a:moveTo>
                    <a:cubicBezTo>
                      <a:pt x="6" y="12"/>
                      <a:pt x="4" y="10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0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6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8" y="11"/>
                      <a:pt x="18" y="6"/>
                    </a:cubicBezTo>
                    <a:cubicBezTo>
                      <a:pt x="18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2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8" name="Google Shape;5658;p28"/>
              <p:cNvSpPr/>
              <p:nvPr/>
            </p:nvSpPr>
            <p:spPr>
              <a:xfrm>
                <a:off x="318300" y="4234200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9" name="Google Shape;5659;p28"/>
              <p:cNvSpPr/>
              <p:nvPr/>
            </p:nvSpPr>
            <p:spPr>
              <a:xfrm>
                <a:off x="340525" y="4215150"/>
                <a:ext cx="52388" cy="74613"/>
              </a:xfrm>
              <a:custGeom>
                <a:rect b="b" l="l" r="r" t="t"/>
                <a:pathLst>
                  <a:path extrusionOk="0" h="20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2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10" y="7"/>
                      <a:pt x="10" y="10"/>
                    </a:cubicBezTo>
                    <a:cubicBezTo>
                      <a:pt x="10" y="15"/>
                      <a:pt x="5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7" y="20"/>
                      <a:pt x="14" y="15"/>
                      <a:pt x="14" y="10"/>
                    </a:cubicBezTo>
                    <a:cubicBezTo>
                      <a:pt x="14" y="7"/>
                      <a:pt x="12" y="5"/>
                      <a:pt x="11" y="4"/>
                    </a:cubicBezTo>
                    <a:cubicBezTo>
                      <a:pt x="8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0" name="Google Shape;5660;p28"/>
              <p:cNvSpPr/>
              <p:nvPr/>
            </p:nvSpPr>
            <p:spPr>
              <a:xfrm>
                <a:off x="-5550" y="4539000"/>
                <a:ext cx="22225" cy="38100"/>
              </a:xfrm>
              <a:custGeom>
                <a:rect b="b" l="l" r="r" t="t"/>
                <a:pathLst>
                  <a:path extrusionOk="0" h="10" w="6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5" y="4"/>
                      <a:pt x="5" y="5"/>
                    </a:cubicBezTo>
                    <a:cubicBezTo>
                      <a:pt x="5" y="8"/>
                      <a:pt x="2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10"/>
                      <a:pt x="6" y="8"/>
                      <a:pt x="6" y="5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1" name="Google Shape;5661;p28"/>
              <p:cNvSpPr/>
              <p:nvPr/>
            </p:nvSpPr>
            <p:spPr>
              <a:xfrm>
                <a:off x="-27775" y="4546938"/>
                <a:ext cx="41275" cy="30163"/>
              </a:xfrm>
              <a:custGeom>
                <a:rect b="b" l="l" r="r" t="t"/>
                <a:pathLst>
                  <a:path extrusionOk="0" h="8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7" y="6"/>
                      <a:pt x="5" y="6"/>
                    </a:cubicBezTo>
                    <a:cubicBezTo>
                      <a:pt x="3" y="6"/>
                      <a:pt x="1" y="4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3" y="8"/>
                      <a:pt x="6" y="8"/>
                    </a:cubicBezTo>
                    <a:cubicBezTo>
                      <a:pt x="8" y="8"/>
                      <a:pt x="11" y="6"/>
                      <a:pt x="11" y="3"/>
                    </a:cubicBezTo>
                    <a:cubicBezTo>
                      <a:pt x="11" y="2"/>
                      <a:pt x="10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2" name="Google Shape;5662;p28"/>
              <p:cNvSpPr/>
              <p:nvPr/>
            </p:nvSpPr>
            <p:spPr>
              <a:xfrm>
                <a:off x="-24600" y="4539000"/>
                <a:ext cx="33338" cy="30163"/>
              </a:xfrm>
              <a:custGeom>
                <a:rect b="b" l="l" r="r" t="t"/>
                <a:pathLst>
                  <a:path extrusionOk="0" h="8" w="9">
                    <a:moveTo>
                      <a:pt x="4" y="6"/>
                    </a:moveTo>
                    <a:cubicBezTo>
                      <a:pt x="3" y="6"/>
                      <a:pt x="2" y="5"/>
                      <a:pt x="2" y="4"/>
                    </a:cubicBezTo>
                    <a:cubicBezTo>
                      <a:pt x="2" y="4"/>
                      <a:pt x="3" y="3"/>
                      <a:pt x="4" y="3"/>
                    </a:cubicBezTo>
                    <a:cubicBezTo>
                      <a:pt x="5" y="3"/>
                      <a:pt x="6" y="4"/>
                      <a:pt x="6" y="4"/>
                    </a:cubicBezTo>
                    <a:cubicBezTo>
                      <a:pt x="6" y="5"/>
                      <a:pt x="5" y="6"/>
                      <a:pt x="4" y="6"/>
                    </a:cubicBezTo>
                    <a:moveTo>
                      <a:pt x="5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9" y="6"/>
                      <a:pt x="9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1"/>
                      <a:pt x="6" y="0"/>
                      <a:pt x="5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3" name="Google Shape;5663;p28"/>
              <p:cNvSpPr/>
              <p:nvPr/>
            </p:nvSpPr>
            <p:spPr>
              <a:xfrm>
                <a:off x="-16662" y="455011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4" name="Google Shape;5664;p28"/>
              <p:cNvSpPr/>
              <p:nvPr/>
            </p:nvSpPr>
            <p:spPr>
              <a:xfrm>
                <a:off x="-107150" y="4311988"/>
                <a:ext cx="41275" cy="60325"/>
              </a:xfrm>
              <a:custGeom>
                <a:rect b="b" l="l" r="r" t="t"/>
                <a:pathLst>
                  <a:path extrusionOk="0" h="16" w="1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3" y="0"/>
                      <a:pt x="5" y="1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9" y="6"/>
                      <a:pt x="9" y="7"/>
                    </a:cubicBezTo>
                    <a:cubicBezTo>
                      <a:pt x="9" y="12"/>
                      <a:pt x="4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6" y="16"/>
                      <a:pt x="11" y="12"/>
                      <a:pt x="11" y="7"/>
                    </a:cubicBezTo>
                    <a:cubicBezTo>
                      <a:pt x="11" y="6"/>
                      <a:pt x="10" y="4"/>
                      <a:pt x="9" y="3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5" name="Google Shape;5665;p28"/>
              <p:cNvSpPr/>
              <p:nvPr/>
            </p:nvSpPr>
            <p:spPr>
              <a:xfrm>
                <a:off x="-142075" y="4324688"/>
                <a:ext cx="68262" cy="47625"/>
              </a:xfrm>
              <a:custGeom>
                <a:rect b="b" l="l" r="r" t="t"/>
                <a:pathLst>
                  <a:path extrusionOk="0" h="13" w="18">
                    <a:moveTo>
                      <a:pt x="15" y="0"/>
                    </a:moveTo>
                    <a:cubicBezTo>
                      <a:pt x="16" y="0"/>
                      <a:pt x="16" y="1"/>
                      <a:pt x="16" y="1"/>
                    </a:cubicBezTo>
                    <a:cubicBezTo>
                      <a:pt x="16" y="5"/>
                      <a:pt x="12" y="9"/>
                      <a:pt x="8" y="9"/>
                    </a:cubicBezTo>
                    <a:cubicBezTo>
                      <a:pt x="4" y="9"/>
                      <a:pt x="1" y="6"/>
                      <a:pt x="1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3" y="13"/>
                      <a:pt x="18" y="9"/>
                      <a:pt x="18" y="4"/>
                    </a:cubicBezTo>
                    <a:cubicBezTo>
                      <a:pt x="18" y="3"/>
                      <a:pt x="17" y="1"/>
                      <a:pt x="15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6" name="Google Shape;5666;p28"/>
              <p:cNvSpPr/>
              <p:nvPr/>
            </p:nvSpPr>
            <p:spPr>
              <a:xfrm>
                <a:off x="-137312" y="4311988"/>
                <a:ext cx="55563" cy="46037"/>
              </a:xfrm>
              <a:custGeom>
                <a:rect b="b" l="l" r="r" t="t"/>
                <a:pathLst>
                  <a:path extrusionOk="0" h="12" w="15">
                    <a:moveTo>
                      <a:pt x="7" y="9"/>
                    </a:moveTo>
                    <a:cubicBezTo>
                      <a:pt x="5" y="9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" y="4"/>
                      <a:pt x="10" y="5"/>
                      <a:pt x="10" y="7"/>
                    </a:cubicBezTo>
                    <a:cubicBezTo>
                      <a:pt x="10" y="8"/>
                      <a:pt x="8" y="9"/>
                      <a:pt x="7" y="9"/>
                    </a:cubicBezTo>
                    <a:moveTo>
                      <a:pt x="8" y="0"/>
                    </a:moveTo>
                    <a:cubicBezTo>
                      <a:pt x="5" y="0"/>
                      <a:pt x="2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1" y="12"/>
                      <a:pt x="15" y="8"/>
                      <a:pt x="15" y="4"/>
                    </a:cubicBezTo>
                    <a:cubicBezTo>
                      <a:pt x="15" y="4"/>
                      <a:pt x="15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1"/>
                      <a:pt x="11" y="0"/>
                      <a:pt x="8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7" name="Google Shape;5667;p28"/>
              <p:cNvSpPr/>
              <p:nvPr/>
            </p:nvSpPr>
            <p:spPr>
              <a:xfrm>
                <a:off x="-123025" y="4327863"/>
                <a:ext cx="22200" cy="192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8" name="Google Shape;5668;p28"/>
              <p:cNvSpPr/>
              <p:nvPr/>
            </p:nvSpPr>
            <p:spPr>
              <a:xfrm>
                <a:off x="-24600" y="4215150"/>
                <a:ext cx="26988" cy="41275"/>
              </a:xfrm>
              <a:custGeom>
                <a:rect b="b" l="l" r="r" t="t"/>
                <a:pathLst>
                  <a:path extrusionOk="0" h="11" w="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4"/>
                      <a:pt x="5" y="5"/>
                    </a:cubicBezTo>
                    <a:cubicBezTo>
                      <a:pt x="5" y="8"/>
                      <a:pt x="2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4" y="11"/>
                      <a:pt x="7" y="8"/>
                      <a:pt x="7" y="5"/>
                    </a:cubicBezTo>
                    <a:cubicBezTo>
                      <a:pt x="7" y="4"/>
                      <a:pt x="6" y="3"/>
                      <a:pt x="5" y="2"/>
                    </a:cubicBezTo>
                    <a:cubicBezTo>
                      <a:pt x="4" y="1"/>
                      <a:pt x="2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9" name="Google Shape;5669;p28"/>
              <p:cNvSpPr/>
              <p:nvPr/>
            </p:nvSpPr>
            <p:spPr>
              <a:xfrm>
                <a:off x="-46825" y="4221500"/>
                <a:ext cx="41275" cy="34925"/>
              </a:xfrm>
              <a:custGeom>
                <a:rect b="b" l="l" r="r" t="t"/>
                <a:pathLst>
                  <a:path extrusionOk="0" h="9" w="11">
                    <a:moveTo>
                      <a:pt x="10" y="0"/>
                    </a:moveTo>
                    <a:cubicBezTo>
                      <a:pt x="10" y="0"/>
                      <a:pt x="10" y="1"/>
                      <a:pt x="10" y="1"/>
                    </a:cubicBezTo>
                    <a:cubicBezTo>
                      <a:pt x="10" y="4"/>
                      <a:pt x="8" y="6"/>
                      <a:pt x="5" y="6"/>
                    </a:cubicBezTo>
                    <a:cubicBezTo>
                      <a:pt x="2" y="6"/>
                      <a:pt x="0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9"/>
                      <a:pt x="6" y="9"/>
                    </a:cubicBezTo>
                    <a:cubicBezTo>
                      <a:pt x="8" y="9"/>
                      <a:pt x="11" y="6"/>
                      <a:pt x="11" y="3"/>
                    </a:cubicBezTo>
                    <a:cubicBezTo>
                      <a:pt x="11" y="2"/>
                      <a:pt x="11" y="1"/>
                      <a:pt x="1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0" name="Google Shape;5670;p28"/>
              <p:cNvSpPr/>
              <p:nvPr/>
            </p:nvSpPr>
            <p:spPr>
              <a:xfrm>
                <a:off x="-46825" y="4215150"/>
                <a:ext cx="36513" cy="30163"/>
              </a:xfrm>
              <a:custGeom>
                <a:rect b="b" l="l" r="r" t="t"/>
                <a:pathLst>
                  <a:path extrusionOk="0" h="8" w="10">
                    <a:moveTo>
                      <a:pt x="5" y="6"/>
                    </a:moveTo>
                    <a:cubicBezTo>
                      <a:pt x="4" y="6"/>
                      <a:pt x="3" y="5"/>
                      <a:pt x="3" y="4"/>
                    </a:cubicBezTo>
                    <a:cubicBezTo>
                      <a:pt x="3" y="4"/>
                      <a:pt x="4" y="3"/>
                      <a:pt x="5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7" y="5"/>
                      <a:pt x="6" y="6"/>
                      <a:pt x="5" y="6"/>
                    </a:cubicBezTo>
                    <a:moveTo>
                      <a:pt x="6" y="0"/>
                    </a:moveTo>
                    <a:cubicBezTo>
                      <a:pt x="3" y="0"/>
                      <a:pt x="1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6"/>
                      <a:pt x="2" y="8"/>
                      <a:pt x="5" y="8"/>
                    </a:cubicBezTo>
                    <a:cubicBezTo>
                      <a:pt x="8" y="8"/>
                      <a:pt x="10" y="6"/>
                      <a:pt x="10" y="3"/>
                    </a:cubicBezTo>
                    <a:cubicBezTo>
                      <a:pt x="10" y="3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7" y="0"/>
                      <a:pt x="6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1" name="Google Shape;5671;p28"/>
              <p:cNvSpPr/>
              <p:nvPr/>
            </p:nvSpPr>
            <p:spPr>
              <a:xfrm>
                <a:off x="-35712" y="4226263"/>
                <a:ext cx="14400" cy="111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2" name="Google Shape;5672;p28"/>
              <p:cNvSpPr/>
              <p:nvPr/>
            </p:nvSpPr>
            <p:spPr>
              <a:xfrm>
                <a:off x="219875" y="4154825"/>
                <a:ext cx="34925" cy="49213"/>
              </a:xfrm>
              <a:custGeom>
                <a:rect b="b" l="l" r="r" t="t"/>
                <a:pathLst>
                  <a:path extrusionOk="0" h="13" w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3"/>
                      <a:pt x="7" y="4"/>
                      <a:pt x="7" y="6"/>
                    </a:cubicBezTo>
                    <a:cubicBezTo>
                      <a:pt x="7" y="10"/>
                      <a:pt x="3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" y="13"/>
                      <a:pt x="9" y="10"/>
                      <a:pt x="9" y="6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5" y="0"/>
                      <a:pt x="3" y="0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3" name="Google Shape;5673;p28"/>
              <p:cNvSpPr/>
              <p:nvPr/>
            </p:nvSpPr>
            <p:spPr>
              <a:xfrm>
                <a:off x="194475" y="4161175"/>
                <a:ext cx="52388" cy="42862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2" y="0"/>
                      <a:pt x="12" y="1"/>
                      <a:pt x="12" y="2"/>
                    </a:cubicBezTo>
                    <a:cubicBezTo>
                      <a:pt x="12" y="5"/>
                      <a:pt x="9" y="8"/>
                      <a:pt x="6" y="8"/>
                    </a:cubicBezTo>
                    <a:cubicBezTo>
                      <a:pt x="3" y="8"/>
                      <a:pt x="0" y="5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0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4" name="Google Shape;5674;p28"/>
              <p:cNvSpPr/>
              <p:nvPr/>
            </p:nvSpPr>
            <p:spPr>
              <a:xfrm>
                <a:off x="194475" y="4154825"/>
                <a:ext cx="44450" cy="36513"/>
              </a:xfrm>
              <a:custGeom>
                <a:rect b="b" l="l" r="r" t="t"/>
                <a:pathLst>
                  <a:path extrusionOk="0" h="10" w="12">
                    <a:moveTo>
                      <a:pt x="6" y="7"/>
                    </a:moveTo>
                    <a:cubicBezTo>
                      <a:pt x="4" y="7"/>
                      <a:pt x="3" y="6"/>
                      <a:pt x="3" y="5"/>
                    </a:cubicBezTo>
                    <a:cubicBezTo>
                      <a:pt x="3" y="4"/>
                      <a:pt x="4" y="3"/>
                      <a:pt x="6" y="3"/>
                    </a:cubicBezTo>
                    <a:cubicBezTo>
                      <a:pt x="7" y="3"/>
                      <a:pt x="8" y="4"/>
                      <a:pt x="8" y="5"/>
                    </a:cubicBezTo>
                    <a:cubicBezTo>
                      <a:pt x="8" y="6"/>
                      <a:pt x="7" y="7"/>
                      <a:pt x="6" y="7"/>
                    </a:cubicBezTo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7"/>
                      <a:pt x="3" y="10"/>
                      <a:pt x="6" y="10"/>
                    </a:cubicBezTo>
                    <a:cubicBezTo>
                      <a:pt x="9" y="10"/>
                      <a:pt x="12" y="7"/>
                      <a:pt x="12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1" y="1"/>
                      <a:pt x="9" y="0"/>
                      <a:pt x="7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5" name="Google Shape;5675;p28"/>
              <p:cNvSpPr/>
              <p:nvPr/>
            </p:nvSpPr>
            <p:spPr>
              <a:xfrm>
                <a:off x="205588" y="4165938"/>
                <a:ext cx="19200" cy="144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6" name="Google Shape;5676;p28"/>
              <p:cNvSpPr/>
              <p:nvPr/>
            </p:nvSpPr>
            <p:spPr>
              <a:xfrm>
                <a:off x="189713" y="4667588"/>
                <a:ext cx="52388" cy="79375"/>
              </a:xfrm>
              <a:custGeom>
                <a:rect b="b" l="l" r="r" t="t"/>
                <a:pathLst>
                  <a:path extrusionOk="0" h="21" w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6" y="1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5"/>
                      <a:pt x="11" y="7"/>
                      <a:pt x="11" y="10"/>
                    </a:cubicBezTo>
                    <a:cubicBezTo>
                      <a:pt x="11" y="16"/>
                      <a:pt x="5" y="21"/>
                      <a:pt x="0" y="21"/>
                    </a:cubicBezTo>
                    <a:cubicBezTo>
                      <a:pt x="0" y="21"/>
                      <a:pt x="0" y="21"/>
                      <a:pt x="1" y="21"/>
                    </a:cubicBezTo>
                    <a:cubicBezTo>
                      <a:pt x="7" y="21"/>
                      <a:pt x="14" y="16"/>
                      <a:pt x="14" y="10"/>
                    </a:cubicBezTo>
                    <a:cubicBezTo>
                      <a:pt x="14" y="7"/>
                      <a:pt x="13" y="5"/>
                      <a:pt x="11" y="4"/>
                    </a:cubicBezTo>
                    <a:cubicBezTo>
                      <a:pt x="8" y="1"/>
                      <a:pt x="5" y="0"/>
                      <a:pt x="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7" name="Google Shape;5677;p28"/>
              <p:cNvSpPr/>
              <p:nvPr/>
            </p:nvSpPr>
            <p:spPr>
              <a:xfrm>
                <a:off x="145263" y="4681875"/>
                <a:ext cx="85725" cy="65088"/>
              </a:xfrm>
              <a:custGeom>
                <a:rect b="b" l="l" r="r" t="t"/>
                <a:pathLst>
                  <a:path extrusionOk="0" h="17" w="23">
                    <a:moveTo>
                      <a:pt x="20" y="0"/>
                    </a:moveTo>
                    <a:cubicBezTo>
                      <a:pt x="20" y="0"/>
                      <a:pt x="21" y="1"/>
                      <a:pt x="21" y="2"/>
                    </a:cubicBezTo>
                    <a:cubicBezTo>
                      <a:pt x="21" y="7"/>
                      <a:pt x="16" y="11"/>
                      <a:pt x="11" y="11"/>
                    </a:cubicBezTo>
                    <a:cubicBezTo>
                      <a:pt x="6" y="11"/>
                      <a:pt x="2" y="7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5" y="17"/>
                      <a:pt x="12" y="17"/>
                    </a:cubicBezTo>
                    <a:cubicBezTo>
                      <a:pt x="17" y="17"/>
                      <a:pt x="23" y="12"/>
                      <a:pt x="23" y="6"/>
                    </a:cubicBezTo>
                    <a:cubicBezTo>
                      <a:pt x="23" y="3"/>
                      <a:pt x="22" y="1"/>
                      <a:pt x="2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8" name="Google Shape;5678;p28"/>
              <p:cNvSpPr/>
              <p:nvPr/>
            </p:nvSpPr>
            <p:spPr>
              <a:xfrm>
                <a:off x="151613" y="4667588"/>
                <a:ext cx="73025" cy="55563"/>
              </a:xfrm>
              <a:custGeom>
                <a:rect b="b" l="l" r="r" t="t"/>
                <a:pathLst>
                  <a:path extrusionOk="0" h="15" w="19">
                    <a:moveTo>
                      <a:pt x="8" y="12"/>
                    </a:moveTo>
                    <a:cubicBezTo>
                      <a:pt x="6" y="12"/>
                      <a:pt x="4" y="11"/>
                      <a:pt x="4" y="9"/>
                    </a:cubicBezTo>
                    <a:cubicBezTo>
                      <a:pt x="4" y="7"/>
                      <a:pt x="6" y="5"/>
                      <a:pt x="8" y="5"/>
                    </a:cubicBezTo>
                    <a:cubicBezTo>
                      <a:pt x="10" y="5"/>
                      <a:pt x="12" y="7"/>
                      <a:pt x="12" y="9"/>
                    </a:cubicBezTo>
                    <a:cubicBezTo>
                      <a:pt x="12" y="11"/>
                      <a:pt x="10" y="12"/>
                      <a:pt x="8" y="12"/>
                    </a:cubicBezTo>
                    <a:moveTo>
                      <a:pt x="10" y="0"/>
                    </a:moveTo>
                    <a:cubicBezTo>
                      <a:pt x="5" y="0"/>
                      <a:pt x="2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9" y="15"/>
                    </a:cubicBezTo>
                    <a:cubicBezTo>
                      <a:pt x="14" y="15"/>
                      <a:pt x="19" y="11"/>
                      <a:pt x="19" y="6"/>
                    </a:cubicBezTo>
                    <a:cubicBezTo>
                      <a:pt x="19" y="5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1"/>
                      <a:pt x="13" y="0"/>
                      <a:pt x="10" y="0"/>
                    </a:cubicBezTo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9" name="Google Shape;5679;p28"/>
              <p:cNvSpPr/>
              <p:nvPr/>
            </p:nvSpPr>
            <p:spPr>
              <a:xfrm>
                <a:off x="167488" y="4686638"/>
                <a:ext cx="30300" cy="25500"/>
              </a:xfrm>
              <a:prstGeom prst="ellipse">
                <a:avLst/>
              </a:prstGeom>
              <a:solidFill>
                <a:srgbClr val="191919">
                  <a:alpha val="2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80" name="Google Shape;5680;p28"/>
            <p:cNvGrpSpPr/>
            <p:nvPr/>
          </p:nvGrpSpPr>
          <p:grpSpPr>
            <a:xfrm flipH="1" rot="9997597">
              <a:off x="7450455" y="-125680"/>
              <a:ext cx="540818" cy="749313"/>
              <a:chOff x="8260675" y="2995400"/>
              <a:chExt cx="811213" cy="1123950"/>
            </a:xfrm>
          </p:grpSpPr>
          <p:sp>
            <p:nvSpPr>
              <p:cNvPr id="5681" name="Google Shape;5681;p28"/>
              <p:cNvSpPr/>
              <p:nvPr/>
            </p:nvSpPr>
            <p:spPr>
              <a:xfrm>
                <a:off x="8268613" y="2995400"/>
                <a:ext cx="803275" cy="1123950"/>
              </a:xfrm>
              <a:custGeom>
                <a:rect b="b" l="l" r="r" t="t"/>
                <a:pathLst>
                  <a:path extrusionOk="0" h="298" w="213">
                    <a:moveTo>
                      <a:pt x="8" y="145"/>
                    </a:moveTo>
                    <a:cubicBezTo>
                      <a:pt x="18" y="193"/>
                      <a:pt x="52" y="259"/>
                      <a:pt x="109" y="282"/>
                    </a:cubicBezTo>
                    <a:cubicBezTo>
                      <a:pt x="149" y="298"/>
                      <a:pt x="192" y="278"/>
                      <a:pt x="205" y="245"/>
                    </a:cubicBezTo>
                    <a:cubicBezTo>
                      <a:pt x="213" y="221"/>
                      <a:pt x="205" y="201"/>
                      <a:pt x="188" y="189"/>
                    </a:cubicBezTo>
                    <a:cubicBezTo>
                      <a:pt x="162" y="171"/>
                      <a:pt x="136" y="148"/>
                      <a:pt x="126" y="103"/>
                    </a:cubicBezTo>
                    <a:cubicBezTo>
                      <a:pt x="118" y="63"/>
                      <a:pt x="119" y="21"/>
                      <a:pt x="90" y="11"/>
                    </a:cubicBezTo>
                    <a:cubicBezTo>
                      <a:pt x="55" y="0"/>
                      <a:pt x="26" y="11"/>
                      <a:pt x="14" y="34"/>
                    </a:cubicBezTo>
                    <a:cubicBezTo>
                      <a:pt x="0" y="64"/>
                      <a:pt x="1" y="109"/>
                      <a:pt x="8" y="14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2" name="Google Shape;5682;p28"/>
              <p:cNvSpPr/>
              <p:nvPr/>
            </p:nvSpPr>
            <p:spPr>
              <a:xfrm>
                <a:off x="8724225" y="3549438"/>
                <a:ext cx="334962" cy="446087"/>
              </a:xfrm>
              <a:custGeom>
                <a:rect b="b" l="l" r="r" t="t"/>
                <a:pathLst>
                  <a:path extrusionOk="0" h="118" w="89">
                    <a:moveTo>
                      <a:pt x="52" y="32"/>
                    </a:moveTo>
                    <a:cubicBezTo>
                      <a:pt x="62" y="41"/>
                      <a:pt x="74" y="48"/>
                      <a:pt x="83" y="63"/>
                    </a:cubicBezTo>
                    <a:cubicBezTo>
                      <a:pt x="89" y="75"/>
                      <a:pt x="88" y="89"/>
                      <a:pt x="84" y="99"/>
                    </a:cubicBezTo>
                    <a:cubicBezTo>
                      <a:pt x="79" y="110"/>
                      <a:pt x="74" y="118"/>
                      <a:pt x="69" y="117"/>
                    </a:cubicBezTo>
                    <a:cubicBezTo>
                      <a:pt x="63" y="115"/>
                      <a:pt x="59" y="111"/>
                      <a:pt x="56" y="106"/>
                    </a:cubicBezTo>
                    <a:cubicBezTo>
                      <a:pt x="53" y="101"/>
                      <a:pt x="50" y="89"/>
                      <a:pt x="49" y="79"/>
                    </a:cubicBezTo>
                    <a:cubicBezTo>
                      <a:pt x="49" y="74"/>
                      <a:pt x="47" y="70"/>
                      <a:pt x="44" y="67"/>
                    </a:cubicBezTo>
                    <a:cubicBezTo>
                      <a:pt x="37" y="61"/>
                      <a:pt x="26" y="63"/>
                      <a:pt x="19" y="59"/>
                    </a:cubicBezTo>
                    <a:cubicBezTo>
                      <a:pt x="11" y="56"/>
                      <a:pt x="0" y="45"/>
                      <a:pt x="1" y="25"/>
                    </a:cubicBezTo>
                    <a:cubicBezTo>
                      <a:pt x="2" y="3"/>
                      <a:pt x="16" y="0"/>
                      <a:pt x="25" y="8"/>
                    </a:cubicBezTo>
                    <a:cubicBezTo>
                      <a:pt x="38" y="19"/>
                      <a:pt x="42" y="24"/>
                      <a:pt x="52" y="32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3" name="Google Shape;5683;p28"/>
              <p:cNvSpPr/>
              <p:nvPr/>
            </p:nvSpPr>
            <p:spPr>
              <a:xfrm>
                <a:off x="8494038" y="3376400"/>
                <a:ext cx="174625" cy="227013"/>
              </a:xfrm>
              <a:custGeom>
                <a:rect b="b" l="l" r="r" t="t"/>
                <a:pathLst>
                  <a:path extrusionOk="0" h="60" w="46">
                    <a:moveTo>
                      <a:pt x="4" y="10"/>
                    </a:moveTo>
                    <a:cubicBezTo>
                      <a:pt x="8" y="0"/>
                      <a:pt x="17" y="10"/>
                      <a:pt x="21" y="5"/>
                    </a:cubicBezTo>
                    <a:cubicBezTo>
                      <a:pt x="26" y="0"/>
                      <a:pt x="32" y="5"/>
                      <a:pt x="37" y="13"/>
                    </a:cubicBezTo>
                    <a:cubicBezTo>
                      <a:pt x="43" y="24"/>
                      <a:pt x="46" y="40"/>
                      <a:pt x="39" y="52"/>
                    </a:cubicBezTo>
                    <a:cubicBezTo>
                      <a:pt x="37" y="55"/>
                      <a:pt x="35" y="58"/>
                      <a:pt x="31" y="59"/>
                    </a:cubicBezTo>
                    <a:cubicBezTo>
                      <a:pt x="29" y="60"/>
                      <a:pt x="27" y="60"/>
                      <a:pt x="24" y="60"/>
                    </a:cubicBezTo>
                    <a:cubicBezTo>
                      <a:pt x="16" y="59"/>
                      <a:pt x="9" y="52"/>
                      <a:pt x="6" y="44"/>
                    </a:cubicBezTo>
                    <a:cubicBezTo>
                      <a:pt x="2" y="36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4" name="Google Shape;5684;p28"/>
              <p:cNvSpPr/>
              <p:nvPr/>
            </p:nvSpPr>
            <p:spPr>
              <a:xfrm>
                <a:off x="8268613" y="3025563"/>
                <a:ext cx="730250" cy="1082675"/>
              </a:xfrm>
              <a:custGeom>
                <a:rect b="b" l="l" r="r" t="t"/>
                <a:pathLst>
                  <a:path extrusionOk="0" h="287" w="194">
                    <a:moveTo>
                      <a:pt x="49" y="0"/>
                    </a:moveTo>
                    <a:cubicBezTo>
                      <a:pt x="33" y="4"/>
                      <a:pt x="21" y="13"/>
                      <a:pt x="14" y="26"/>
                    </a:cubicBezTo>
                    <a:cubicBezTo>
                      <a:pt x="0" y="56"/>
                      <a:pt x="1" y="101"/>
                      <a:pt x="8" y="137"/>
                    </a:cubicBezTo>
                    <a:cubicBezTo>
                      <a:pt x="18" y="185"/>
                      <a:pt x="52" y="251"/>
                      <a:pt x="109" y="274"/>
                    </a:cubicBezTo>
                    <a:cubicBezTo>
                      <a:pt x="141" y="287"/>
                      <a:pt x="175" y="276"/>
                      <a:pt x="194" y="255"/>
                    </a:cubicBezTo>
                    <a:cubicBezTo>
                      <a:pt x="101" y="248"/>
                      <a:pt x="1" y="119"/>
                      <a:pt x="49" y="0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5" name="Google Shape;5685;p28"/>
              <p:cNvSpPr/>
              <p:nvPr/>
            </p:nvSpPr>
            <p:spPr>
              <a:xfrm>
                <a:off x="8309888" y="3512925"/>
                <a:ext cx="392113" cy="482600"/>
              </a:xfrm>
              <a:custGeom>
                <a:rect b="b" l="l" r="r" t="t"/>
                <a:pathLst>
                  <a:path extrusionOk="0" h="128" w="104">
                    <a:moveTo>
                      <a:pt x="37" y="95"/>
                    </a:moveTo>
                    <a:cubicBezTo>
                      <a:pt x="59" y="123"/>
                      <a:pt x="76" y="128"/>
                      <a:pt x="85" y="119"/>
                    </a:cubicBezTo>
                    <a:cubicBezTo>
                      <a:pt x="94" y="110"/>
                      <a:pt x="104" y="89"/>
                      <a:pt x="55" y="56"/>
                    </a:cubicBezTo>
                    <a:cubicBezTo>
                      <a:pt x="32" y="40"/>
                      <a:pt x="36" y="31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9"/>
                      <a:pt x="1" y="19"/>
                      <a:pt x="3" y="31"/>
                    </a:cubicBezTo>
                    <a:cubicBezTo>
                      <a:pt x="4" y="36"/>
                      <a:pt x="16" y="69"/>
                      <a:pt x="37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6" name="Google Shape;5686;p28"/>
              <p:cNvSpPr/>
              <p:nvPr/>
            </p:nvSpPr>
            <p:spPr>
              <a:xfrm>
                <a:off x="8671838" y="3893925"/>
                <a:ext cx="241300" cy="187325"/>
              </a:xfrm>
              <a:custGeom>
                <a:rect b="b" l="l" r="r" t="t"/>
                <a:pathLst>
                  <a:path extrusionOk="0" h="50" w="64">
                    <a:moveTo>
                      <a:pt x="17" y="27"/>
                    </a:moveTo>
                    <a:cubicBezTo>
                      <a:pt x="7" y="16"/>
                      <a:pt x="9" y="12"/>
                      <a:pt x="20" y="5"/>
                    </a:cubicBezTo>
                    <a:cubicBezTo>
                      <a:pt x="26" y="1"/>
                      <a:pt x="30" y="0"/>
                      <a:pt x="35" y="4"/>
                    </a:cubicBezTo>
                    <a:cubicBezTo>
                      <a:pt x="38" y="8"/>
                      <a:pt x="41" y="13"/>
                      <a:pt x="46" y="24"/>
                    </a:cubicBezTo>
                    <a:cubicBezTo>
                      <a:pt x="51" y="35"/>
                      <a:pt x="62" y="31"/>
                      <a:pt x="63" y="39"/>
                    </a:cubicBezTo>
                    <a:cubicBezTo>
                      <a:pt x="64" y="46"/>
                      <a:pt x="46" y="48"/>
                      <a:pt x="33" y="50"/>
                    </a:cubicBezTo>
                    <a:cubicBezTo>
                      <a:pt x="24" y="50"/>
                      <a:pt x="11" y="47"/>
                      <a:pt x="6" y="45"/>
                    </a:cubicBezTo>
                    <a:cubicBezTo>
                      <a:pt x="0" y="42"/>
                      <a:pt x="26" y="36"/>
                      <a:pt x="17" y="27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7" name="Google Shape;5687;p28"/>
              <p:cNvSpPr/>
              <p:nvPr/>
            </p:nvSpPr>
            <p:spPr>
              <a:xfrm>
                <a:off x="8528963" y="3030325"/>
                <a:ext cx="200025" cy="315912"/>
              </a:xfrm>
              <a:custGeom>
                <a:rect b="b" l="l" r="r" t="t"/>
                <a:pathLst>
                  <a:path extrusionOk="0" h="84" w="53">
                    <a:moveTo>
                      <a:pt x="45" y="28"/>
                    </a:moveTo>
                    <a:cubicBezTo>
                      <a:pt x="48" y="38"/>
                      <a:pt x="52" y="55"/>
                      <a:pt x="53" y="67"/>
                    </a:cubicBezTo>
                    <a:cubicBezTo>
                      <a:pt x="53" y="76"/>
                      <a:pt x="53" y="81"/>
                      <a:pt x="48" y="82"/>
                    </a:cubicBezTo>
                    <a:cubicBezTo>
                      <a:pt x="43" y="84"/>
                      <a:pt x="35" y="78"/>
                      <a:pt x="29" y="60"/>
                    </a:cubicBezTo>
                    <a:cubicBezTo>
                      <a:pt x="26" y="51"/>
                      <a:pt x="25" y="45"/>
                      <a:pt x="22" y="43"/>
                    </a:cubicBezTo>
                    <a:cubicBezTo>
                      <a:pt x="18" y="40"/>
                      <a:pt x="13" y="41"/>
                      <a:pt x="9" y="38"/>
                    </a:cubicBezTo>
                    <a:cubicBezTo>
                      <a:pt x="4" y="35"/>
                      <a:pt x="0" y="26"/>
                      <a:pt x="1" y="19"/>
                    </a:cubicBezTo>
                    <a:cubicBezTo>
                      <a:pt x="2" y="6"/>
                      <a:pt x="10" y="0"/>
                      <a:pt x="18" y="2"/>
                    </a:cubicBezTo>
                    <a:cubicBezTo>
                      <a:pt x="30" y="5"/>
                      <a:pt x="39" y="13"/>
                      <a:pt x="45" y="28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8" name="Google Shape;5688;p28"/>
              <p:cNvSpPr/>
              <p:nvPr/>
            </p:nvSpPr>
            <p:spPr>
              <a:xfrm>
                <a:off x="8271788" y="3019213"/>
                <a:ext cx="222250" cy="406400"/>
              </a:xfrm>
              <a:custGeom>
                <a:rect b="b" l="l" r="r" t="t"/>
                <a:pathLst>
                  <a:path extrusionOk="0" h="108" w="59">
                    <a:moveTo>
                      <a:pt x="2" y="95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9"/>
                      <a:pt x="27" y="42"/>
                      <a:pt x="34" y="31"/>
                    </a:cubicBezTo>
                    <a:cubicBezTo>
                      <a:pt x="37" y="25"/>
                      <a:pt x="45" y="24"/>
                      <a:pt x="52" y="18"/>
                    </a:cubicBezTo>
                    <a:cubicBezTo>
                      <a:pt x="59" y="11"/>
                      <a:pt x="55" y="0"/>
                      <a:pt x="45" y="3"/>
                    </a:cubicBezTo>
                    <a:cubicBezTo>
                      <a:pt x="28" y="8"/>
                      <a:pt x="15" y="18"/>
                      <a:pt x="6" y="47"/>
                    </a:cubicBezTo>
                    <a:cubicBezTo>
                      <a:pt x="1" y="64"/>
                      <a:pt x="0" y="86"/>
                      <a:pt x="2" y="95"/>
                    </a:cubicBezTo>
                    <a:close/>
                  </a:path>
                </a:pathLst>
              </a:custGeom>
              <a:solidFill>
                <a:srgbClr val="191919">
                  <a:alpha val="1500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9" name="Google Shape;5689;p28"/>
              <p:cNvSpPr/>
              <p:nvPr/>
            </p:nvSpPr>
            <p:spPr>
              <a:xfrm>
                <a:off x="8298775" y="3516100"/>
                <a:ext cx="392113" cy="479425"/>
              </a:xfrm>
              <a:custGeom>
                <a:rect b="b" l="l" r="r" t="t"/>
                <a:pathLst>
                  <a:path extrusionOk="0" h="127" w="104">
                    <a:moveTo>
                      <a:pt x="37" y="94"/>
                    </a:moveTo>
                    <a:cubicBezTo>
                      <a:pt x="59" y="122"/>
                      <a:pt x="76" y="127"/>
                      <a:pt x="85" y="119"/>
                    </a:cubicBezTo>
                    <a:cubicBezTo>
                      <a:pt x="94" y="110"/>
                      <a:pt x="104" y="88"/>
                      <a:pt x="55" y="55"/>
                    </a:cubicBezTo>
                    <a:cubicBezTo>
                      <a:pt x="32" y="39"/>
                      <a:pt x="35" y="30"/>
                      <a:pt x="30" y="16"/>
                    </a:cubicBezTo>
                    <a:cubicBezTo>
                      <a:pt x="26" y="4"/>
                      <a:pt x="19" y="0"/>
                      <a:pt x="10" y="4"/>
                    </a:cubicBezTo>
                    <a:cubicBezTo>
                      <a:pt x="0" y="8"/>
                      <a:pt x="1" y="19"/>
                      <a:pt x="3" y="30"/>
                    </a:cubicBezTo>
                    <a:cubicBezTo>
                      <a:pt x="4" y="36"/>
                      <a:pt x="16" y="68"/>
                      <a:pt x="37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0" name="Google Shape;5690;p28"/>
              <p:cNvSpPr/>
              <p:nvPr/>
            </p:nvSpPr>
            <p:spPr>
              <a:xfrm>
                <a:off x="8506738" y="3362113"/>
                <a:ext cx="168275" cy="230187"/>
              </a:xfrm>
              <a:custGeom>
                <a:rect b="b" l="l" r="r" t="t"/>
                <a:pathLst>
                  <a:path extrusionOk="0" h="61" w="45">
                    <a:moveTo>
                      <a:pt x="4" y="10"/>
                    </a:moveTo>
                    <a:cubicBezTo>
                      <a:pt x="8" y="0"/>
                      <a:pt x="16" y="11"/>
                      <a:pt x="21" y="5"/>
                    </a:cubicBezTo>
                    <a:cubicBezTo>
                      <a:pt x="25" y="0"/>
                      <a:pt x="32" y="6"/>
                      <a:pt x="37" y="13"/>
                    </a:cubicBezTo>
                    <a:cubicBezTo>
                      <a:pt x="43" y="24"/>
                      <a:pt x="45" y="40"/>
                      <a:pt x="38" y="53"/>
                    </a:cubicBezTo>
                    <a:cubicBezTo>
                      <a:pt x="37" y="56"/>
                      <a:pt x="34" y="59"/>
                      <a:pt x="31" y="60"/>
                    </a:cubicBezTo>
                    <a:cubicBezTo>
                      <a:pt x="29" y="61"/>
                      <a:pt x="27" y="61"/>
                      <a:pt x="24" y="61"/>
                    </a:cubicBezTo>
                    <a:cubicBezTo>
                      <a:pt x="16" y="59"/>
                      <a:pt x="9" y="52"/>
                      <a:pt x="5" y="45"/>
                    </a:cubicBezTo>
                    <a:cubicBezTo>
                      <a:pt x="2" y="37"/>
                      <a:pt x="0" y="20"/>
                      <a:pt x="4" y="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1" name="Google Shape;5691;p28"/>
              <p:cNvSpPr/>
              <p:nvPr/>
            </p:nvSpPr>
            <p:spPr>
              <a:xfrm>
                <a:off x="8260675" y="3014450"/>
                <a:ext cx="227013" cy="407988"/>
              </a:xfrm>
              <a:custGeom>
                <a:rect b="b" l="l" r="r" t="t"/>
                <a:pathLst>
                  <a:path extrusionOk="0" h="108" w="60">
                    <a:moveTo>
                      <a:pt x="2" y="94"/>
                    </a:moveTo>
                    <a:cubicBezTo>
                      <a:pt x="4" y="106"/>
                      <a:pt x="15" y="108"/>
                      <a:pt x="23" y="93"/>
                    </a:cubicBezTo>
                    <a:cubicBezTo>
                      <a:pt x="31" y="78"/>
                      <a:pt x="29" y="40"/>
                      <a:pt x="34" y="30"/>
                    </a:cubicBezTo>
                    <a:cubicBezTo>
                      <a:pt x="40" y="21"/>
                      <a:pt x="47" y="23"/>
                      <a:pt x="54" y="16"/>
                    </a:cubicBezTo>
                    <a:cubicBezTo>
                      <a:pt x="60" y="10"/>
                      <a:pt x="57" y="0"/>
                      <a:pt x="45" y="2"/>
                    </a:cubicBezTo>
                    <a:cubicBezTo>
                      <a:pt x="28" y="7"/>
                      <a:pt x="15" y="18"/>
                      <a:pt x="7" y="46"/>
                    </a:cubicBezTo>
                    <a:cubicBezTo>
                      <a:pt x="2" y="64"/>
                      <a:pt x="0" y="85"/>
                      <a:pt x="2" y="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2" name="Google Shape;5692;p28"/>
              <p:cNvSpPr/>
              <p:nvPr/>
            </p:nvSpPr>
            <p:spPr>
              <a:xfrm>
                <a:off x="8540075" y="3025563"/>
                <a:ext cx="200025" cy="312738"/>
              </a:xfrm>
              <a:custGeom>
                <a:rect b="b" l="l" r="r" t="t"/>
                <a:pathLst>
                  <a:path extrusionOk="0" h="83" w="53">
                    <a:moveTo>
                      <a:pt x="44" y="28"/>
                    </a:moveTo>
                    <a:cubicBezTo>
                      <a:pt x="48" y="37"/>
                      <a:pt x="52" y="54"/>
                      <a:pt x="53" y="67"/>
                    </a:cubicBezTo>
                    <a:cubicBezTo>
                      <a:pt x="53" y="75"/>
                      <a:pt x="53" y="80"/>
                      <a:pt x="48" y="82"/>
                    </a:cubicBezTo>
                    <a:cubicBezTo>
                      <a:pt x="43" y="83"/>
                      <a:pt x="35" y="77"/>
                      <a:pt x="29" y="60"/>
                    </a:cubicBezTo>
                    <a:cubicBezTo>
                      <a:pt x="26" y="50"/>
                      <a:pt x="25" y="44"/>
                      <a:pt x="22" y="42"/>
                    </a:cubicBezTo>
                    <a:cubicBezTo>
                      <a:pt x="18" y="39"/>
                      <a:pt x="13" y="40"/>
                      <a:pt x="9" y="38"/>
                    </a:cubicBezTo>
                    <a:cubicBezTo>
                      <a:pt x="3" y="35"/>
                      <a:pt x="0" y="26"/>
                      <a:pt x="1" y="18"/>
                    </a:cubicBezTo>
                    <a:cubicBezTo>
                      <a:pt x="1" y="6"/>
                      <a:pt x="10" y="0"/>
                      <a:pt x="17" y="2"/>
                    </a:cubicBezTo>
                    <a:cubicBezTo>
                      <a:pt x="30" y="5"/>
                      <a:pt x="39" y="13"/>
                      <a:pt x="44" y="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3" name="Google Shape;5693;p28"/>
              <p:cNvSpPr/>
              <p:nvPr/>
            </p:nvSpPr>
            <p:spPr>
              <a:xfrm>
                <a:off x="8735338" y="3543088"/>
                <a:ext cx="336550" cy="441325"/>
              </a:xfrm>
              <a:custGeom>
                <a:rect b="b" l="l" r="r" t="t"/>
                <a:pathLst>
                  <a:path extrusionOk="0" h="117" w="89">
                    <a:moveTo>
                      <a:pt x="52" y="32"/>
                    </a:moveTo>
                    <a:cubicBezTo>
                      <a:pt x="62" y="40"/>
                      <a:pt x="74" y="47"/>
                      <a:pt x="83" y="63"/>
                    </a:cubicBezTo>
                    <a:cubicBezTo>
                      <a:pt x="89" y="75"/>
                      <a:pt x="88" y="88"/>
                      <a:pt x="84" y="98"/>
                    </a:cubicBezTo>
                    <a:cubicBezTo>
                      <a:pt x="79" y="109"/>
                      <a:pt x="74" y="117"/>
                      <a:pt x="68" y="116"/>
                    </a:cubicBezTo>
                    <a:cubicBezTo>
                      <a:pt x="63" y="115"/>
                      <a:pt x="58" y="110"/>
                      <a:pt x="56" y="105"/>
                    </a:cubicBezTo>
                    <a:cubicBezTo>
                      <a:pt x="53" y="101"/>
                      <a:pt x="50" y="88"/>
                      <a:pt x="49" y="78"/>
                    </a:cubicBezTo>
                    <a:cubicBezTo>
                      <a:pt x="49" y="74"/>
                      <a:pt x="47" y="69"/>
                      <a:pt x="44" y="67"/>
                    </a:cubicBezTo>
                    <a:cubicBezTo>
                      <a:pt x="37" y="61"/>
                      <a:pt x="26" y="62"/>
                      <a:pt x="18" y="59"/>
                    </a:cubicBezTo>
                    <a:cubicBezTo>
                      <a:pt x="11" y="55"/>
                      <a:pt x="0" y="44"/>
                      <a:pt x="1" y="24"/>
                    </a:cubicBezTo>
                    <a:cubicBezTo>
                      <a:pt x="1" y="3"/>
                      <a:pt x="16" y="0"/>
                      <a:pt x="25" y="8"/>
                    </a:cubicBezTo>
                    <a:cubicBezTo>
                      <a:pt x="38" y="18"/>
                      <a:pt x="42" y="23"/>
                      <a:pt x="52" y="3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4" name="Google Shape;5694;p28"/>
              <p:cNvSpPr/>
              <p:nvPr/>
            </p:nvSpPr>
            <p:spPr>
              <a:xfrm>
                <a:off x="8668663" y="3905038"/>
                <a:ext cx="244475" cy="187325"/>
              </a:xfrm>
              <a:custGeom>
                <a:rect b="b" l="l" r="r" t="t"/>
                <a:pathLst>
                  <a:path extrusionOk="0" h="50" w="65">
                    <a:moveTo>
                      <a:pt x="18" y="27"/>
                    </a:moveTo>
                    <a:cubicBezTo>
                      <a:pt x="8" y="17"/>
                      <a:pt x="10" y="12"/>
                      <a:pt x="21" y="5"/>
                    </a:cubicBezTo>
                    <a:cubicBezTo>
                      <a:pt x="26" y="1"/>
                      <a:pt x="31" y="0"/>
                      <a:pt x="35" y="4"/>
                    </a:cubicBezTo>
                    <a:cubicBezTo>
                      <a:pt x="39" y="8"/>
                      <a:pt x="42" y="13"/>
                      <a:pt x="46" y="24"/>
                    </a:cubicBezTo>
                    <a:cubicBezTo>
                      <a:pt x="51" y="35"/>
                      <a:pt x="62" y="31"/>
                      <a:pt x="64" y="39"/>
                    </a:cubicBezTo>
                    <a:cubicBezTo>
                      <a:pt x="65" y="46"/>
                      <a:pt x="47" y="48"/>
                      <a:pt x="34" y="50"/>
                    </a:cubicBezTo>
                    <a:cubicBezTo>
                      <a:pt x="25" y="50"/>
                      <a:pt x="12" y="47"/>
                      <a:pt x="7" y="45"/>
                    </a:cubicBezTo>
                    <a:cubicBezTo>
                      <a:pt x="0" y="42"/>
                      <a:pt x="26" y="36"/>
                      <a:pt x="18" y="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695" name="Google Shape;5695;p28"/>
          <p:cNvSpPr txBox="1"/>
          <p:nvPr>
            <p:ph idx="3" type="subTitle"/>
          </p:nvPr>
        </p:nvSpPr>
        <p:spPr>
          <a:xfrm>
            <a:off x="1621274" y="3500675"/>
            <a:ext cx="4857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Why?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696" name="Google Shape;5696;p28"/>
          <p:cNvSpPr txBox="1"/>
          <p:nvPr/>
        </p:nvSpPr>
        <p:spPr>
          <a:xfrm>
            <a:off x="1614750" y="4057800"/>
            <a:ext cx="5116500" cy="7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rPr>
              <a:t>SDA plates offer Dextrose sugar as the main carbon source with Ampicillin as the selective factor</a:t>
            </a:r>
            <a:endParaRPr sz="1200">
              <a:solidFill>
                <a:schemeClr val="dk2"/>
              </a:solidFill>
              <a:latin typeface="Cambay"/>
              <a:ea typeface="Cambay"/>
              <a:cs typeface="Cambay"/>
              <a:sym typeface="Camb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Cambay"/>
              <a:ea typeface="Cambay"/>
              <a:cs typeface="Cambay"/>
              <a:sym typeface="Camb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rPr>
              <a:t>NA plates offer Glucose sugar as the main carbon source with Cycloheximide as the selective factor</a:t>
            </a:r>
            <a:endParaRPr sz="1200">
              <a:solidFill>
                <a:schemeClr val="dk2"/>
              </a:solidFill>
              <a:latin typeface="Cambay"/>
              <a:ea typeface="Cambay"/>
              <a:cs typeface="Cambay"/>
              <a:sym typeface="Camb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0" name="Shape 5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1" name="Google Shape;5701;p29"/>
          <p:cNvSpPr txBox="1"/>
          <p:nvPr>
            <p:ph type="title"/>
          </p:nvPr>
        </p:nvSpPr>
        <p:spPr>
          <a:xfrm>
            <a:off x="1825525" y="0"/>
            <a:ext cx="417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Takeaways </a:t>
            </a:r>
            <a:endParaRPr/>
          </a:p>
        </p:txBody>
      </p:sp>
      <p:sp>
        <p:nvSpPr>
          <p:cNvPr id="5702" name="Google Shape;5702;p29"/>
          <p:cNvSpPr txBox="1"/>
          <p:nvPr>
            <p:ph idx="4" type="subTitle"/>
          </p:nvPr>
        </p:nvSpPr>
        <p:spPr>
          <a:xfrm>
            <a:off x="715100" y="8213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Resistance</a:t>
            </a:r>
            <a:endParaRPr/>
          </a:p>
        </p:txBody>
      </p:sp>
      <p:sp>
        <p:nvSpPr>
          <p:cNvPr id="5703" name="Google Shape;5703;p29"/>
          <p:cNvSpPr txBox="1"/>
          <p:nvPr>
            <p:ph idx="6" type="subTitle"/>
          </p:nvPr>
        </p:nvSpPr>
        <p:spPr>
          <a:xfrm>
            <a:off x="5996719" y="-55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Prevalence</a:t>
            </a:r>
            <a:endParaRPr/>
          </a:p>
        </p:txBody>
      </p:sp>
      <p:sp>
        <p:nvSpPr>
          <p:cNvPr id="5704" name="Google Shape;5704;p29"/>
          <p:cNvSpPr txBox="1"/>
          <p:nvPr/>
        </p:nvSpPr>
        <p:spPr>
          <a:xfrm>
            <a:off x="606625" y="-34632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2"/>
                </a:solidFill>
                <a:latin typeface="Palanquin"/>
                <a:ea typeface="Palanquin"/>
                <a:cs typeface="Palanquin"/>
                <a:sym typeface="Palanquin"/>
              </a:rPr>
              <a:t>02</a:t>
            </a:r>
            <a:endParaRPr b="1" sz="6000">
              <a:solidFill>
                <a:schemeClr val="dk2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5705" name="Google Shape;5705;p29" title="Screenshot 2026-03-10 2104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125" y="1257044"/>
            <a:ext cx="3000001" cy="1890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6" name="Google Shape;5706;p29" title="Screenshot 2026-03-10 2104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4737" y="3109550"/>
            <a:ext cx="3019127" cy="19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7" name="Google Shape;5707;p29" title="Screenshot 2026-03-10 2105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9375" y="455350"/>
            <a:ext cx="2379601" cy="14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8" name="Google Shape;5708;p29" title="Screenshot 2026-03-10 21052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19375" y="2011289"/>
            <a:ext cx="2379600" cy="1485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9" name="Google Shape;5709;p29" title="Screenshot 2026-03-10 21055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57776" y="3406250"/>
            <a:ext cx="2379600" cy="1481538"/>
          </a:xfrm>
          <a:prstGeom prst="rect">
            <a:avLst/>
          </a:prstGeom>
          <a:noFill/>
          <a:ln>
            <a:noFill/>
          </a:ln>
        </p:spPr>
      </p:pic>
      <p:sp>
        <p:nvSpPr>
          <p:cNvPr id="5710" name="Google Shape;5710;p29"/>
          <p:cNvSpPr txBox="1"/>
          <p:nvPr/>
        </p:nvSpPr>
        <p:spPr>
          <a:xfrm rot="-5400000">
            <a:off x="5552075" y="1144650"/>
            <a:ext cx="596700" cy="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rPr>
              <a:t>2023</a:t>
            </a:r>
            <a:endParaRPr b="1" sz="1200">
              <a:solidFill>
                <a:schemeClr val="dk2"/>
              </a:solidFill>
              <a:latin typeface="Cambay"/>
              <a:ea typeface="Cambay"/>
              <a:cs typeface="Cambay"/>
              <a:sym typeface="Cambay"/>
            </a:endParaRPr>
          </a:p>
        </p:txBody>
      </p:sp>
      <p:sp>
        <p:nvSpPr>
          <p:cNvPr id="5711" name="Google Shape;5711;p29"/>
          <p:cNvSpPr txBox="1"/>
          <p:nvPr/>
        </p:nvSpPr>
        <p:spPr>
          <a:xfrm rot="-5400000">
            <a:off x="5552075" y="2752400"/>
            <a:ext cx="596700" cy="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rPr>
              <a:t>2024</a:t>
            </a:r>
            <a:endParaRPr b="1" sz="1200">
              <a:solidFill>
                <a:schemeClr val="dk2"/>
              </a:solidFill>
              <a:latin typeface="Cambay"/>
              <a:ea typeface="Cambay"/>
              <a:cs typeface="Cambay"/>
              <a:sym typeface="Cambay"/>
            </a:endParaRPr>
          </a:p>
        </p:txBody>
      </p:sp>
      <p:sp>
        <p:nvSpPr>
          <p:cNvPr id="5712" name="Google Shape;5712;p29"/>
          <p:cNvSpPr txBox="1"/>
          <p:nvPr/>
        </p:nvSpPr>
        <p:spPr>
          <a:xfrm rot="-5400000">
            <a:off x="5596000" y="4088225"/>
            <a:ext cx="596700" cy="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ambay"/>
                <a:ea typeface="Cambay"/>
                <a:cs typeface="Cambay"/>
                <a:sym typeface="Cambay"/>
              </a:rPr>
              <a:t>2026</a:t>
            </a:r>
            <a:endParaRPr b="1" sz="1200">
              <a:solidFill>
                <a:schemeClr val="dk2"/>
              </a:solidFill>
              <a:latin typeface="Cambay"/>
              <a:ea typeface="Cambay"/>
              <a:cs typeface="Cambay"/>
              <a:sym typeface="Cambay"/>
            </a:endParaRPr>
          </a:p>
        </p:txBody>
      </p:sp>
      <p:pic>
        <p:nvPicPr>
          <p:cNvPr id="5713" name="Google Shape;5713;p29" title="Screenshot 2026-03-10 211554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62188" y="1710175"/>
            <a:ext cx="4619625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4" name="Google Shape;5714;p29" title="Screenshot 2026-03-10 211606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52838" y="2654775"/>
            <a:ext cx="463835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5" name="Google Shape;5715;p29" title="Screenshot 2026-03-12 114818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09194" y="1698675"/>
            <a:ext cx="7267702" cy="170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9" name="Shape 5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0" name="Google Shape;5720;p30"/>
          <p:cNvSpPr txBox="1"/>
          <p:nvPr>
            <p:ph idx="2" type="title"/>
          </p:nvPr>
        </p:nvSpPr>
        <p:spPr>
          <a:xfrm>
            <a:off x="1343725" y="1499375"/>
            <a:ext cx="76476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Shiny App demo</a:t>
            </a:r>
            <a:endParaRPr/>
          </a:p>
        </p:txBody>
      </p:sp>
      <p:pic>
        <p:nvPicPr>
          <p:cNvPr id="5721" name="Google Shape;572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650" y="2470588"/>
            <a:ext cx="2819699" cy="2436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2" name="Google Shape;572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2162" y="2470600"/>
            <a:ext cx="2819699" cy="243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3" name="Google Shape;572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4650" y="2470588"/>
            <a:ext cx="2819699" cy="243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Kingdom Monera: Bacterial Diseases by Slidesgo">
  <a:themeElements>
    <a:clrScheme name="Simple Light">
      <a:dk1>
        <a:srgbClr val="346073"/>
      </a:dk1>
      <a:lt1>
        <a:srgbClr val="F8F8F8"/>
      </a:lt1>
      <a:dk2>
        <a:srgbClr val="191919"/>
      </a:dk2>
      <a:lt2>
        <a:srgbClr val="ADE5E1"/>
      </a:lt2>
      <a:accent1>
        <a:srgbClr val="F087A6"/>
      </a:accent1>
      <a:accent2>
        <a:srgbClr val="CAD7A6"/>
      </a:accent2>
      <a:accent3>
        <a:srgbClr val="83A97F"/>
      </a:accent3>
      <a:accent4>
        <a:srgbClr val="B28BD3"/>
      </a:accent4>
      <a:accent5>
        <a:srgbClr val="7060A6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